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0" r:id="rId1"/>
  </p:sldMasterIdLst>
  <p:notesMasterIdLst>
    <p:notesMasterId r:id="rId15"/>
  </p:notesMasterIdLst>
  <p:sldIdLst>
    <p:sldId id="256" r:id="rId2"/>
    <p:sldId id="259" r:id="rId3"/>
    <p:sldId id="264" r:id="rId4"/>
    <p:sldId id="263" r:id="rId5"/>
    <p:sldId id="270" r:id="rId6"/>
    <p:sldId id="300" r:id="rId7"/>
    <p:sldId id="262" r:id="rId8"/>
    <p:sldId id="303" r:id="rId9"/>
    <p:sldId id="304" r:id="rId10"/>
    <p:sldId id="306" r:id="rId11"/>
    <p:sldId id="308" r:id="rId12"/>
    <p:sldId id="310" r:id="rId13"/>
    <p:sldId id="311" r:id="rId14"/>
  </p:sldIdLst>
  <p:sldSz cx="9144000" cy="5143500" type="screen16x9"/>
  <p:notesSz cx="6858000" cy="9144000"/>
  <p:embeddedFontLst>
    <p:embeddedFont>
      <p:font typeface="Anton" pitchFamily="2" charset="77"/>
      <p:regular r:id="rId16"/>
    </p:embeddedFont>
    <p:embeddedFont>
      <p:font typeface="Exo 2 SemiBold" pitchFamily="2" charset="77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</p:embeddedFont>
    <p:embeddedFont>
      <p:font typeface="Nunito Light" pitchFamily="2" charset="77"/>
      <p:regular r:id="rId24"/>
      <p:italic r:id="rId25"/>
    </p:embeddedFont>
    <p:embeddedFont>
      <p:font typeface="Raleway" pitchFamily="2" charset="77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BFED"/>
    <a:srgbClr val="01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D951ED-DD02-4FC9-9249-7343F2F9B527}">
  <a:tblStyle styleId="{EED951ED-DD02-4FC9-9249-7343F2F9B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F9E79C6-93C1-401C-87B7-7C1D18FAAA3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4" d="100"/>
          <a:sy n="124" d="100"/>
        </p:scale>
        <p:origin x="168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bbe6c028d3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bbe6c028d3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5" name="Google Shape;1655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7">
          <a:extLst>
            <a:ext uri="{FF2B5EF4-FFF2-40B4-BE49-F238E27FC236}">
              <a16:creationId xmlns:a16="http://schemas.microsoft.com/office/drawing/2014/main" id="{CCEB4633-499A-989E-4AE8-5A6F61064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g18661f04b0b_0_4:notes">
            <a:extLst>
              <a:ext uri="{FF2B5EF4-FFF2-40B4-BE49-F238E27FC236}">
                <a16:creationId xmlns:a16="http://schemas.microsoft.com/office/drawing/2014/main" id="{C22A57EC-3A04-6A21-60C6-59D3E4CB6E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9" name="Google Shape;1609;g18661f04b0b_0_4:notes">
            <a:extLst>
              <a:ext uri="{FF2B5EF4-FFF2-40B4-BE49-F238E27FC236}">
                <a16:creationId xmlns:a16="http://schemas.microsoft.com/office/drawing/2014/main" id="{54D47D07-5795-84A2-7737-8F2C6C590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1727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8556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959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4098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4171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37768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91741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684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0206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1203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4291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12541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>
            <a:spLocks noGrp="1"/>
          </p:cNvSpPr>
          <p:nvPr>
            <p:ph type="title"/>
          </p:nvPr>
        </p:nvSpPr>
        <p:spPr>
          <a:xfrm>
            <a:off x="958500" y="1359200"/>
            <a:ext cx="3779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7"/>
          <p:cNvSpPr txBox="1">
            <a:spLocks noGrp="1"/>
          </p:cNvSpPr>
          <p:nvPr>
            <p:ph type="subTitle" idx="1"/>
          </p:nvPr>
        </p:nvSpPr>
        <p:spPr>
          <a:xfrm>
            <a:off x="958500" y="1989400"/>
            <a:ext cx="3779100" cy="17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7"/>
          <p:cNvSpPr>
            <a:spLocks noGrp="1"/>
          </p:cNvSpPr>
          <p:nvPr>
            <p:ph type="pic" idx="2"/>
          </p:nvPr>
        </p:nvSpPr>
        <p:spPr>
          <a:xfrm>
            <a:off x="5104500" y="1030200"/>
            <a:ext cx="3081000" cy="3083100"/>
          </a:xfrm>
          <a:prstGeom prst="ellipse">
            <a:avLst/>
          </a:prstGeom>
          <a:noFill/>
          <a:ln>
            <a:noFill/>
          </a:ln>
          <a:effectLst>
            <a:outerShdw blurRad="157163" dist="114300" dir="3420000" algn="bl" rotWithShape="0">
              <a:schemeClr val="accent1">
                <a:alpha val="37000"/>
              </a:schemeClr>
            </a:outerShdw>
          </a:effectLst>
        </p:spPr>
      </p:sp>
    </p:spTree>
    <p:extLst>
      <p:ext uri="{BB962C8B-B14F-4D97-AF65-F5344CB8AC3E}">
        <p14:creationId xmlns:p14="http://schemas.microsoft.com/office/powerpoint/2010/main" val="1361031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9"/>
          <p:cNvSpPr txBox="1">
            <a:spLocks noGrp="1"/>
          </p:cNvSpPr>
          <p:nvPr>
            <p:ph type="subTitle" idx="1"/>
          </p:nvPr>
        </p:nvSpPr>
        <p:spPr>
          <a:xfrm>
            <a:off x="732450" y="1989450"/>
            <a:ext cx="2348100" cy="8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9"/>
          <p:cNvSpPr txBox="1">
            <a:spLocks noGrp="1"/>
          </p:cNvSpPr>
          <p:nvPr>
            <p:ph type="subTitle" idx="2"/>
          </p:nvPr>
        </p:nvSpPr>
        <p:spPr>
          <a:xfrm>
            <a:off x="3410401" y="1989450"/>
            <a:ext cx="2348100" cy="8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19"/>
          <p:cNvSpPr txBox="1">
            <a:spLocks noGrp="1"/>
          </p:cNvSpPr>
          <p:nvPr>
            <p:ph type="subTitle" idx="3"/>
          </p:nvPr>
        </p:nvSpPr>
        <p:spPr>
          <a:xfrm>
            <a:off x="732450" y="3743600"/>
            <a:ext cx="2348100" cy="8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19"/>
          <p:cNvSpPr txBox="1">
            <a:spLocks noGrp="1"/>
          </p:cNvSpPr>
          <p:nvPr>
            <p:ph type="subTitle" idx="4"/>
          </p:nvPr>
        </p:nvSpPr>
        <p:spPr>
          <a:xfrm>
            <a:off x="3397951" y="3743600"/>
            <a:ext cx="2348100" cy="8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subTitle" idx="5"/>
          </p:nvPr>
        </p:nvSpPr>
        <p:spPr>
          <a:xfrm>
            <a:off x="6088350" y="1989450"/>
            <a:ext cx="2348100" cy="8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19"/>
          <p:cNvSpPr txBox="1">
            <a:spLocks noGrp="1"/>
          </p:cNvSpPr>
          <p:nvPr>
            <p:ph type="subTitle" idx="6"/>
          </p:nvPr>
        </p:nvSpPr>
        <p:spPr>
          <a:xfrm>
            <a:off x="6088350" y="3743600"/>
            <a:ext cx="2348100" cy="8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subTitle" idx="7"/>
          </p:nvPr>
        </p:nvSpPr>
        <p:spPr>
          <a:xfrm>
            <a:off x="732449" y="1663200"/>
            <a:ext cx="2348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8"/>
          </p:nvPr>
        </p:nvSpPr>
        <p:spPr>
          <a:xfrm>
            <a:off x="3410401" y="1663200"/>
            <a:ext cx="2348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6" name="Google Shape;356;p19"/>
          <p:cNvSpPr txBox="1">
            <a:spLocks noGrp="1"/>
          </p:cNvSpPr>
          <p:nvPr>
            <p:ph type="subTitle" idx="9"/>
          </p:nvPr>
        </p:nvSpPr>
        <p:spPr>
          <a:xfrm>
            <a:off x="6088351" y="1663200"/>
            <a:ext cx="2348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7" name="Google Shape;357;p19"/>
          <p:cNvSpPr txBox="1">
            <a:spLocks noGrp="1"/>
          </p:cNvSpPr>
          <p:nvPr>
            <p:ph type="subTitle" idx="13"/>
          </p:nvPr>
        </p:nvSpPr>
        <p:spPr>
          <a:xfrm>
            <a:off x="732449" y="3414127"/>
            <a:ext cx="2348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8" name="Google Shape;358;p19"/>
          <p:cNvSpPr txBox="1">
            <a:spLocks noGrp="1"/>
          </p:cNvSpPr>
          <p:nvPr>
            <p:ph type="subTitle" idx="14"/>
          </p:nvPr>
        </p:nvSpPr>
        <p:spPr>
          <a:xfrm>
            <a:off x="3397951" y="3414127"/>
            <a:ext cx="2348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9" name="Google Shape;359;p19"/>
          <p:cNvSpPr txBox="1">
            <a:spLocks noGrp="1"/>
          </p:cNvSpPr>
          <p:nvPr>
            <p:ph type="subTitle" idx="15"/>
          </p:nvPr>
        </p:nvSpPr>
        <p:spPr>
          <a:xfrm>
            <a:off x="6088351" y="3414127"/>
            <a:ext cx="2348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4864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8"/>
          <p:cNvSpPr txBox="1">
            <a:spLocks noGrp="1"/>
          </p:cNvSpPr>
          <p:nvPr>
            <p:ph type="subTitle" idx="1"/>
          </p:nvPr>
        </p:nvSpPr>
        <p:spPr>
          <a:xfrm>
            <a:off x="1494765" y="1825100"/>
            <a:ext cx="2606400" cy="8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8"/>
          <p:cNvSpPr txBox="1">
            <a:spLocks noGrp="1"/>
          </p:cNvSpPr>
          <p:nvPr>
            <p:ph type="subTitle" idx="2"/>
          </p:nvPr>
        </p:nvSpPr>
        <p:spPr>
          <a:xfrm>
            <a:off x="5042835" y="1825100"/>
            <a:ext cx="2606400" cy="8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18"/>
          <p:cNvSpPr txBox="1">
            <a:spLocks noGrp="1"/>
          </p:cNvSpPr>
          <p:nvPr>
            <p:ph type="subTitle" idx="3"/>
          </p:nvPr>
        </p:nvSpPr>
        <p:spPr>
          <a:xfrm>
            <a:off x="1494765" y="3485675"/>
            <a:ext cx="2606400" cy="8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18"/>
          <p:cNvSpPr txBox="1">
            <a:spLocks noGrp="1"/>
          </p:cNvSpPr>
          <p:nvPr>
            <p:ph type="subTitle" idx="4"/>
          </p:nvPr>
        </p:nvSpPr>
        <p:spPr>
          <a:xfrm>
            <a:off x="5042835" y="3485675"/>
            <a:ext cx="2606400" cy="8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8"/>
          <p:cNvSpPr txBox="1">
            <a:spLocks noGrp="1"/>
          </p:cNvSpPr>
          <p:nvPr>
            <p:ph type="subTitle" idx="5"/>
          </p:nvPr>
        </p:nvSpPr>
        <p:spPr>
          <a:xfrm>
            <a:off x="1494765" y="1455550"/>
            <a:ext cx="260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22" name="Google Shape;322;p18"/>
          <p:cNvSpPr txBox="1">
            <a:spLocks noGrp="1"/>
          </p:cNvSpPr>
          <p:nvPr>
            <p:ph type="subTitle" idx="6"/>
          </p:nvPr>
        </p:nvSpPr>
        <p:spPr>
          <a:xfrm>
            <a:off x="1494765" y="3116200"/>
            <a:ext cx="260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23" name="Google Shape;323;p18"/>
          <p:cNvSpPr txBox="1">
            <a:spLocks noGrp="1"/>
          </p:cNvSpPr>
          <p:nvPr>
            <p:ph type="subTitle" idx="7"/>
          </p:nvPr>
        </p:nvSpPr>
        <p:spPr>
          <a:xfrm>
            <a:off x="5042803" y="1455550"/>
            <a:ext cx="260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subTitle" idx="8"/>
          </p:nvPr>
        </p:nvSpPr>
        <p:spPr>
          <a:xfrm>
            <a:off x="5042803" y="3116200"/>
            <a:ext cx="260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0022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>
            <a:spLocks noGrp="1"/>
          </p:cNvSpPr>
          <p:nvPr>
            <p:ph type="title"/>
          </p:nvPr>
        </p:nvSpPr>
        <p:spPr>
          <a:xfrm>
            <a:off x="4343900" y="2333850"/>
            <a:ext cx="3915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title" idx="2" hasCustomPrompt="1"/>
          </p:nvPr>
        </p:nvSpPr>
        <p:spPr>
          <a:xfrm>
            <a:off x="5576300" y="1162050"/>
            <a:ext cx="1450800" cy="1068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098126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17"/>
          <p:cNvSpPr txBox="1">
            <a:spLocks noGrp="1"/>
          </p:cNvSpPr>
          <p:nvPr>
            <p:ph type="subTitle" idx="1"/>
          </p:nvPr>
        </p:nvSpPr>
        <p:spPr>
          <a:xfrm>
            <a:off x="828809" y="3364075"/>
            <a:ext cx="2685900" cy="11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7"/>
          <p:cNvSpPr txBox="1">
            <a:spLocks noGrp="1"/>
          </p:cNvSpPr>
          <p:nvPr>
            <p:ph type="subTitle" idx="2"/>
          </p:nvPr>
        </p:nvSpPr>
        <p:spPr>
          <a:xfrm>
            <a:off x="3229047" y="1795037"/>
            <a:ext cx="2685900" cy="11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17"/>
          <p:cNvSpPr txBox="1">
            <a:spLocks noGrp="1"/>
          </p:cNvSpPr>
          <p:nvPr>
            <p:ph type="subTitle" idx="3"/>
          </p:nvPr>
        </p:nvSpPr>
        <p:spPr>
          <a:xfrm>
            <a:off x="5629286" y="3364075"/>
            <a:ext cx="2685900" cy="11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7"/>
          <p:cNvSpPr txBox="1">
            <a:spLocks noGrp="1"/>
          </p:cNvSpPr>
          <p:nvPr>
            <p:ph type="subTitle" idx="4"/>
          </p:nvPr>
        </p:nvSpPr>
        <p:spPr>
          <a:xfrm>
            <a:off x="828809" y="2915875"/>
            <a:ext cx="26859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2" name="Google Shape;302;p17"/>
          <p:cNvSpPr txBox="1">
            <a:spLocks noGrp="1"/>
          </p:cNvSpPr>
          <p:nvPr>
            <p:ph type="subTitle" idx="5"/>
          </p:nvPr>
        </p:nvSpPr>
        <p:spPr>
          <a:xfrm>
            <a:off x="3229053" y="1346838"/>
            <a:ext cx="26859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3" name="Google Shape;303;p17"/>
          <p:cNvSpPr txBox="1">
            <a:spLocks noGrp="1"/>
          </p:cNvSpPr>
          <p:nvPr>
            <p:ph type="subTitle" idx="6"/>
          </p:nvPr>
        </p:nvSpPr>
        <p:spPr>
          <a:xfrm>
            <a:off x="5629291" y="2915875"/>
            <a:ext cx="26859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8123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3583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766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"/>
          <p:cNvSpPr txBox="1">
            <a:spLocks noGrp="1"/>
          </p:cNvSpPr>
          <p:nvPr>
            <p:ph type="ctrTitle"/>
          </p:nvPr>
        </p:nvSpPr>
        <p:spPr>
          <a:xfrm>
            <a:off x="713225" y="1087972"/>
            <a:ext cx="4144500" cy="186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6000" dirty="0">
                <a:solidFill>
                  <a:srgbClr val="002060"/>
                </a:solidFill>
              </a:rPr>
              <a:t>Zigbee</a:t>
            </a:r>
            <a:endParaRPr sz="6000" dirty="0">
              <a:solidFill>
                <a:srgbClr val="002060"/>
              </a:solidFill>
            </a:endParaRPr>
          </a:p>
        </p:txBody>
      </p:sp>
      <p:grpSp>
        <p:nvGrpSpPr>
          <p:cNvPr id="469" name="Google Shape;469;p26"/>
          <p:cNvGrpSpPr/>
          <p:nvPr/>
        </p:nvGrpSpPr>
        <p:grpSpPr>
          <a:xfrm>
            <a:off x="4986697" y="717386"/>
            <a:ext cx="3562162" cy="3330710"/>
            <a:chOff x="2033575" y="238125"/>
            <a:chExt cx="4713725" cy="4407450"/>
          </a:xfrm>
        </p:grpSpPr>
        <p:sp>
          <p:nvSpPr>
            <p:cNvPr id="470" name="Google Shape;470;p26"/>
            <p:cNvSpPr/>
            <p:nvPr/>
          </p:nvSpPr>
          <p:spPr>
            <a:xfrm>
              <a:off x="5129875" y="3881325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450"/>
                  </a:lnTo>
                  <a:lnTo>
                    <a:pt x="4317" y="2450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5272800" y="3798200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7" y="2509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5201325" y="3839025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1" y="0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509"/>
                  </a:lnTo>
                  <a:lnTo>
                    <a:pt x="4318" y="2509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5129875" y="3881325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450"/>
                  </a:lnTo>
                  <a:lnTo>
                    <a:pt x="4317" y="2450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5272800" y="3798200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7" y="2509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5201325" y="3839025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1" y="0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509"/>
                  </a:lnTo>
                  <a:lnTo>
                    <a:pt x="4318" y="2509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2352975" y="4243025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1" y="0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450"/>
                  </a:lnTo>
                  <a:lnTo>
                    <a:pt x="4318" y="2450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6"/>
            <p:cNvSpPr/>
            <p:nvPr/>
          </p:nvSpPr>
          <p:spPr>
            <a:xfrm>
              <a:off x="2495925" y="4159875"/>
              <a:ext cx="107950" cy="62750"/>
            </a:xfrm>
            <a:custGeom>
              <a:avLst/>
              <a:gdLst/>
              <a:ahLst/>
              <a:cxnLst/>
              <a:rect l="l" t="t" r="r" b="b"/>
              <a:pathLst>
                <a:path w="4318" h="2510" extrusionOk="0">
                  <a:moveTo>
                    <a:pt x="0" y="1"/>
                  </a:moveTo>
                  <a:lnTo>
                    <a:pt x="0" y="818"/>
                  </a:lnTo>
                  <a:lnTo>
                    <a:pt x="2917" y="818"/>
                  </a:lnTo>
                  <a:lnTo>
                    <a:pt x="2917" y="2509"/>
                  </a:lnTo>
                  <a:lnTo>
                    <a:pt x="4317" y="2509"/>
                  </a:lnTo>
                  <a:lnTo>
                    <a:pt x="4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2424450" y="4200725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1" y="0"/>
                  </a:moveTo>
                  <a:lnTo>
                    <a:pt x="1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8" y="2509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2352975" y="4243025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1" y="0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450"/>
                  </a:lnTo>
                  <a:lnTo>
                    <a:pt x="4318" y="2450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2495925" y="4159875"/>
              <a:ext cx="107950" cy="62750"/>
            </a:xfrm>
            <a:custGeom>
              <a:avLst/>
              <a:gdLst/>
              <a:ahLst/>
              <a:cxnLst/>
              <a:rect l="l" t="t" r="r" b="b"/>
              <a:pathLst>
                <a:path w="4318" h="2510" extrusionOk="0">
                  <a:moveTo>
                    <a:pt x="0" y="1"/>
                  </a:moveTo>
                  <a:lnTo>
                    <a:pt x="0" y="818"/>
                  </a:lnTo>
                  <a:lnTo>
                    <a:pt x="2917" y="818"/>
                  </a:lnTo>
                  <a:lnTo>
                    <a:pt x="2917" y="2509"/>
                  </a:lnTo>
                  <a:lnTo>
                    <a:pt x="4317" y="2509"/>
                  </a:lnTo>
                  <a:lnTo>
                    <a:pt x="43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2424450" y="4200725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1" y="0"/>
                  </a:moveTo>
                  <a:lnTo>
                    <a:pt x="1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8" y="2509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3023875" y="2341200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451"/>
                  </a:lnTo>
                  <a:lnTo>
                    <a:pt x="4317" y="2451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3166800" y="2258075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1" y="0"/>
                  </a:moveTo>
                  <a:lnTo>
                    <a:pt x="1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8" y="2509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3095325" y="2298900"/>
              <a:ext cx="107950" cy="62750"/>
            </a:xfrm>
            <a:custGeom>
              <a:avLst/>
              <a:gdLst/>
              <a:ahLst/>
              <a:cxnLst/>
              <a:rect l="l" t="t" r="r" b="b"/>
              <a:pathLst>
                <a:path w="4318" h="2510" extrusionOk="0">
                  <a:moveTo>
                    <a:pt x="1" y="1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509"/>
                  </a:lnTo>
                  <a:lnTo>
                    <a:pt x="4318" y="2509"/>
                  </a:lnTo>
                  <a:lnTo>
                    <a:pt x="43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3023875" y="2341200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451"/>
                  </a:lnTo>
                  <a:lnTo>
                    <a:pt x="4317" y="2451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3166800" y="2258075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1" y="0"/>
                  </a:moveTo>
                  <a:lnTo>
                    <a:pt x="1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8" y="2509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3095325" y="2298900"/>
              <a:ext cx="107950" cy="62750"/>
            </a:xfrm>
            <a:custGeom>
              <a:avLst/>
              <a:gdLst/>
              <a:ahLst/>
              <a:cxnLst/>
              <a:rect l="l" t="t" r="r" b="b"/>
              <a:pathLst>
                <a:path w="4318" h="2510" extrusionOk="0">
                  <a:moveTo>
                    <a:pt x="1" y="1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509"/>
                  </a:lnTo>
                  <a:lnTo>
                    <a:pt x="4318" y="2509"/>
                  </a:lnTo>
                  <a:lnTo>
                    <a:pt x="43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5754075" y="1623650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1" y="0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450"/>
                  </a:lnTo>
                  <a:lnTo>
                    <a:pt x="4318" y="2450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5897000" y="1540500"/>
              <a:ext cx="107950" cy="62750"/>
            </a:xfrm>
            <a:custGeom>
              <a:avLst/>
              <a:gdLst/>
              <a:ahLst/>
              <a:cxnLst/>
              <a:rect l="l" t="t" r="r" b="b"/>
              <a:pathLst>
                <a:path w="4318" h="2510" extrusionOk="0">
                  <a:moveTo>
                    <a:pt x="1" y="1"/>
                  </a:moveTo>
                  <a:lnTo>
                    <a:pt x="1" y="818"/>
                  </a:lnTo>
                  <a:lnTo>
                    <a:pt x="2918" y="818"/>
                  </a:lnTo>
                  <a:lnTo>
                    <a:pt x="2918" y="2509"/>
                  </a:lnTo>
                  <a:lnTo>
                    <a:pt x="4318" y="2509"/>
                  </a:lnTo>
                  <a:lnTo>
                    <a:pt x="43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5825550" y="1581350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7" y="2509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5754075" y="1623650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1" y="0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450"/>
                  </a:lnTo>
                  <a:lnTo>
                    <a:pt x="4318" y="2450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5897000" y="1540500"/>
              <a:ext cx="107950" cy="62750"/>
            </a:xfrm>
            <a:custGeom>
              <a:avLst/>
              <a:gdLst/>
              <a:ahLst/>
              <a:cxnLst/>
              <a:rect l="l" t="t" r="r" b="b"/>
              <a:pathLst>
                <a:path w="4318" h="2510" extrusionOk="0">
                  <a:moveTo>
                    <a:pt x="1" y="1"/>
                  </a:moveTo>
                  <a:lnTo>
                    <a:pt x="1" y="818"/>
                  </a:lnTo>
                  <a:lnTo>
                    <a:pt x="2918" y="818"/>
                  </a:lnTo>
                  <a:lnTo>
                    <a:pt x="2918" y="2509"/>
                  </a:lnTo>
                  <a:lnTo>
                    <a:pt x="4318" y="2509"/>
                  </a:lnTo>
                  <a:lnTo>
                    <a:pt x="43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5825550" y="1581350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7" y="2509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4243125" y="1270700"/>
              <a:ext cx="1527025" cy="886750"/>
            </a:xfrm>
            <a:custGeom>
              <a:avLst/>
              <a:gdLst/>
              <a:ahLst/>
              <a:cxnLst/>
              <a:rect l="l" t="t" r="r" b="b"/>
              <a:pathLst>
                <a:path w="61081" h="35470" extrusionOk="0">
                  <a:moveTo>
                    <a:pt x="59972" y="0"/>
                  </a:moveTo>
                  <a:lnTo>
                    <a:pt x="59505" y="59"/>
                  </a:lnTo>
                  <a:lnTo>
                    <a:pt x="59155" y="175"/>
                  </a:lnTo>
                  <a:lnTo>
                    <a:pt x="351" y="34361"/>
                  </a:lnTo>
                  <a:lnTo>
                    <a:pt x="234" y="34478"/>
                  </a:lnTo>
                  <a:lnTo>
                    <a:pt x="118" y="34595"/>
                  </a:lnTo>
                  <a:lnTo>
                    <a:pt x="59" y="34711"/>
                  </a:lnTo>
                  <a:lnTo>
                    <a:pt x="1" y="34828"/>
                  </a:lnTo>
                  <a:lnTo>
                    <a:pt x="59" y="34945"/>
                  </a:lnTo>
                  <a:lnTo>
                    <a:pt x="118" y="35061"/>
                  </a:lnTo>
                  <a:lnTo>
                    <a:pt x="234" y="35178"/>
                  </a:lnTo>
                  <a:lnTo>
                    <a:pt x="351" y="35295"/>
                  </a:lnTo>
                  <a:lnTo>
                    <a:pt x="759" y="35411"/>
                  </a:lnTo>
                  <a:lnTo>
                    <a:pt x="1168" y="35470"/>
                  </a:lnTo>
                  <a:lnTo>
                    <a:pt x="1576" y="35411"/>
                  </a:lnTo>
                  <a:lnTo>
                    <a:pt x="1926" y="35295"/>
                  </a:lnTo>
                  <a:lnTo>
                    <a:pt x="60731" y="1109"/>
                  </a:lnTo>
                  <a:lnTo>
                    <a:pt x="60906" y="992"/>
                  </a:lnTo>
                  <a:lnTo>
                    <a:pt x="61022" y="875"/>
                  </a:lnTo>
                  <a:lnTo>
                    <a:pt x="61081" y="759"/>
                  </a:lnTo>
                  <a:lnTo>
                    <a:pt x="61081" y="642"/>
                  </a:lnTo>
                  <a:lnTo>
                    <a:pt x="61081" y="525"/>
                  </a:lnTo>
                  <a:lnTo>
                    <a:pt x="61022" y="409"/>
                  </a:lnTo>
                  <a:lnTo>
                    <a:pt x="60906" y="292"/>
                  </a:lnTo>
                  <a:lnTo>
                    <a:pt x="60731" y="175"/>
                  </a:lnTo>
                  <a:lnTo>
                    <a:pt x="60381" y="59"/>
                  </a:lnTo>
                  <a:lnTo>
                    <a:pt x="59972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4243125" y="1270700"/>
              <a:ext cx="1527025" cy="886750"/>
            </a:xfrm>
            <a:custGeom>
              <a:avLst/>
              <a:gdLst/>
              <a:ahLst/>
              <a:cxnLst/>
              <a:rect l="l" t="t" r="r" b="b"/>
              <a:pathLst>
                <a:path w="61081" h="35470" fill="none" extrusionOk="0">
                  <a:moveTo>
                    <a:pt x="59972" y="0"/>
                  </a:moveTo>
                  <a:lnTo>
                    <a:pt x="59972" y="0"/>
                  </a:lnTo>
                  <a:lnTo>
                    <a:pt x="59505" y="59"/>
                  </a:lnTo>
                  <a:lnTo>
                    <a:pt x="59155" y="175"/>
                  </a:lnTo>
                  <a:lnTo>
                    <a:pt x="351" y="34361"/>
                  </a:lnTo>
                  <a:lnTo>
                    <a:pt x="351" y="34361"/>
                  </a:lnTo>
                  <a:lnTo>
                    <a:pt x="234" y="34478"/>
                  </a:lnTo>
                  <a:lnTo>
                    <a:pt x="118" y="34595"/>
                  </a:lnTo>
                  <a:lnTo>
                    <a:pt x="59" y="34711"/>
                  </a:lnTo>
                  <a:lnTo>
                    <a:pt x="1" y="34828"/>
                  </a:lnTo>
                  <a:lnTo>
                    <a:pt x="59" y="34945"/>
                  </a:lnTo>
                  <a:lnTo>
                    <a:pt x="118" y="35061"/>
                  </a:lnTo>
                  <a:lnTo>
                    <a:pt x="234" y="35178"/>
                  </a:lnTo>
                  <a:lnTo>
                    <a:pt x="351" y="35295"/>
                  </a:lnTo>
                  <a:lnTo>
                    <a:pt x="351" y="35295"/>
                  </a:lnTo>
                  <a:lnTo>
                    <a:pt x="759" y="35411"/>
                  </a:lnTo>
                  <a:lnTo>
                    <a:pt x="1168" y="35470"/>
                  </a:lnTo>
                  <a:lnTo>
                    <a:pt x="1168" y="35470"/>
                  </a:lnTo>
                  <a:lnTo>
                    <a:pt x="1576" y="35411"/>
                  </a:lnTo>
                  <a:lnTo>
                    <a:pt x="1926" y="35295"/>
                  </a:lnTo>
                  <a:lnTo>
                    <a:pt x="60731" y="1109"/>
                  </a:lnTo>
                  <a:lnTo>
                    <a:pt x="60731" y="1109"/>
                  </a:lnTo>
                  <a:lnTo>
                    <a:pt x="60906" y="992"/>
                  </a:lnTo>
                  <a:lnTo>
                    <a:pt x="61022" y="875"/>
                  </a:lnTo>
                  <a:lnTo>
                    <a:pt x="61081" y="759"/>
                  </a:lnTo>
                  <a:lnTo>
                    <a:pt x="61081" y="642"/>
                  </a:lnTo>
                  <a:lnTo>
                    <a:pt x="61081" y="525"/>
                  </a:lnTo>
                  <a:lnTo>
                    <a:pt x="61022" y="409"/>
                  </a:lnTo>
                  <a:lnTo>
                    <a:pt x="60906" y="292"/>
                  </a:lnTo>
                  <a:lnTo>
                    <a:pt x="60731" y="175"/>
                  </a:lnTo>
                  <a:lnTo>
                    <a:pt x="60731" y="175"/>
                  </a:lnTo>
                  <a:lnTo>
                    <a:pt x="60381" y="59"/>
                  </a:lnTo>
                  <a:lnTo>
                    <a:pt x="599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2033575" y="1819075"/>
              <a:ext cx="4713725" cy="2733150"/>
            </a:xfrm>
            <a:custGeom>
              <a:avLst/>
              <a:gdLst/>
              <a:ahLst/>
              <a:cxnLst/>
              <a:rect l="l" t="t" r="r" b="b"/>
              <a:pathLst>
                <a:path w="188549" h="109326" extrusionOk="0">
                  <a:moveTo>
                    <a:pt x="126711" y="0"/>
                  </a:moveTo>
                  <a:lnTo>
                    <a:pt x="125836" y="117"/>
                  </a:lnTo>
                  <a:lnTo>
                    <a:pt x="124961" y="234"/>
                  </a:lnTo>
                  <a:lnTo>
                    <a:pt x="124086" y="409"/>
                  </a:lnTo>
                  <a:lnTo>
                    <a:pt x="123211" y="642"/>
                  </a:lnTo>
                  <a:lnTo>
                    <a:pt x="122452" y="875"/>
                  </a:lnTo>
                  <a:lnTo>
                    <a:pt x="121694" y="1225"/>
                  </a:lnTo>
                  <a:lnTo>
                    <a:pt x="120935" y="1575"/>
                  </a:lnTo>
                  <a:lnTo>
                    <a:pt x="2743" y="70298"/>
                  </a:lnTo>
                  <a:lnTo>
                    <a:pt x="2101" y="70706"/>
                  </a:lnTo>
                  <a:lnTo>
                    <a:pt x="1518" y="71173"/>
                  </a:lnTo>
                  <a:lnTo>
                    <a:pt x="1051" y="71639"/>
                  </a:lnTo>
                  <a:lnTo>
                    <a:pt x="701" y="72106"/>
                  </a:lnTo>
                  <a:lnTo>
                    <a:pt x="351" y="72631"/>
                  </a:lnTo>
                  <a:lnTo>
                    <a:pt x="176" y="73098"/>
                  </a:lnTo>
                  <a:lnTo>
                    <a:pt x="59" y="73623"/>
                  </a:lnTo>
                  <a:lnTo>
                    <a:pt x="1" y="74148"/>
                  </a:lnTo>
                  <a:lnTo>
                    <a:pt x="59" y="74673"/>
                  </a:lnTo>
                  <a:lnTo>
                    <a:pt x="176" y="75198"/>
                  </a:lnTo>
                  <a:lnTo>
                    <a:pt x="409" y="75723"/>
                  </a:lnTo>
                  <a:lnTo>
                    <a:pt x="701" y="76248"/>
                  </a:lnTo>
                  <a:lnTo>
                    <a:pt x="1109" y="76715"/>
                  </a:lnTo>
                  <a:lnTo>
                    <a:pt x="1576" y="77182"/>
                  </a:lnTo>
                  <a:lnTo>
                    <a:pt x="2159" y="77648"/>
                  </a:lnTo>
                  <a:lnTo>
                    <a:pt x="2801" y="78057"/>
                  </a:lnTo>
                  <a:lnTo>
                    <a:pt x="54139" y="107692"/>
                  </a:lnTo>
                  <a:lnTo>
                    <a:pt x="54897" y="108101"/>
                  </a:lnTo>
                  <a:lnTo>
                    <a:pt x="55655" y="108392"/>
                  </a:lnTo>
                  <a:lnTo>
                    <a:pt x="56472" y="108684"/>
                  </a:lnTo>
                  <a:lnTo>
                    <a:pt x="57289" y="108917"/>
                  </a:lnTo>
                  <a:lnTo>
                    <a:pt x="58164" y="109092"/>
                  </a:lnTo>
                  <a:lnTo>
                    <a:pt x="59039" y="109209"/>
                  </a:lnTo>
                  <a:lnTo>
                    <a:pt x="59972" y="109326"/>
                  </a:lnTo>
                  <a:lnTo>
                    <a:pt x="61781" y="109326"/>
                  </a:lnTo>
                  <a:lnTo>
                    <a:pt x="62714" y="109209"/>
                  </a:lnTo>
                  <a:lnTo>
                    <a:pt x="63589" y="109092"/>
                  </a:lnTo>
                  <a:lnTo>
                    <a:pt x="64464" y="108917"/>
                  </a:lnTo>
                  <a:lnTo>
                    <a:pt x="65281" y="108684"/>
                  </a:lnTo>
                  <a:lnTo>
                    <a:pt x="66098" y="108392"/>
                  </a:lnTo>
                  <a:lnTo>
                    <a:pt x="66856" y="108101"/>
                  </a:lnTo>
                  <a:lnTo>
                    <a:pt x="67556" y="107692"/>
                  </a:lnTo>
                  <a:lnTo>
                    <a:pt x="185749" y="39028"/>
                  </a:lnTo>
                  <a:lnTo>
                    <a:pt x="186449" y="38620"/>
                  </a:lnTo>
                  <a:lnTo>
                    <a:pt x="186974" y="38153"/>
                  </a:lnTo>
                  <a:lnTo>
                    <a:pt x="187441" y="37687"/>
                  </a:lnTo>
                  <a:lnTo>
                    <a:pt x="187849" y="37220"/>
                  </a:lnTo>
                  <a:lnTo>
                    <a:pt x="188141" y="36695"/>
                  </a:lnTo>
                  <a:lnTo>
                    <a:pt x="188374" y="36170"/>
                  </a:lnTo>
                  <a:lnTo>
                    <a:pt x="188491" y="35645"/>
                  </a:lnTo>
                  <a:lnTo>
                    <a:pt x="188549" y="35120"/>
                  </a:lnTo>
                  <a:lnTo>
                    <a:pt x="188491" y="34595"/>
                  </a:lnTo>
                  <a:lnTo>
                    <a:pt x="188374" y="34070"/>
                  </a:lnTo>
                  <a:lnTo>
                    <a:pt x="188141" y="33603"/>
                  </a:lnTo>
                  <a:lnTo>
                    <a:pt x="187849" y="33078"/>
                  </a:lnTo>
                  <a:lnTo>
                    <a:pt x="187441" y="32611"/>
                  </a:lnTo>
                  <a:lnTo>
                    <a:pt x="186974" y="32145"/>
                  </a:lnTo>
                  <a:lnTo>
                    <a:pt x="186390" y="31678"/>
                  </a:lnTo>
                  <a:lnTo>
                    <a:pt x="185749" y="31270"/>
                  </a:lnTo>
                  <a:lnTo>
                    <a:pt x="163405" y="18377"/>
                  </a:lnTo>
                  <a:lnTo>
                    <a:pt x="151329" y="25377"/>
                  </a:lnTo>
                  <a:lnTo>
                    <a:pt x="150979" y="25552"/>
                  </a:lnTo>
                  <a:lnTo>
                    <a:pt x="150104" y="25552"/>
                  </a:lnTo>
                  <a:lnTo>
                    <a:pt x="149754" y="25377"/>
                  </a:lnTo>
                  <a:lnTo>
                    <a:pt x="149638" y="25261"/>
                  </a:lnTo>
                  <a:lnTo>
                    <a:pt x="149521" y="25144"/>
                  </a:lnTo>
                  <a:lnTo>
                    <a:pt x="149463" y="25027"/>
                  </a:lnTo>
                  <a:lnTo>
                    <a:pt x="149404" y="24911"/>
                  </a:lnTo>
                  <a:lnTo>
                    <a:pt x="149463" y="24794"/>
                  </a:lnTo>
                  <a:lnTo>
                    <a:pt x="149521" y="24677"/>
                  </a:lnTo>
                  <a:lnTo>
                    <a:pt x="149579" y="24561"/>
                  </a:lnTo>
                  <a:lnTo>
                    <a:pt x="149754" y="24444"/>
                  </a:lnTo>
                  <a:lnTo>
                    <a:pt x="161830" y="17443"/>
                  </a:lnTo>
                  <a:lnTo>
                    <a:pt x="134353" y="1575"/>
                  </a:lnTo>
                  <a:lnTo>
                    <a:pt x="133653" y="1225"/>
                  </a:lnTo>
                  <a:lnTo>
                    <a:pt x="132895" y="875"/>
                  </a:lnTo>
                  <a:lnTo>
                    <a:pt x="132078" y="642"/>
                  </a:lnTo>
                  <a:lnTo>
                    <a:pt x="131203" y="409"/>
                  </a:lnTo>
                  <a:lnTo>
                    <a:pt x="130328" y="234"/>
                  </a:lnTo>
                  <a:lnTo>
                    <a:pt x="129453" y="117"/>
                  </a:lnTo>
                  <a:lnTo>
                    <a:pt x="1285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5768675" y="2255150"/>
              <a:ext cx="350050" cy="202750"/>
            </a:xfrm>
            <a:custGeom>
              <a:avLst/>
              <a:gdLst/>
              <a:ahLst/>
              <a:cxnLst/>
              <a:rect l="l" t="t" r="r" b="b"/>
              <a:pathLst>
                <a:path w="14002" h="8110" extrusionOk="0">
                  <a:moveTo>
                    <a:pt x="12426" y="0"/>
                  </a:moveTo>
                  <a:lnTo>
                    <a:pt x="350" y="7001"/>
                  </a:lnTo>
                  <a:lnTo>
                    <a:pt x="175" y="7118"/>
                  </a:lnTo>
                  <a:lnTo>
                    <a:pt x="117" y="7234"/>
                  </a:lnTo>
                  <a:lnTo>
                    <a:pt x="59" y="7351"/>
                  </a:lnTo>
                  <a:lnTo>
                    <a:pt x="0" y="7468"/>
                  </a:lnTo>
                  <a:lnTo>
                    <a:pt x="59" y="7584"/>
                  </a:lnTo>
                  <a:lnTo>
                    <a:pt x="117" y="7701"/>
                  </a:lnTo>
                  <a:lnTo>
                    <a:pt x="234" y="7818"/>
                  </a:lnTo>
                  <a:lnTo>
                    <a:pt x="350" y="7934"/>
                  </a:lnTo>
                  <a:lnTo>
                    <a:pt x="700" y="8109"/>
                  </a:lnTo>
                  <a:lnTo>
                    <a:pt x="1575" y="8109"/>
                  </a:lnTo>
                  <a:lnTo>
                    <a:pt x="1925" y="7934"/>
                  </a:lnTo>
                  <a:lnTo>
                    <a:pt x="14001" y="934"/>
                  </a:lnTo>
                  <a:lnTo>
                    <a:pt x="124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5768675" y="2255150"/>
              <a:ext cx="350050" cy="202750"/>
            </a:xfrm>
            <a:custGeom>
              <a:avLst/>
              <a:gdLst/>
              <a:ahLst/>
              <a:cxnLst/>
              <a:rect l="l" t="t" r="r" b="b"/>
              <a:pathLst>
                <a:path w="14002" h="8110" fill="none" extrusionOk="0">
                  <a:moveTo>
                    <a:pt x="12426" y="0"/>
                  </a:moveTo>
                  <a:lnTo>
                    <a:pt x="350" y="7001"/>
                  </a:lnTo>
                  <a:lnTo>
                    <a:pt x="350" y="7001"/>
                  </a:lnTo>
                  <a:lnTo>
                    <a:pt x="175" y="7118"/>
                  </a:lnTo>
                  <a:lnTo>
                    <a:pt x="117" y="7234"/>
                  </a:lnTo>
                  <a:lnTo>
                    <a:pt x="59" y="7351"/>
                  </a:lnTo>
                  <a:lnTo>
                    <a:pt x="0" y="7468"/>
                  </a:lnTo>
                  <a:lnTo>
                    <a:pt x="59" y="7584"/>
                  </a:lnTo>
                  <a:lnTo>
                    <a:pt x="117" y="7701"/>
                  </a:lnTo>
                  <a:lnTo>
                    <a:pt x="234" y="7818"/>
                  </a:lnTo>
                  <a:lnTo>
                    <a:pt x="350" y="7934"/>
                  </a:lnTo>
                  <a:lnTo>
                    <a:pt x="350" y="7934"/>
                  </a:lnTo>
                  <a:lnTo>
                    <a:pt x="700" y="8109"/>
                  </a:lnTo>
                  <a:lnTo>
                    <a:pt x="1167" y="8109"/>
                  </a:lnTo>
                  <a:lnTo>
                    <a:pt x="1167" y="8109"/>
                  </a:lnTo>
                  <a:lnTo>
                    <a:pt x="1575" y="8109"/>
                  </a:lnTo>
                  <a:lnTo>
                    <a:pt x="1925" y="7934"/>
                  </a:lnTo>
                  <a:lnTo>
                    <a:pt x="14001" y="934"/>
                  </a:lnTo>
                  <a:lnTo>
                    <a:pt x="12426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2033575" y="1607600"/>
              <a:ext cx="4713725" cy="2733150"/>
            </a:xfrm>
            <a:custGeom>
              <a:avLst/>
              <a:gdLst/>
              <a:ahLst/>
              <a:cxnLst/>
              <a:rect l="l" t="t" r="r" b="b"/>
              <a:pathLst>
                <a:path w="188549" h="109326" extrusionOk="0">
                  <a:moveTo>
                    <a:pt x="127644" y="0"/>
                  </a:moveTo>
                  <a:lnTo>
                    <a:pt x="126711" y="59"/>
                  </a:lnTo>
                  <a:lnTo>
                    <a:pt x="125836" y="117"/>
                  </a:lnTo>
                  <a:lnTo>
                    <a:pt x="124961" y="234"/>
                  </a:lnTo>
                  <a:lnTo>
                    <a:pt x="124086" y="409"/>
                  </a:lnTo>
                  <a:lnTo>
                    <a:pt x="123211" y="642"/>
                  </a:lnTo>
                  <a:lnTo>
                    <a:pt x="122452" y="934"/>
                  </a:lnTo>
                  <a:lnTo>
                    <a:pt x="121694" y="1225"/>
                  </a:lnTo>
                  <a:lnTo>
                    <a:pt x="120935" y="1634"/>
                  </a:lnTo>
                  <a:lnTo>
                    <a:pt x="2743" y="70298"/>
                  </a:lnTo>
                  <a:lnTo>
                    <a:pt x="2101" y="70706"/>
                  </a:lnTo>
                  <a:lnTo>
                    <a:pt x="1518" y="71173"/>
                  </a:lnTo>
                  <a:lnTo>
                    <a:pt x="1051" y="71639"/>
                  </a:lnTo>
                  <a:lnTo>
                    <a:pt x="701" y="72106"/>
                  </a:lnTo>
                  <a:lnTo>
                    <a:pt x="351" y="72631"/>
                  </a:lnTo>
                  <a:lnTo>
                    <a:pt x="176" y="73156"/>
                  </a:lnTo>
                  <a:lnTo>
                    <a:pt x="59" y="73681"/>
                  </a:lnTo>
                  <a:lnTo>
                    <a:pt x="1" y="74206"/>
                  </a:lnTo>
                  <a:lnTo>
                    <a:pt x="59" y="74731"/>
                  </a:lnTo>
                  <a:lnTo>
                    <a:pt x="176" y="75256"/>
                  </a:lnTo>
                  <a:lnTo>
                    <a:pt x="409" y="75781"/>
                  </a:lnTo>
                  <a:lnTo>
                    <a:pt x="701" y="76248"/>
                  </a:lnTo>
                  <a:lnTo>
                    <a:pt x="1109" y="76773"/>
                  </a:lnTo>
                  <a:lnTo>
                    <a:pt x="1576" y="77240"/>
                  </a:lnTo>
                  <a:lnTo>
                    <a:pt x="2159" y="77648"/>
                  </a:lnTo>
                  <a:lnTo>
                    <a:pt x="2801" y="78057"/>
                  </a:lnTo>
                  <a:lnTo>
                    <a:pt x="54139" y="107751"/>
                  </a:lnTo>
                  <a:lnTo>
                    <a:pt x="54897" y="108101"/>
                  </a:lnTo>
                  <a:lnTo>
                    <a:pt x="55655" y="108451"/>
                  </a:lnTo>
                  <a:lnTo>
                    <a:pt x="56472" y="108742"/>
                  </a:lnTo>
                  <a:lnTo>
                    <a:pt x="57289" y="108917"/>
                  </a:lnTo>
                  <a:lnTo>
                    <a:pt x="58164" y="109092"/>
                  </a:lnTo>
                  <a:lnTo>
                    <a:pt x="59039" y="109267"/>
                  </a:lnTo>
                  <a:lnTo>
                    <a:pt x="59972" y="109326"/>
                  </a:lnTo>
                  <a:lnTo>
                    <a:pt x="61781" y="109326"/>
                  </a:lnTo>
                  <a:lnTo>
                    <a:pt x="62714" y="109267"/>
                  </a:lnTo>
                  <a:lnTo>
                    <a:pt x="63589" y="109092"/>
                  </a:lnTo>
                  <a:lnTo>
                    <a:pt x="64464" y="108917"/>
                  </a:lnTo>
                  <a:lnTo>
                    <a:pt x="65281" y="108742"/>
                  </a:lnTo>
                  <a:lnTo>
                    <a:pt x="66098" y="108451"/>
                  </a:lnTo>
                  <a:lnTo>
                    <a:pt x="66856" y="108101"/>
                  </a:lnTo>
                  <a:lnTo>
                    <a:pt x="67556" y="107751"/>
                  </a:lnTo>
                  <a:lnTo>
                    <a:pt x="185749" y="39028"/>
                  </a:lnTo>
                  <a:lnTo>
                    <a:pt x="186449" y="38620"/>
                  </a:lnTo>
                  <a:lnTo>
                    <a:pt x="186974" y="38212"/>
                  </a:lnTo>
                  <a:lnTo>
                    <a:pt x="187441" y="37745"/>
                  </a:lnTo>
                  <a:lnTo>
                    <a:pt x="187849" y="37220"/>
                  </a:lnTo>
                  <a:lnTo>
                    <a:pt x="188141" y="36753"/>
                  </a:lnTo>
                  <a:lnTo>
                    <a:pt x="188374" y="36228"/>
                  </a:lnTo>
                  <a:lnTo>
                    <a:pt x="188491" y="35703"/>
                  </a:lnTo>
                  <a:lnTo>
                    <a:pt x="188549" y="35178"/>
                  </a:lnTo>
                  <a:lnTo>
                    <a:pt x="188491" y="34653"/>
                  </a:lnTo>
                  <a:lnTo>
                    <a:pt x="188374" y="34128"/>
                  </a:lnTo>
                  <a:lnTo>
                    <a:pt x="188141" y="33603"/>
                  </a:lnTo>
                  <a:lnTo>
                    <a:pt x="187849" y="33078"/>
                  </a:lnTo>
                  <a:lnTo>
                    <a:pt x="187441" y="32611"/>
                  </a:lnTo>
                  <a:lnTo>
                    <a:pt x="186974" y="32145"/>
                  </a:lnTo>
                  <a:lnTo>
                    <a:pt x="186390" y="31678"/>
                  </a:lnTo>
                  <a:lnTo>
                    <a:pt x="185749" y="31270"/>
                  </a:lnTo>
                  <a:lnTo>
                    <a:pt x="134353" y="1634"/>
                  </a:lnTo>
                  <a:lnTo>
                    <a:pt x="133653" y="1225"/>
                  </a:lnTo>
                  <a:lnTo>
                    <a:pt x="132895" y="934"/>
                  </a:lnTo>
                  <a:lnTo>
                    <a:pt x="132078" y="642"/>
                  </a:lnTo>
                  <a:lnTo>
                    <a:pt x="131203" y="409"/>
                  </a:lnTo>
                  <a:lnTo>
                    <a:pt x="130328" y="234"/>
                  </a:lnTo>
                  <a:lnTo>
                    <a:pt x="129453" y="117"/>
                  </a:lnTo>
                  <a:lnTo>
                    <a:pt x="128578" y="59"/>
                  </a:lnTo>
                  <a:lnTo>
                    <a:pt x="1276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/>
            <p:cNvSpPr/>
            <p:nvPr/>
          </p:nvSpPr>
          <p:spPr>
            <a:xfrm>
              <a:off x="2033575" y="2487050"/>
              <a:ext cx="4713725" cy="2015600"/>
            </a:xfrm>
            <a:custGeom>
              <a:avLst/>
              <a:gdLst/>
              <a:ahLst/>
              <a:cxnLst/>
              <a:rect l="l" t="t" r="r" b="b"/>
              <a:pathLst>
                <a:path w="188549" h="80624" extrusionOk="0">
                  <a:moveTo>
                    <a:pt x="188549" y="0"/>
                  </a:moveTo>
                  <a:lnTo>
                    <a:pt x="188491" y="525"/>
                  </a:lnTo>
                  <a:lnTo>
                    <a:pt x="188374" y="1050"/>
                  </a:lnTo>
                  <a:lnTo>
                    <a:pt x="188141" y="1575"/>
                  </a:lnTo>
                  <a:lnTo>
                    <a:pt x="187849" y="2042"/>
                  </a:lnTo>
                  <a:lnTo>
                    <a:pt x="187441" y="2567"/>
                  </a:lnTo>
                  <a:lnTo>
                    <a:pt x="186974" y="3034"/>
                  </a:lnTo>
                  <a:lnTo>
                    <a:pt x="186390" y="3442"/>
                  </a:lnTo>
                  <a:lnTo>
                    <a:pt x="185749" y="3850"/>
                  </a:lnTo>
                  <a:lnTo>
                    <a:pt x="67556" y="72573"/>
                  </a:lnTo>
                  <a:lnTo>
                    <a:pt x="66856" y="72923"/>
                  </a:lnTo>
                  <a:lnTo>
                    <a:pt x="66098" y="73273"/>
                  </a:lnTo>
                  <a:lnTo>
                    <a:pt x="65281" y="73564"/>
                  </a:lnTo>
                  <a:lnTo>
                    <a:pt x="64464" y="73739"/>
                  </a:lnTo>
                  <a:lnTo>
                    <a:pt x="63589" y="73914"/>
                  </a:lnTo>
                  <a:lnTo>
                    <a:pt x="62714" y="74089"/>
                  </a:lnTo>
                  <a:lnTo>
                    <a:pt x="61781" y="74148"/>
                  </a:lnTo>
                  <a:lnTo>
                    <a:pt x="59972" y="74148"/>
                  </a:lnTo>
                  <a:lnTo>
                    <a:pt x="59039" y="74089"/>
                  </a:lnTo>
                  <a:lnTo>
                    <a:pt x="58164" y="73914"/>
                  </a:lnTo>
                  <a:lnTo>
                    <a:pt x="57289" y="73739"/>
                  </a:lnTo>
                  <a:lnTo>
                    <a:pt x="56472" y="73564"/>
                  </a:lnTo>
                  <a:lnTo>
                    <a:pt x="55655" y="73273"/>
                  </a:lnTo>
                  <a:lnTo>
                    <a:pt x="54897" y="72923"/>
                  </a:lnTo>
                  <a:lnTo>
                    <a:pt x="54139" y="72573"/>
                  </a:lnTo>
                  <a:lnTo>
                    <a:pt x="2801" y="42879"/>
                  </a:lnTo>
                  <a:lnTo>
                    <a:pt x="2159" y="42470"/>
                  </a:lnTo>
                  <a:lnTo>
                    <a:pt x="1576" y="42062"/>
                  </a:lnTo>
                  <a:lnTo>
                    <a:pt x="1109" y="41537"/>
                  </a:lnTo>
                  <a:lnTo>
                    <a:pt x="701" y="41070"/>
                  </a:lnTo>
                  <a:lnTo>
                    <a:pt x="409" y="40545"/>
                  </a:lnTo>
                  <a:lnTo>
                    <a:pt x="176" y="40020"/>
                  </a:lnTo>
                  <a:lnTo>
                    <a:pt x="59" y="39495"/>
                  </a:lnTo>
                  <a:lnTo>
                    <a:pt x="1" y="38970"/>
                  </a:lnTo>
                  <a:lnTo>
                    <a:pt x="1" y="45445"/>
                  </a:lnTo>
                  <a:lnTo>
                    <a:pt x="1" y="45970"/>
                  </a:lnTo>
                  <a:lnTo>
                    <a:pt x="176" y="46496"/>
                  </a:lnTo>
                  <a:lnTo>
                    <a:pt x="351" y="47021"/>
                  </a:lnTo>
                  <a:lnTo>
                    <a:pt x="701" y="47487"/>
                  </a:lnTo>
                  <a:lnTo>
                    <a:pt x="1051" y="48012"/>
                  </a:lnTo>
                  <a:lnTo>
                    <a:pt x="1576" y="48479"/>
                  </a:lnTo>
                  <a:lnTo>
                    <a:pt x="2101" y="48946"/>
                  </a:lnTo>
                  <a:lnTo>
                    <a:pt x="2801" y="49354"/>
                  </a:lnTo>
                  <a:lnTo>
                    <a:pt x="54139" y="78990"/>
                  </a:lnTo>
                  <a:lnTo>
                    <a:pt x="54897" y="79398"/>
                  </a:lnTo>
                  <a:lnTo>
                    <a:pt x="55655" y="79690"/>
                  </a:lnTo>
                  <a:lnTo>
                    <a:pt x="56472" y="79982"/>
                  </a:lnTo>
                  <a:lnTo>
                    <a:pt x="57289" y="80215"/>
                  </a:lnTo>
                  <a:lnTo>
                    <a:pt x="58164" y="80390"/>
                  </a:lnTo>
                  <a:lnTo>
                    <a:pt x="59039" y="80507"/>
                  </a:lnTo>
                  <a:lnTo>
                    <a:pt x="59972" y="80565"/>
                  </a:lnTo>
                  <a:lnTo>
                    <a:pt x="60847" y="80623"/>
                  </a:lnTo>
                  <a:lnTo>
                    <a:pt x="61781" y="80565"/>
                  </a:lnTo>
                  <a:lnTo>
                    <a:pt x="62656" y="80507"/>
                  </a:lnTo>
                  <a:lnTo>
                    <a:pt x="63589" y="80390"/>
                  </a:lnTo>
                  <a:lnTo>
                    <a:pt x="64406" y="80215"/>
                  </a:lnTo>
                  <a:lnTo>
                    <a:pt x="65281" y="79982"/>
                  </a:lnTo>
                  <a:lnTo>
                    <a:pt x="66098" y="79690"/>
                  </a:lnTo>
                  <a:lnTo>
                    <a:pt x="66856" y="79398"/>
                  </a:lnTo>
                  <a:lnTo>
                    <a:pt x="67556" y="78990"/>
                  </a:lnTo>
                  <a:lnTo>
                    <a:pt x="185749" y="10326"/>
                  </a:lnTo>
                  <a:lnTo>
                    <a:pt x="186390" y="9918"/>
                  </a:lnTo>
                  <a:lnTo>
                    <a:pt x="186974" y="9451"/>
                  </a:lnTo>
                  <a:lnTo>
                    <a:pt x="187441" y="8984"/>
                  </a:lnTo>
                  <a:lnTo>
                    <a:pt x="187791" y="8518"/>
                  </a:lnTo>
                  <a:lnTo>
                    <a:pt x="188141" y="7992"/>
                  </a:lnTo>
                  <a:lnTo>
                    <a:pt x="188316" y="7467"/>
                  </a:lnTo>
                  <a:lnTo>
                    <a:pt x="188491" y="7001"/>
                  </a:lnTo>
                  <a:lnTo>
                    <a:pt x="188491" y="6476"/>
                  </a:lnTo>
                  <a:lnTo>
                    <a:pt x="1885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2112350" y="1654275"/>
              <a:ext cx="4556200" cy="2641275"/>
            </a:xfrm>
            <a:custGeom>
              <a:avLst/>
              <a:gdLst/>
              <a:ahLst/>
              <a:cxnLst/>
              <a:rect l="l" t="t" r="r" b="b"/>
              <a:pathLst>
                <a:path w="182248" h="105651" extrusionOk="0">
                  <a:moveTo>
                    <a:pt x="124493" y="0"/>
                  </a:moveTo>
                  <a:lnTo>
                    <a:pt x="123326" y="59"/>
                  </a:lnTo>
                  <a:lnTo>
                    <a:pt x="122685" y="117"/>
                  </a:lnTo>
                  <a:lnTo>
                    <a:pt x="122101" y="234"/>
                  </a:lnTo>
                  <a:lnTo>
                    <a:pt x="121576" y="409"/>
                  </a:lnTo>
                  <a:lnTo>
                    <a:pt x="121051" y="584"/>
                  </a:lnTo>
                  <a:lnTo>
                    <a:pt x="120526" y="817"/>
                  </a:lnTo>
                  <a:lnTo>
                    <a:pt x="120060" y="1050"/>
                  </a:lnTo>
                  <a:lnTo>
                    <a:pt x="1867" y="69714"/>
                  </a:lnTo>
                  <a:lnTo>
                    <a:pt x="1400" y="70006"/>
                  </a:lnTo>
                  <a:lnTo>
                    <a:pt x="1050" y="70297"/>
                  </a:lnTo>
                  <a:lnTo>
                    <a:pt x="700" y="70647"/>
                  </a:lnTo>
                  <a:lnTo>
                    <a:pt x="467" y="70939"/>
                  </a:lnTo>
                  <a:lnTo>
                    <a:pt x="234" y="71289"/>
                  </a:lnTo>
                  <a:lnTo>
                    <a:pt x="117" y="71639"/>
                  </a:lnTo>
                  <a:lnTo>
                    <a:pt x="59" y="71989"/>
                  </a:lnTo>
                  <a:lnTo>
                    <a:pt x="0" y="72339"/>
                  </a:lnTo>
                  <a:lnTo>
                    <a:pt x="59" y="72689"/>
                  </a:lnTo>
                  <a:lnTo>
                    <a:pt x="117" y="73039"/>
                  </a:lnTo>
                  <a:lnTo>
                    <a:pt x="292" y="73389"/>
                  </a:lnTo>
                  <a:lnTo>
                    <a:pt x="467" y="73681"/>
                  </a:lnTo>
                  <a:lnTo>
                    <a:pt x="759" y="74031"/>
                  </a:lnTo>
                  <a:lnTo>
                    <a:pt x="1050" y="74323"/>
                  </a:lnTo>
                  <a:lnTo>
                    <a:pt x="1459" y="74614"/>
                  </a:lnTo>
                  <a:lnTo>
                    <a:pt x="1867" y="74906"/>
                  </a:lnTo>
                  <a:lnTo>
                    <a:pt x="53263" y="104600"/>
                  </a:lnTo>
                  <a:lnTo>
                    <a:pt x="53729" y="104834"/>
                  </a:lnTo>
                  <a:lnTo>
                    <a:pt x="54254" y="105067"/>
                  </a:lnTo>
                  <a:lnTo>
                    <a:pt x="54779" y="105242"/>
                  </a:lnTo>
                  <a:lnTo>
                    <a:pt x="55363" y="105359"/>
                  </a:lnTo>
                  <a:lnTo>
                    <a:pt x="55888" y="105475"/>
                  </a:lnTo>
                  <a:lnTo>
                    <a:pt x="56530" y="105592"/>
                  </a:lnTo>
                  <a:lnTo>
                    <a:pt x="57696" y="105650"/>
                  </a:lnTo>
                  <a:lnTo>
                    <a:pt x="58921" y="105592"/>
                  </a:lnTo>
                  <a:lnTo>
                    <a:pt x="59505" y="105475"/>
                  </a:lnTo>
                  <a:lnTo>
                    <a:pt x="60088" y="105359"/>
                  </a:lnTo>
                  <a:lnTo>
                    <a:pt x="60672" y="105242"/>
                  </a:lnTo>
                  <a:lnTo>
                    <a:pt x="61197" y="105067"/>
                  </a:lnTo>
                  <a:lnTo>
                    <a:pt x="61722" y="104834"/>
                  </a:lnTo>
                  <a:lnTo>
                    <a:pt x="62188" y="104600"/>
                  </a:lnTo>
                  <a:lnTo>
                    <a:pt x="180381" y="35878"/>
                  </a:lnTo>
                  <a:lnTo>
                    <a:pt x="180848" y="35586"/>
                  </a:lnTo>
                  <a:lnTo>
                    <a:pt x="181198" y="35295"/>
                  </a:lnTo>
                  <a:lnTo>
                    <a:pt x="181489" y="35003"/>
                  </a:lnTo>
                  <a:lnTo>
                    <a:pt x="181781" y="34653"/>
                  </a:lnTo>
                  <a:lnTo>
                    <a:pt x="181956" y="34361"/>
                  </a:lnTo>
                  <a:lnTo>
                    <a:pt x="182131" y="34011"/>
                  </a:lnTo>
                  <a:lnTo>
                    <a:pt x="182189" y="33661"/>
                  </a:lnTo>
                  <a:lnTo>
                    <a:pt x="182248" y="33311"/>
                  </a:lnTo>
                  <a:lnTo>
                    <a:pt x="182189" y="32961"/>
                  </a:lnTo>
                  <a:lnTo>
                    <a:pt x="182131" y="32611"/>
                  </a:lnTo>
                  <a:lnTo>
                    <a:pt x="181956" y="32261"/>
                  </a:lnTo>
                  <a:lnTo>
                    <a:pt x="181781" y="31911"/>
                  </a:lnTo>
                  <a:lnTo>
                    <a:pt x="181489" y="31619"/>
                  </a:lnTo>
                  <a:lnTo>
                    <a:pt x="181198" y="31269"/>
                  </a:lnTo>
                  <a:lnTo>
                    <a:pt x="180789" y="30978"/>
                  </a:lnTo>
                  <a:lnTo>
                    <a:pt x="180381" y="30686"/>
                  </a:lnTo>
                  <a:lnTo>
                    <a:pt x="170347" y="24910"/>
                  </a:lnTo>
                  <a:lnTo>
                    <a:pt x="170055" y="24794"/>
                  </a:lnTo>
                  <a:lnTo>
                    <a:pt x="169763" y="24677"/>
                  </a:lnTo>
                  <a:lnTo>
                    <a:pt x="169413" y="24619"/>
                  </a:lnTo>
                  <a:lnTo>
                    <a:pt x="168713" y="24619"/>
                  </a:lnTo>
                  <a:lnTo>
                    <a:pt x="168363" y="24677"/>
                  </a:lnTo>
                  <a:lnTo>
                    <a:pt x="168072" y="24794"/>
                  </a:lnTo>
                  <a:lnTo>
                    <a:pt x="167780" y="24910"/>
                  </a:lnTo>
                  <a:lnTo>
                    <a:pt x="167197" y="25261"/>
                  </a:lnTo>
                  <a:lnTo>
                    <a:pt x="166497" y="25611"/>
                  </a:lnTo>
                  <a:lnTo>
                    <a:pt x="165738" y="25786"/>
                  </a:lnTo>
                  <a:lnTo>
                    <a:pt x="164980" y="25961"/>
                  </a:lnTo>
                  <a:lnTo>
                    <a:pt x="164163" y="26019"/>
                  </a:lnTo>
                  <a:lnTo>
                    <a:pt x="163346" y="25961"/>
                  </a:lnTo>
                  <a:lnTo>
                    <a:pt x="162530" y="25786"/>
                  </a:lnTo>
                  <a:lnTo>
                    <a:pt x="161829" y="25611"/>
                  </a:lnTo>
                  <a:lnTo>
                    <a:pt x="161129" y="25261"/>
                  </a:lnTo>
                  <a:lnTo>
                    <a:pt x="138436" y="12134"/>
                  </a:lnTo>
                  <a:lnTo>
                    <a:pt x="137911" y="11784"/>
                  </a:lnTo>
                  <a:lnTo>
                    <a:pt x="137678" y="11551"/>
                  </a:lnTo>
                  <a:lnTo>
                    <a:pt x="137503" y="11318"/>
                  </a:lnTo>
                  <a:lnTo>
                    <a:pt x="137328" y="11143"/>
                  </a:lnTo>
                  <a:lnTo>
                    <a:pt x="137269" y="10909"/>
                  </a:lnTo>
                  <a:lnTo>
                    <a:pt x="137211" y="10676"/>
                  </a:lnTo>
                  <a:lnTo>
                    <a:pt x="137153" y="10443"/>
                  </a:lnTo>
                  <a:lnTo>
                    <a:pt x="137211" y="10151"/>
                  </a:lnTo>
                  <a:lnTo>
                    <a:pt x="137269" y="9918"/>
                  </a:lnTo>
                  <a:lnTo>
                    <a:pt x="137328" y="9684"/>
                  </a:lnTo>
                  <a:lnTo>
                    <a:pt x="137503" y="9509"/>
                  </a:lnTo>
                  <a:lnTo>
                    <a:pt x="137678" y="9276"/>
                  </a:lnTo>
                  <a:lnTo>
                    <a:pt x="137853" y="9043"/>
                  </a:lnTo>
                  <a:lnTo>
                    <a:pt x="138436" y="8693"/>
                  </a:lnTo>
                  <a:lnTo>
                    <a:pt x="139019" y="8343"/>
                  </a:lnTo>
                  <a:lnTo>
                    <a:pt x="139253" y="8167"/>
                  </a:lnTo>
                  <a:lnTo>
                    <a:pt x="139428" y="7992"/>
                  </a:lnTo>
                  <a:lnTo>
                    <a:pt x="139486" y="7759"/>
                  </a:lnTo>
                  <a:lnTo>
                    <a:pt x="139544" y="7584"/>
                  </a:lnTo>
                  <a:lnTo>
                    <a:pt x="139486" y="7351"/>
                  </a:lnTo>
                  <a:lnTo>
                    <a:pt x="139428" y="7176"/>
                  </a:lnTo>
                  <a:lnTo>
                    <a:pt x="139253" y="7001"/>
                  </a:lnTo>
                  <a:lnTo>
                    <a:pt x="139019" y="6826"/>
                  </a:lnTo>
                  <a:lnTo>
                    <a:pt x="128985" y="1050"/>
                  </a:lnTo>
                  <a:lnTo>
                    <a:pt x="128519" y="817"/>
                  </a:lnTo>
                  <a:lnTo>
                    <a:pt x="127994" y="584"/>
                  </a:lnTo>
                  <a:lnTo>
                    <a:pt x="127468" y="409"/>
                  </a:lnTo>
                  <a:lnTo>
                    <a:pt x="126885" y="234"/>
                  </a:lnTo>
                  <a:lnTo>
                    <a:pt x="126302" y="117"/>
                  </a:lnTo>
                  <a:lnTo>
                    <a:pt x="125718" y="59"/>
                  </a:lnTo>
                  <a:lnTo>
                    <a:pt x="124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/>
            <p:cNvSpPr/>
            <p:nvPr/>
          </p:nvSpPr>
          <p:spPr>
            <a:xfrm>
              <a:off x="6038475" y="2144300"/>
              <a:ext cx="45250" cy="26275"/>
            </a:xfrm>
            <a:custGeom>
              <a:avLst/>
              <a:gdLst/>
              <a:ahLst/>
              <a:cxnLst/>
              <a:rect l="l" t="t" r="r" b="b"/>
              <a:pathLst>
                <a:path w="1810" h="1051" extrusionOk="0">
                  <a:moveTo>
                    <a:pt x="584" y="1"/>
                  </a:moveTo>
                  <a:lnTo>
                    <a:pt x="292" y="117"/>
                  </a:lnTo>
                  <a:lnTo>
                    <a:pt x="59" y="292"/>
                  </a:lnTo>
                  <a:lnTo>
                    <a:pt x="1" y="526"/>
                  </a:lnTo>
                  <a:lnTo>
                    <a:pt x="59" y="701"/>
                  </a:lnTo>
                  <a:lnTo>
                    <a:pt x="292" y="876"/>
                  </a:lnTo>
                  <a:lnTo>
                    <a:pt x="584" y="992"/>
                  </a:lnTo>
                  <a:lnTo>
                    <a:pt x="934" y="1051"/>
                  </a:lnTo>
                  <a:lnTo>
                    <a:pt x="1226" y="992"/>
                  </a:lnTo>
                  <a:lnTo>
                    <a:pt x="1518" y="876"/>
                  </a:lnTo>
                  <a:lnTo>
                    <a:pt x="1751" y="701"/>
                  </a:lnTo>
                  <a:lnTo>
                    <a:pt x="1809" y="526"/>
                  </a:lnTo>
                  <a:lnTo>
                    <a:pt x="1751" y="292"/>
                  </a:lnTo>
                  <a:lnTo>
                    <a:pt x="1518" y="117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/>
            <p:cNvSpPr/>
            <p:nvPr/>
          </p:nvSpPr>
          <p:spPr>
            <a:xfrm>
              <a:off x="5773050" y="1991175"/>
              <a:ext cx="224625" cy="129825"/>
            </a:xfrm>
            <a:custGeom>
              <a:avLst/>
              <a:gdLst/>
              <a:ahLst/>
              <a:cxnLst/>
              <a:rect l="l" t="t" r="r" b="b"/>
              <a:pathLst>
                <a:path w="8985" h="5193" extrusionOk="0">
                  <a:moveTo>
                    <a:pt x="934" y="0"/>
                  </a:moveTo>
                  <a:lnTo>
                    <a:pt x="584" y="59"/>
                  </a:lnTo>
                  <a:lnTo>
                    <a:pt x="292" y="117"/>
                  </a:lnTo>
                  <a:lnTo>
                    <a:pt x="117" y="292"/>
                  </a:lnTo>
                  <a:lnTo>
                    <a:pt x="0" y="525"/>
                  </a:lnTo>
                  <a:lnTo>
                    <a:pt x="117" y="700"/>
                  </a:lnTo>
                  <a:lnTo>
                    <a:pt x="292" y="875"/>
                  </a:lnTo>
                  <a:lnTo>
                    <a:pt x="7468" y="5017"/>
                  </a:lnTo>
                  <a:lnTo>
                    <a:pt x="7759" y="5134"/>
                  </a:lnTo>
                  <a:lnTo>
                    <a:pt x="8109" y="5192"/>
                  </a:lnTo>
                  <a:lnTo>
                    <a:pt x="8459" y="5134"/>
                  </a:lnTo>
                  <a:lnTo>
                    <a:pt x="8751" y="5017"/>
                  </a:lnTo>
                  <a:lnTo>
                    <a:pt x="8926" y="4842"/>
                  </a:lnTo>
                  <a:lnTo>
                    <a:pt x="8984" y="4667"/>
                  </a:lnTo>
                  <a:lnTo>
                    <a:pt x="8926" y="4492"/>
                  </a:lnTo>
                  <a:lnTo>
                    <a:pt x="8751" y="4317"/>
                  </a:lnTo>
                  <a:lnTo>
                    <a:pt x="1575" y="117"/>
                  </a:lnTo>
                  <a:lnTo>
                    <a:pt x="1284" y="59"/>
                  </a:lnTo>
                  <a:lnTo>
                    <a:pt x="9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6"/>
            <p:cNvSpPr/>
            <p:nvPr/>
          </p:nvSpPr>
          <p:spPr>
            <a:xfrm>
              <a:off x="3134725" y="1607600"/>
              <a:ext cx="3612575" cy="1158025"/>
            </a:xfrm>
            <a:custGeom>
              <a:avLst/>
              <a:gdLst/>
              <a:ahLst/>
              <a:cxnLst/>
              <a:rect l="l" t="t" r="r" b="b"/>
              <a:pathLst>
                <a:path w="144503" h="46321" extrusionOk="0">
                  <a:moveTo>
                    <a:pt x="83598" y="0"/>
                  </a:moveTo>
                  <a:lnTo>
                    <a:pt x="82665" y="59"/>
                  </a:lnTo>
                  <a:lnTo>
                    <a:pt x="81790" y="117"/>
                  </a:lnTo>
                  <a:lnTo>
                    <a:pt x="80915" y="234"/>
                  </a:lnTo>
                  <a:lnTo>
                    <a:pt x="80040" y="409"/>
                  </a:lnTo>
                  <a:lnTo>
                    <a:pt x="79165" y="642"/>
                  </a:lnTo>
                  <a:lnTo>
                    <a:pt x="78406" y="934"/>
                  </a:lnTo>
                  <a:lnTo>
                    <a:pt x="77648" y="1225"/>
                  </a:lnTo>
                  <a:lnTo>
                    <a:pt x="76889" y="1634"/>
                  </a:lnTo>
                  <a:lnTo>
                    <a:pt x="0" y="46321"/>
                  </a:lnTo>
                  <a:lnTo>
                    <a:pt x="129218" y="46321"/>
                  </a:lnTo>
                  <a:lnTo>
                    <a:pt x="141703" y="39028"/>
                  </a:lnTo>
                  <a:lnTo>
                    <a:pt x="142403" y="38620"/>
                  </a:lnTo>
                  <a:lnTo>
                    <a:pt x="142928" y="38212"/>
                  </a:lnTo>
                  <a:lnTo>
                    <a:pt x="143395" y="37745"/>
                  </a:lnTo>
                  <a:lnTo>
                    <a:pt x="143803" y="37220"/>
                  </a:lnTo>
                  <a:lnTo>
                    <a:pt x="144095" y="36753"/>
                  </a:lnTo>
                  <a:lnTo>
                    <a:pt x="144328" y="36228"/>
                  </a:lnTo>
                  <a:lnTo>
                    <a:pt x="144445" y="35703"/>
                  </a:lnTo>
                  <a:lnTo>
                    <a:pt x="144503" y="35178"/>
                  </a:lnTo>
                  <a:lnTo>
                    <a:pt x="144445" y="34653"/>
                  </a:lnTo>
                  <a:lnTo>
                    <a:pt x="144328" y="34128"/>
                  </a:lnTo>
                  <a:lnTo>
                    <a:pt x="144095" y="33603"/>
                  </a:lnTo>
                  <a:lnTo>
                    <a:pt x="143803" y="33078"/>
                  </a:lnTo>
                  <a:lnTo>
                    <a:pt x="143395" y="32611"/>
                  </a:lnTo>
                  <a:lnTo>
                    <a:pt x="142928" y="32145"/>
                  </a:lnTo>
                  <a:lnTo>
                    <a:pt x="142344" y="31678"/>
                  </a:lnTo>
                  <a:lnTo>
                    <a:pt x="141703" y="31270"/>
                  </a:lnTo>
                  <a:lnTo>
                    <a:pt x="90307" y="1634"/>
                  </a:lnTo>
                  <a:lnTo>
                    <a:pt x="89607" y="1225"/>
                  </a:lnTo>
                  <a:lnTo>
                    <a:pt x="88849" y="934"/>
                  </a:lnTo>
                  <a:lnTo>
                    <a:pt x="88032" y="642"/>
                  </a:lnTo>
                  <a:lnTo>
                    <a:pt x="87157" y="409"/>
                  </a:lnTo>
                  <a:lnTo>
                    <a:pt x="86282" y="234"/>
                  </a:lnTo>
                  <a:lnTo>
                    <a:pt x="85407" y="117"/>
                  </a:lnTo>
                  <a:lnTo>
                    <a:pt x="84532" y="59"/>
                  </a:lnTo>
                  <a:lnTo>
                    <a:pt x="83598" y="0"/>
                  </a:lnTo>
                  <a:close/>
                </a:path>
              </a:pathLst>
            </a:custGeom>
            <a:solidFill>
              <a:srgbClr val="777CBA">
                <a:alpha val="3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6"/>
            <p:cNvSpPr/>
            <p:nvPr/>
          </p:nvSpPr>
          <p:spPr>
            <a:xfrm>
              <a:off x="2593625" y="3909025"/>
              <a:ext cx="240675" cy="175050"/>
            </a:xfrm>
            <a:custGeom>
              <a:avLst/>
              <a:gdLst/>
              <a:ahLst/>
              <a:cxnLst/>
              <a:rect l="l" t="t" r="r" b="b"/>
              <a:pathLst>
                <a:path w="9627" h="7002" extrusionOk="0">
                  <a:moveTo>
                    <a:pt x="467" y="1"/>
                  </a:moveTo>
                  <a:lnTo>
                    <a:pt x="292" y="59"/>
                  </a:lnTo>
                  <a:lnTo>
                    <a:pt x="176" y="176"/>
                  </a:lnTo>
                  <a:lnTo>
                    <a:pt x="117" y="292"/>
                  </a:lnTo>
                  <a:lnTo>
                    <a:pt x="59" y="467"/>
                  </a:lnTo>
                  <a:lnTo>
                    <a:pt x="1" y="701"/>
                  </a:lnTo>
                  <a:lnTo>
                    <a:pt x="59" y="934"/>
                  </a:lnTo>
                  <a:lnTo>
                    <a:pt x="59" y="1226"/>
                  </a:lnTo>
                  <a:lnTo>
                    <a:pt x="292" y="1692"/>
                  </a:lnTo>
                  <a:lnTo>
                    <a:pt x="584" y="2101"/>
                  </a:lnTo>
                  <a:lnTo>
                    <a:pt x="817" y="2276"/>
                  </a:lnTo>
                  <a:lnTo>
                    <a:pt x="992" y="2393"/>
                  </a:lnTo>
                  <a:lnTo>
                    <a:pt x="8635" y="6826"/>
                  </a:lnTo>
                  <a:lnTo>
                    <a:pt x="8868" y="6943"/>
                  </a:lnTo>
                  <a:lnTo>
                    <a:pt x="9043" y="7001"/>
                  </a:lnTo>
                  <a:lnTo>
                    <a:pt x="9218" y="6943"/>
                  </a:lnTo>
                  <a:lnTo>
                    <a:pt x="9335" y="6885"/>
                  </a:lnTo>
                  <a:lnTo>
                    <a:pt x="9451" y="6826"/>
                  </a:lnTo>
                  <a:lnTo>
                    <a:pt x="9568" y="6651"/>
                  </a:lnTo>
                  <a:lnTo>
                    <a:pt x="9626" y="6476"/>
                  </a:lnTo>
                  <a:lnTo>
                    <a:pt x="9626" y="6301"/>
                  </a:lnTo>
                  <a:lnTo>
                    <a:pt x="9626" y="6009"/>
                  </a:lnTo>
                  <a:lnTo>
                    <a:pt x="9568" y="5776"/>
                  </a:lnTo>
                  <a:lnTo>
                    <a:pt x="9335" y="5309"/>
                  </a:lnTo>
                  <a:lnTo>
                    <a:pt x="9043" y="4901"/>
                  </a:lnTo>
                  <a:lnTo>
                    <a:pt x="8868" y="4726"/>
                  </a:lnTo>
                  <a:lnTo>
                    <a:pt x="8635" y="4551"/>
                  </a:lnTo>
                  <a:lnTo>
                    <a:pt x="992" y="117"/>
                  </a:lnTo>
                  <a:lnTo>
                    <a:pt x="817" y="59"/>
                  </a:lnTo>
                  <a:lnTo>
                    <a:pt x="6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6"/>
            <p:cNvSpPr/>
            <p:nvPr/>
          </p:nvSpPr>
          <p:spPr>
            <a:xfrm>
              <a:off x="5688450" y="2990200"/>
              <a:ext cx="395275" cy="262550"/>
            </a:xfrm>
            <a:custGeom>
              <a:avLst/>
              <a:gdLst/>
              <a:ahLst/>
              <a:cxnLst/>
              <a:rect l="l" t="t" r="r" b="b"/>
              <a:pathLst>
                <a:path w="15811" h="10502" extrusionOk="0">
                  <a:moveTo>
                    <a:pt x="15227" y="1"/>
                  </a:moveTo>
                  <a:lnTo>
                    <a:pt x="14994" y="59"/>
                  </a:lnTo>
                  <a:lnTo>
                    <a:pt x="14818" y="117"/>
                  </a:lnTo>
                  <a:lnTo>
                    <a:pt x="992" y="8110"/>
                  </a:lnTo>
                  <a:lnTo>
                    <a:pt x="759" y="8285"/>
                  </a:lnTo>
                  <a:lnTo>
                    <a:pt x="584" y="8460"/>
                  </a:lnTo>
                  <a:lnTo>
                    <a:pt x="292" y="8868"/>
                  </a:lnTo>
                  <a:lnTo>
                    <a:pt x="59" y="9335"/>
                  </a:lnTo>
                  <a:lnTo>
                    <a:pt x="1" y="9568"/>
                  </a:lnTo>
                  <a:lnTo>
                    <a:pt x="1" y="9860"/>
                  </a:lnTo>
                  <a:lnTo>
                    <a:pt x="1" y="10035"/>
                  </a:lnTo>
                  <a:lnTo>
                    <a:pt x="59" y="10210"/>
                  </a:lnTo>
                  <a:lnTo>
                    <a:pt x="176" y="10385"/>
                  </a:lnTo>
                  <a:lnTo>
                    <a:pt x="292" y="10443"/>
                  </a:lnTo>
                  <a:lnTo>
                    <a:pt x="467" y="10502"/>
                  </a:lnTo>
                  <a:lnTo>
                    <a:pt x="817" y="10502"/>
                  </a:lnTo>
                  <a:lnTo>
                    <a:pt x="992" y="10385"/>
                  </a:lnTo>
                  <a:lnTo>
                    <a:pt x="14818" y="2393"/>
                  </a:lnTo>
                  <a:lnTo>
                    <a:pt x="14994" y="2276"/>
                  </a:lnTo>
                  <a:lnTo>
                    <a:pt x="15227" y="2101"/>
                  </a:lnTo>
                  <a:lnTo>
                    <a:pt x="15519" y="1693"/>
                  </a:lnTo>
                  <a:lnTo>
                    <a:pt x="15752" y="1168"/>
                  </a:lnTo>
                  <a:lnTo>
                    <a:pt x="15810" y="934"/>
                  </a:lnTo>
                  <a:lnTo>
                    <a:pt x="15810" y="701"/>
                  </a:lnTo>
                  <a:lnTo>
                    <a:pt x="15810" y="467"/>
                  </a:lnTo>
                  <a:lnTo>
                    <a:pt x="15752" y="292"/>
                  </a:lnTo>
                  <a:lnTo>
                    <a:pt x="15635" y="176"/>
                  </a:lnTo>
                  <a:lnTo>
                    <a:pt x="15519" y="59"/>
                  </a:lnTo>
                  <a:lnTo>
                    <a:pt x="153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/>
            <p:cNvSpPr/>
            <p:nvPr/>
          </p:nvSpPr>
          <p:spPr>
            <a:xfrm>
              <a:off x="3083675" y="3357725"/>
              <a:ext cx="627150" cy="364650"/>
            </a:xfrm>
            <a:custGeom>
              <a:avLst/>
              <a:gdLst/>
              <a:ahLst/>
              <a:cxnLst/>
              <a:rect l="l" t="t" r="r" b="b"/>
              <a:pathLst>
                <a:path w="25086" h="14586" extrusionOk="0">
                  <a:moveTo>
                    <a:pt x="1342" y="1"/>
                  </a:moveTo>
                  <a:lnTo>
                    <a:pt x="817" y="59"/>
                  </a:lnTo>
                  <a:lnTo>
                    <a:pt x="409" y="234"/>
                  </a:lnTo>
                  <a:lnTo>
                    <a:pt x="234" y="351"/>
                  </a:lnTo>
                  <a:lnTo>
                    <a:pt x="117" y="468"/>
                  </a:lnTo>
                  <a:lnTo>
                    <a:pt x="0" y="643"/>
                  </a:lnTo>
                  <a:lnTo>
                    <a:pt x="0" y="759"/>
                  </a:lnTo>
                  <a:lnTo>
                    <a:pt x="0" y="934"/>
                  </a:lnTo>
                  <a:lnTo>
                    <a:pt x="117" y="1109"/>
                  </a:lnTo>
                  <a:lnTo>
                    <a:pt x="234" y="1226"/>
                  </a:lnTo>
                  <a:lnTo>
                    <a:pt x="409" y="1343"/>
                  </a:lnTo>
                  <a:lnTo>
                    <a:pt x="817" y="1518"/>
                  </a:lnTo>
                  <a:lnTo>
                    <a:pt x="1342" y="1576"/>
                  </a:lnTo>
                  <a:lnTo>
                    <a:pt x="3501" y="1634"/>
                  </a:lnTo>
                  <a:lnTo>
                    <a:pt x="5601" y="1809"/>
                  </a:lnTo>
                  <a:lnTo>
                    <a:pt x="7643" y="2101"/>
                  </a:lnTo>
                  <a:lnTo>
                    <a:pt x="9568" y="2509"/>
                  </a:lnTo>
                  <a:lnTo>
                    <a:pt x="11376" y="3035"/>
                  </a:lnTo>
                  <a:lnTo>
                    <a:pt x="13126" y="3676"/>
                  </a:lnTo>
                  <a:lnTo>
                    <a:pt x="14760" y="4376"/>
                  </a:lnTo>
                  <a:lnTo>
                    <a:pt x="16218" y="5135"/>
                  </a:lnTo>
                  <a:lnTo>
                    <a:pt x="17618" y="6010"/>
                  </a:lnTo>
                  <a:lnTo>
                    <a:pt x="18202" y="6476"/>
                  </a:lnTo>
                  <a:lnTo>
                    <a:pt x="18785" y="6943"/>
                  </a:lnTo>
                  <a:lnTo>
                    <a:pt x="19368" y="7468"/>
                  </a:lnTo>
                  <a:lnTo>
                    <a:pt x="19835" y="7993"/>
                  </a:lnTo>
                  <a:lnTo>
                    <a:pt x="20302" y="8518"/>
                  </a:lnTo>
                  <a:lnTo>
                    <a:pt x="20769" y="9043"/>
                  </a:lnTo>
                  <a:lnTo>
                    <a:pt x="21119" y="9568"/>
                  </a:lnTo>
                  <a:lnTo>
                    <a:pt x="21469" y="10152"/>
                  </a:lnTo>
                  <a:lnTo>
                    <a:pt x="21702" y="10735"/>
                  </a:lnTo>
                  <a:lnTo>
                    <a:pt x="21935" y="11318"/>
                  </a:lnTo>
                  <a:lnTo>
                    <a:pt x="22169" y="11902"/>
                  </a:lnTo>
                  <a:lnTo>
                    <a:pt x="22285" y="12544"/>
                  </a:lnTo>
                  <a:lnTo>
                    <a:pt x="22344" y="13185"/>
                  </a:lnTo>
                  <a:lnTo>
                    <a:pt x="22402" y="13769"/>
                  </a:lnTo>
                  <a:lnTo>
                    <a:pt x="22402" y="13944"/>
                  </a:lnTo>
                  <a:lnTo>
                    <a:pt x="22460" y="14119"/>
                  </a:lnTo>
                  <a:lnTo>
                    <a:pt x="22577" y="14235"/>
                  </a:lnTo>
                  <a:lnTo>
                    <a:pt x="22752" y="14352"/>
                  </a:lnTo>
                  <a:lnTo>
                    <a:pt x="23219" y="14527"/>
                  </a:lnTo>
                  <a:lnTo>
                    <a:pt x="23744" y="14585"/>
                  </a:lnTo>
                  <a:lnTo>
                    <a:pt x="24269" y="14527"/>
                  </a:lnTo>
                  <a:lnTo>
                    <a:pt x="24736" y="14352"/>
                  </a:lnTo>
                  <a:lnTo>
                    <a:pt x="24852" y="14235"/>
                  </a:lnTo>
                  <a:lnTo>
                    <a:pt x="24969" y="14119"/>
                  </a:lnTo>
                  <a:lnTo>
                    <a:pt x="25086" y="13944"/>
                  </a:lnTo>
                  <a:lnTo>
                    <a:pt x="25086" y="13769"/>
                  </a:lnTo>
                  <a:lnTo>
                    <a:pt x="25086" y="13069"/>
                  </a:lnTo>
                  <a:lnTo>
                    <a:pt x="24969" y="12369"/>
                  </a:lnTo>
                  <a:lnTo>
                    <a:pt x="24852" y="11669"/>
                  </a:lnTo>
                  <a:lnTo>
                    <a:pt x="24619" y="11027"/>
                  </a:lnTo>
                  <a:lnTo>
                    <a:pt x="24385" y="10327"/>
                  </a:lnTo>
                  <a:lnTo>
                    <a:pt x="24035" y="9685"/>
                  </a:lnTo>
                  <a:lnTo>
                    <a:pt x="23685" y="9043"/>
                  </a:lnTo>
                  <a:lnTo>
                    <a:pt x="23277" y="8402"/>
                  </a:lnTo>
                  <a:lnTo>
                    <a:pt x="22810" y="7818"/>
                  </a:lnTo>
                  <a:lnTo>
                    <a:pt x="22285" y="7235"/>
                  </a:lnTo>
                  <a:lnTo>
                    <a:pt x="21702" y="6651"/>
                  </a:lnTo>
                  <a:lnTo>
                    <a:pt x="21060" y="6068"/>
                  </a:lnTo>
                  <a:lnTo>
                    <a:pt x="20419" y="5543"/>
                  </a:lnTo>
                  <a:lnTo>
                    <a:pt x="19718" y="5018"/>
                  </a:lnTo>
                  <a:lnTo>
                    <a:pt x="18960" y="4551"/>
                  </a:lnTo>
                  <a:lnTo>
                    <a:pt x="18202" y="4026"/>
                  </a:lnTo>
                  <a:lnTo>
                    <a:pt x="17327" y="3560"/>
                  </a:lnTo>
                  <a:lnTo>
                    <a:pt x="16510" y="3151"/>
                  </a:lnTo>
                  <a:lnTo>
                    <a:pt x="15576" y="2743"/>
                  </a:lnTo>
                  <a:lnTo>
                    <a:pt x="14643" y="2334"/>
                  </a:lnTo>
                  <a:lnTo>
                    <a:pt x="13710" y="1984"/>
                  </a:lnTo>
                  <a:lnTo>
                    <a:pt x="12718" y="1634"/>
                  </a:lnTo>
                  <a:lnTo>
                    <a:pt x="11668" y="1343"/>
                  </a:lnTo>
                  <a:lnTo>
                    <a:pt x="10618" y="1051"/>
                  </a:lnTo>
                  <a:lnTo>
                    <a:pt x="9568" y="818"/>
                  </a:lnTo>
                  <a:lnTo>
                    <a:pt x="8459" y="643"/>
                  </a:lnTo>
                  <a:lnTo>
                    <a:pt x="7292" y="409"/>
                  </a:lnTo>
                  <a:lnTo>
                    <a:pt x="6184" y="293"/>
                  </a:lnTo>
                  <a:lnTo>
                    <a:pt x="4959" y="176"/>
                  </a:lnTo>
                  <a:lnTo>
                    <a:pt x="3792" y="59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6"/>
            <p:cNvSpPr/>
            <p:nvPr/>
          </p:nvSpPr>
          <p:spPr>
            <a:xfrm>
              <a:off x="3083675" y="3252725"/>
              <a:ext cx="809450" cy="469650"/>
            </a:xfrm>
            <a:custGeom>
              <a:avLst/>
              <a:gdLst/>
              <a:ahLst/>
              <a:cxnLst/>
              <a:rect l="l" t="t" r="r" b="b"/>
              <a:pathLst>
                <a:path w="32378" h="18786" extrusionOk="0">
                  <a:moveTo>
                    <a:pt x="1400" y="1"/>
                  </a:moveTo>
                  <a:lnTo>
                    <a:pt x="875" y="59"/>
                  </a:lnTo>
                  <a:lnTo>
                    <a:pt x="409" y="234"/>
                  </a:lnTo>
                  <a:lnTo>
                    <a:pt x="234" y="351"/>
                  </a:lnTo>
                  <a:lnTo>
                    <a:pt x="117" y="467"/>
                  </a:lnTo>
                  <a:lnTo>
                    <a:pt x="59" y="642"/>
                  </a:lnTo>
                  <a:lnTo>
                    <a:pt x="0" y="759"/>
                  </a:lnTo>
                  <a:lnTo>
                    <a:pt x="59" y="934"/>
                  </a:lnTo>
                  <a:lnTo>
                    <a:pt x="117" y="1109"/>
                  </a:lnTo>
                  <a:lnTo>
                    <a:pt x="234" y="1226"/>
                  </a:lnTo>
                  <a:lnTo>
                    <a:pt x="409" y="1342"/>
                  </a:lnTo>
                  <a:lnTo>
                    <a:pt x="817" y="1517"/>
                  </a:lnTo>
                  <a:lnTo>
                    <a:pt x="1342" y="1576"/>
                  </a:lnTo>
                  <a:lnTo>
                    <a:pt x="2800" y="1576"/>
                  </a:lnTo>
                  <a:lnTo>
                    <a:pt x="4259" y="1634"/>
                  </a:lnTo>
                  <a:lnTo>
                    <a:pt x="5717" y="1751"/>
                  </a:lnTo>
                  <a:lnTo>
                    <a:pt x="7059" y="1867"/>
                  </a:lnTo>
                  <a:lnTo>
                    <a:pt x="8459" y="2101"/>
                  </a:lnTo>
                  <a:lnTo>
                    <a:pt x="9801" y="2276"/>
                  </a:lnTo>
                  <a:lnTo>
                    <a:pt x="11143" y="2567"/>
                  </a:lnTo>
                  <a:lnTo>
                    <a:pt x="12426" y="2859"/>
                  </a:lnTo>
                  <a:lnTo>
                    <a:pt x="13651" y="3209"/>
                  </a:lnTo>
                  <a:lnTo>
                    <a:pt x="14876" y="3559"/>
                  </a:lnTo>
                  <a:lnTo>
                    <a:pt x="16102" y="3968"/>
                  </a:lnTo>
                  <a:lnTo>
                    <a:pt x="17210" y="4376"/>
                  </a:lnTo>
                  <a:lnTo>
                    <a:pt x="18318" y="4843"/>
                  </a:lnTo>
                  <a:lnTo>
                    <a:pt x="19427" y="5309"/>
                  </a:lnTo>
                  <a:lnTo>
                    <a:pt x="20419" y="5834"/>
                  </a:lnTo>
                  <a:lnTo>
                    <a:pt x="21410" y="6359"/>
                  </a:lnTo>
                  <a:lnTo>
                    <a:pt x="22344" y="6943"/>
                  </a:lnTo>
                  <a:lnTo>
                    <a:pt x="23219" y="7526"/>
                  </a:lnTo>
                  <a:lnTo>
                    <a:pt x="24094" y="8168"/>
                  </a:lnTo>
                  <a:lnTo>
                    <a:pt x="24852" y="8810"/>
                  </a:lnTo>
                  <a:lnTo>
                    <a:pt x="25611" y="9451"/>
                  </a:lnTo>
                  <a:lnTo>
                    <a:pt x="26252" y="10151"/>
                  </a:lnTo>
                  <a:lnTo>
                    <a:pt x="26894" y="10851"/>
                  </a:lnTo>
                  <a:lnTo>
                    <a:pt x="27477" y="11610"/>
                  </a:lnTo>
                  <a:lnTo>
                    <a:pt x="27944" y="12368"/>
                  </a:lnTo>
                  <a:lnTo>
                    <a:pt x="28411" y="13127"/>
                  </a:lnTo>
                  <a:lnTo>
                    <a:pt x="28761" y="13885"/>
                  </a:lnTo>
                  <a:lnTo>
                    <a:pt x="29111" y="14702"/>
                  </a:lnTo>
                  <a:lnTo>
                    <a:pt x="29344" y="15518"/>
                  </a:lnTo>
                  <a:lnTo>
                    <a:pt x="29519" y="16335"/>
                  </a:lnTo>
                  <a:lnTo>
                    <a:pt x="29636" y="17152"/>
                  </a:lnTo>
                  <a:lnTo>
                    <a:pt x="29636" y="17969"/>
                  </a:lnTo>
                  <a:lnTo>
                    <a:pt x="29694" y="18144"/>
                  </a:lnTo>
                  <a:lnTo>
                    <a:pt x="29753" y="18319"/>
                  </a:lnTo>
                  <a:lnTo>
                    <a:pt x="29869" y="18435"/>
                  </a:lnTo>
                  <a:lnTo>
                    <a:pt x="30044" y="18552"/>
                  </a:lnTo>
                  <a:lnTo>
                    <a:pt x="30453" y="18727"/>
                  </a:lnTo>
                  <a:lnTo>
                    <a:pt x="30978" y="18785"/>
                  </a:lnTo>
                  <a:lnTo>
                    <a:pt x="31561" y="18727"/>
                  </a:lnTo>
                  <a:lnTo>
                    <a:pt x="31969" y="18552"/>
                  </a:lnTo>
                  <a:lnTo>
                    <a:pt x="32144" y="18435"/>
                  </a:lnTo>
                  <a:lnTo>
                    <a:pt x="32261" y="18319"/>
                  </a:lnTo>
                  <a:lnTo>
                    <a:pt x="32319" y="18144"/>
                  </a:lnTo>
                  <a:lnTo>
                    <a:pt x="32378" y="17969"/>
                  </a:lnTo>
                  <a:lnTo>
                    <a:pt x="32319" y="17035"/>
                  </a:lnTo>
                  <a:lnTo>
                    <a:pt x="32203" y="16160"/>
                  </a:lnTo>
                  <a:lnTo>
                    <a:pt x="32028" y="15227"/>
                  </a:lnTo>
                  <a:lnTo>
                    <a:pt x="31736" y="14352"/>
                  </a:lnTo>
                  <a:lnTo>
                    <a:pt x="31444" y="13477"/>
                  </a:lnTo>
                  <a:lnTo>
                    <a:pt x="30978" y="12660"/>
                  </a:lnTo>
                  <a:lnTo>
                    <a:pt x="30511" y="11785"/>
                  </a:lnTo>
                  <a:lnTo>
                    <a:pt x="29986" y="10968"/>
                  </a:lnTo>
                  <a:lnTo>
                    <a:pt x="29344" y="10210"/>
                  </a:lnTo>
                  <a:lnTo>
                    <a:pt x="28644" y="9393"/>
                  </a:lnTo>
                  <a:lnTo>
                    <a:pt x="27944" y="8635"/>
                  </a:lnTo>
                  <a:lnTo>
                    <a:pt x="27127" y="7935"/>
                  </a:lnTo>
                  <a:lnTo>
                    <a:pt x="26252" y="7235"/>
                  </a:lnTo>
                  <a:lnTo>
                    <a:pt x="25319" y="6534"/>
                  </a:lnTo>
                  <a:lnTo>
                    <a:pt x="24385" y="5893"/>
                  </a:lnTo>
                  <a:lnTo>
                    <a:pt x="23335" y="5251"/>
                  </a:lnTo>
                  <a:lnTo>
                    <a:pt x="22285" y="4668"/>
                  </a:lnTo>
                  <a:lnTo>
                    <a:pt x="21119" y="4084"/>
                  </a:lnTo>
                  <a:lnTo>
                    <a:pt x="19952" y="3559"/>
                  </a:lnTo>
                  <a:lnTo>
                    <a:pt x="18727" y="3034"/>
                  </a:lnTo>
                  <a:lnTo>
                    <a:pt x="17502" y="2567"/>
                  </a:lnTo>
                  <a:lnTo>
                    <a:pt x="16218" y="2159"/>
                  </a:lnTo>
                  <a:lnTo>
                    <a:pt x="14876" y="1751"/>
                  </a:lnTo>
                  <a:lnTo>
                    <a:pt x="13476" y="1401"/>
                  </a:lnTo>
                  <a:lnTo>
                    <a:pt x="12076" y="1051"/>
                  </a:lnTo>
                  <a:lnTo>
                    <a:pt x="10618" y="817"/>
                  </a:lnTo>
                  <a:lnTo>
                    <a:pt x="9159" y="526"/>
                  </a:lnTo>
                  <a:lnTo>
                    <a:pt x="7643" y="351"/>
                  </a:lnTo>
                  <a:lnTo>
                    <a:pt x="6126" y="176"/>
                  </a:lnTo>
                  <a:lnTo>
                    <a:pt x="4551" y="59"/>
                  </a:lnTo>
                  <a:lnTo>
                    <a:pt x="29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6"/>
            <p:cNvSpPr/>
            <p:nvPr/>
          </p:nvSpPr>
          <p:spPr>
            <a:xfrm>
              <a:off x="3082200" y="3462750"/>
              <a:ext cx="447775" cy="259625"/>
            </a:xfrm>
            <a:custGeom>
              <a:avLst/>
              <a:gdLst/>
              <a:ahLst/>
              <a:cxnLst/>
              <a:rect l="l" t="t" r="r" b="b"/>
              <a:pathLst>
                <a:path w="17911" h="10385" extrusionOk="0">
                  <a:moveTo>
                    <a:pt x="1401" y="0"/>
                  </a:moveTo>
                  <a:lnTo>
                    <a:pt x="876" y="59"/>
                  </a:lnTo>
                  <a:lnTo>
                    <a:pt x="409" y="234"/>
                  </a:lnTo>
                  <a:lnTo>
                    <a:pt x="234" y="350"/>
                  </a:lnTo>
                  <a:lnTo>
                    <a:pt x="118" y="467"/>
                  </a:lnTo>
                  <a:lnTo>
                    <a:pt x="59" y="642"/>
                  </a:lnTo>
                  <a:lnTo>
                    <a:pt x="1" y="817"/>
                  </a:lnTo>
                  <a:lnTo>
                    <a:pt x="59" y="934"/>
                  </a:lnTo>
                  <a:lnTo>
                    <a:pt x="118" y="1109"/>
                  </a:lnTo>
                  <a:lnTo>
                    <a:pt x="234" y="1225"/>
                  </a:lnTo>
                  <a:lnTo>
                    <a:pt x="409" y="1342"/>
                  </a:lnTo>
                  <a:lnTo>
                    <a:pt x="876" y="1517"/>
                  </a:lnTo>
                  <a:lnTo>
                    <a:pt x="1401" y="1575"/>
                  </a:lnTo>
                  <a:lnTo>
                    <a:pt x="2801" y="1634"/>
                  </a:lnTo>
                  <a:lnTo>
                    <a:pt x="4143" y="1750"/>
                  </a:lnTo>
                  <a:lnTo>
                    <a:pt x="5485" y="1925"/>
                  </a:lnTo>
                  <a:lnTo>
                    <a:pt x="6768" y="2217"/>
                  </a:lnTo>
                  <a:lnTo>
                    <a:pt x="7935" y="2567"/>
                  </a:lnTo>
                  <a:lnTo>
                    <a:pt x="9102" y="2976"/>
                  </a:lnTo>
                  <a:lnTo>
                    <a:pt x="10152" y="3442"/>
                  </a:lnTo>
                  <a:lnTo>
                    <a:pt x="11143" y="3909"/>
                  </a:lnTo>
                  <a:lnTo>
                    <a:pt x="12019" y="4492"/>
                  </a:lnTo>
                  <a:lnTo>
                    <a:pt x="12835" y="5134"/>
                  </a:lnTo>
                  <a:lnTo>
                    <a:pt x="13535" y="5776"/>
                  </a:lnTo>
                  <a:lnTo>
                    <a:pt x="14119" y="6476"/>
                  </a:lnTo>
                  <a:lnTo>
                    <a:pt x="14527" y="7234"/>
                  </a:lnTo>
                  <a:lnTo>
                    <a:pt x="14877" y="7993"/>
                  </a:lnTo>
                  <a:lnTo>
                    <a:pt x="15110" y="8751"/>
                  </a:lnTo>
                  <a:lnTo>
                    <a:pt x="15169" y="9159"/>
                  </a:lnTo>
                  <a:lnTo>
                    <a:pt x="15169" y="9568"/>
                  </a:lnTo>
                  <a:lnTo>
                    <a:pt x="15169" y="9743"/>
                  </a:lnTo>
                  <a:lnTo>
                    <a:pt x="15285" y="9918"/>
                  </a:lnTo>
                  <a:lnTo>
                    <a:pt x="15402" y="10034"/>
                  </a:lnTo>
                  <a:lnTo>
                    <a:pt x="15577" y="10151"/>
                  </a:lnTo>
                  <a:lnTo>
                    <a:pt x="15985" y="10326"/>
                  </a:lnTo>
                  <a:lnTo>
                    <a:pt x="16511" y="10384"/>
                  </a:lnTo>
                  <a:lnTo>
                    <a:pt x="17036" y="10326"/>
                  </a:lnTo>
                  <a:lnTo>
                    <a:pt x="17502" y="10151"/>
                  </a:lnTo>
                  <a:lnTo>
                    <a:pt x="17677" y="10034"/>
                  </a:lnTo>
                  <a:lnTo>
                    <a:pt x="17794" y="9918"/>
                  </a:lnTo>
                  <a:lnTo>
                    <a:pt x="17852" y="9743"/>
                  </a:lnTo>
                  <a:lnTo>
                    <a:pt x="17911" y="9568"/>
                  </a:lnTo>
                  <a:lnTo>
                    <a:pt x="17852" y="9101"/>
                  </a:lnTo>
                  <a:lnTo>
                    <a:pt x="17794" y="8634"/>
                  </a:lnTo>
                  <a:lnTo>
                    <a:pt x="17677" y="8109"/>
                  </a:lnTo>
                  <a:lnTo>
                    <a:pt x="17561" y="7643"/>
                  </a:lnTo>
                  <a:lnTo>
                    <a:pt x="17386" y="7176"/>
                  </a:lnTo>
                  <a:lnTo>
                    <a:pt x="17152" y="6767"/>
                  </a:lnTo>
                  <a:lnTo>
                    <a:pt x="16919" y="6301"/>
                  </a:lnTo>
                  <a:lnTo>
                    <a:pt x="16627" y="5892"/>
                  </a:lnTo>
                  <a:lnTo>
                    <a:pt x="15927" y="5017"/>
                  </a:lnTo>
                  <a:lnTo>
                    <a:pt x="15110" y="4259"/>
                  </a:lnTo>
                  <a:lnTo>
                    <a:pt x="14119" y="3501"/>
                  </a:lnTo>
                  <a:lnTo>
                    <a:pt x="13069" y="2800"/>
                  </a:lnTo>
                  <a:lnTo>
                    <a:pt x="11902" y="2217"/>
                  </a:lnTo>
                  <a:lnTo>
                    <a:pt x="10618" y="1634"/>
                  </a:lnTo>
                  <a:lnTo>
                    <a:pt x="9277" y="1167"/>
                  </a:lnTo>
                  <a:lnTo>
                    <a:pt x="7818" y="759"/>
                  </a:lnTo>
                  <a:lnTo>
                    <a:pt x="6301" y="409"/>
                  </a:lnTo>
                  <a:lnTo>
                    <a:pt x="4726" y="175"/>
                  </a:lnTo>
                  <a:lnTo>
                    <a:pt x="3093" y="59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6"/>
            <p:cNvSpPr/>
            <p:nvPr/>
          </p:nvSpPr>
          <p:spPr>
            <a:xfrm>
              <a:off x="3055950" y="3668375"/>
              <a:ext cx="119625" cy="68575"/>
            </a:xfrm>
            <a:custGeom>
              <a:avLst/>
              <a:gdLst/>
              <a:ahLst/>
              <a:cxnLst/>
              <a:rect l="l" t="t" r="r" b="b"/>
              <a:pathLst>
                <a:path w="4785" h="2743" extrusionOk="0">
                  <a:moveTo>
                    <a:pt x="1926" y="1"/>
                  </a:moveTo>
                  <a:lnTo>
                    <a:pt x="1518" y="59"/>
                  </a:lnTo>
                  <a:lnTo>
                    <a:pt x="1051" y="234"/>
                  </a:lnTo>
                  <a:lnTo>
                    <a:pt x="701" y="409"/>
                  </a:lnTo>
                  <a:lnTo>
                    <a:pt x="409" y="584"/>
                  </a:lnTo>
                  <a:lnTo>
                    <a:pt x="176" y="818"/>
                  </a:lnTo>
                  <a:lnTo>
                    <a:pt x="59" y="1109"/>
                  </a:lnTo>
                  <a:lnTo>
                    <a:pt x="1" y="1343"/>
                  </a:lnTo>
                  <a:lnTo>
                    <a:pt x="59" y="1634"/>
                  </a:lnTo>
                  <a:lnTo>
                    <a:pt x="176" y="1868"/>
                  </a:lnTo>
                  <a:lnTo>
                    <a:pt x="409" y="2159"/>
                  </a:lnTo>
                  <a:lnTo>
                    <a:pt x="701" y="2334"/>
                  </a:lnTo>
                  <a:lnTo>
                    <a:pt x="1051" y="2509"/>
                  </a:lnTo>
                  <a:lnTo>
                    <a:pt x="1459" y="2684"/>
                  </a:lnTo>
                  <a:lnTo>
                    <a:pt x="1926" y="2743"/>
                  </a:lnTo>
                  <a:lnTo>
                    <a:pt x="2859" y="2743"/>
                  </a:lnTo>
                  <a:lnTo>
                    <a:pt x="3268" y="2626"/>
                  </a:lnTo>
                  <a:lnTo>
                    <a:pt x="3676" y="2509"/>
                  </a:lnTo>
                  <a:lnTo>
                    <a:pt x="4084" y="2334"/>
                  </a:lnTo>
                  <a:lnTo>
                    <a:pt x="4376" y="2101"/>
                  </a:lnTo>
                  <a:lnTo>
                    <a:pt x="4610" y="1868"/>
                  </a:lnTo>
                  <a:lnTo>
                    <a:pt x="4726" y="1634"/>
                  </a:lnTo>
                  <a:lnTo>
                    <a:pt x="4785" y="1343"/>
                  </a:lnTo>
                  <a:lnTo>
                    <a:pt x="4726" y="1109"/>
                  </a:lnTo>
                  <a:lnTo>
                    <a:pt x="4610" y="876"/>
                  </a:lnTo>
                  <a:lnTo>
                    <a:pt x="4376" y="584"/>
                  </a:lnTo>
                  <a:lnTo>
                    <a:pt x="4084" y="409"/>
                  </a:lnTo>
                  <a:lnTo>
                    <a:pt x="3734" y="234"/>
                  </a:lnTo>
                  <a:lnTo>
                    <a:pt x="3268" y="118"/>
                  </a:lnTo>
                  <a:lnTo>
                    <a:pt x="28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6"/>
            <p:cNvSpPr/>
            <p:nvPr/>
          </p:nvSpPr>
          <p:spPr>
            <a:xfrm>
              <a:off x="3082200" y="3567750"/>
              <a:ext cx="265475" cy="154625"/>
            </a:xfrm>
            <a:custGeom>
              <a:avLst/>
              <a:gdLst/>
              <a:ahLst/>
              <a:cxnLst/>
              <a:rect l="l" t="t" r="r" b="b"/>
              <a:pathLst>
                <a:path w="10619" h="6185" extrusionOk="0">
                  <a:moveTo>
                    <a:pt x="1343" y="1"/>
                  </a:moveTo>
                  <a:lnTo>
                    <a:pt x="818" y="59"/>
                  </a:lnTo>
                  <a:lnTo>
                    <a:pt x="409" y="234"/>
                  </a:lnTo>
                  <a:lnTo>
                    <a:pt x="234" y="351"/>
                  </a:lnTo>
                  <a:lnTo>
                    <a:pt x="118" y="467"/>
                  </a:lnTo>
                  <a:lnTo>
                    <a:pt x="59" y="642"/>
                  </a:lnTo>
                  <a:lnTo>
                    <a:pt x="1" y="817"/>
                  </a:lnTo>
                  <a:lnTo>
                    <a:pt x="1" y="934"/>
                  </a:lnTo>
                  <a:lnTo>
                    <a:pt x="118" y="1109"/>
                  </a:lnTo>
                  <a:lnTo>
                    <a:pt x="234" y="1226"/>
                  </a:lnTo>
                  <a:lnTo>
                    <a:pt x="409" y="1342"/>
                  </a:lnTo>
                  <a:lnTo>
                    <a:pt x="818" y="1517"/>
                  </a:lnTo>
                  <a:lnTo>
                    <a:pt x="1343" y="1576"/>
                  </a:lnTo>
                  <a:lnTo>
                    <a:pt x="2043" y="1634"/>
                  </a:lnTo>
                  <a:lnTo>
                    <a:pt x="2684" y="1692"/>
                  </a:lnTo>
                  <a:lnTo>
                    <a:pt x="3326" y="1751"/>
                  </a:lnTo>
                  <a:lnTo>
                    <a:pt x="3910" y="1867"/>
                  </a:lnTo>
                  <a:lnTo>
                    <a:pt x="4493" y="2042"/>
                  </a:lnTo>
                  <a:lnTo>
                    <a:pt x="5018" y="2217"/>
                  </a:lnTo>
                  <a:lnTo>
                    <a:pt x="5543" y="2451"/>
                  </a:lnTo>
                  <a:lnTo>
                    <a:pt x="6010" y="2684"/>
                  </a:lnTo>
                  <a:lnTo>
                    <a:pt x="6418" y="2976"/>
                  </a:lnTo>
                  <a:lnTo>
                    <a:pt x="6768" y="3268"/>
                  </a:lnTo>
                  <a:lnTo>
                    <a:pt x="7118" y="3559"/>
                  </a:lnTo>
                  <a:lnTo>
                    <a:pt x="7410" y="3909"/>
                  </a:lnTo>
                  <a:lnTo>
                    <a:pt x="7585" y="4259"/>
                  </a:lnTo>
                  <a:lnTo>
                    <a:pt x="7760" y="4609"/>
                  </a:lnTo>
                  <a:lnTo>
                    <a:pt x="7877" y="5018"/>
                  </a:lnTo>
                  <a:lnTo>
                    <a:pt x="7935" y="5368"/>
                  </a:lnTo>
                  <a:lnTo>
                    <a:pt x="7935" y="5543"/>
                  </a:lnTo>
                  <a:lnTo>
                    <a:pt x="7993" y="5718"/>
                  </a:lnTo>
                  <a:lnTo>
                    <a:pt x="8110" y="5834"/>
                  </a:lnTo>
                  <a:lnTo>
                    <a:pt x="8285" y="5951"/>
                  </a:lnTo>
                  <a:lnTo>
                    <a:pt x="8693" y="6126"/>
                  </a:lnTo>
                  <a:lnTo>
                    <a:pt x="9277" y="6184"/>
                  </a:lnTo>
                  <a:lnTo>
                    <a:pt x="9802" y="6126"/>
                  </a:lnTo>
                  <a:lnTo>
                    <a:pt x="10210" y="5951"/>
                  </a:lnTo>
                  <a:lnTo>
                    <a:pt x="10385" y="5834"/>
                  </a:lnTo>
                  <a:lnTo>
                    <a:pt x="10502" y="5718"/>
                  </a:lnTo>
                  <a:lnTo>
                    <a:pt x="10618" y="5543"/>
                  </a:lnTo>
                  <a:lnTo>
                    <a:pt x="10618" y="5368"/>
                  </a:lnTo>
                  <a:lnTo>
                    <a:pt x="10560" y="4843"/>
                  </a:lnTo>
                  <a:lnTo>
                    <a:pt x="10443" y="4318"/>
                  </a:lnTo>
                  <a:lnTo>
                    <a:pt x="10210" y="3793"/>
                  </a:lnTo>
                  <a:lnTo>
                    <a:pt x="9918" y="3326"/>
                  </a:lnTo>
                  <a:lnTo>
                    <a:pt x="9510" y="2801"/>
                  </a:lnTo>
                  <a:lnTo>
                    <a:pt x="9043" y="2392"/>
                  </a:lnTo>
                  <a:lnTo>
                    <a:pt x="8518" y="1984"/>
                  </a:lnTo>
                  <a:lnTo>
                    <a:pt x="7935" y="1576"/>
                  </a:lnTo>
                  <a:lnTo>
                    <a:pt x="7293" y="1226"/>
                  </a:lnTo>
                  <a:lnTo>
                    <a:pt x="6535" y="934"/>
                  </a:lnTo>
                  <a:lnTo>
                    <a:pt x="5776" y="642"/>
                  </a:lnTo>
                  <a:lnTo>
                    <a:pt x="4960" y="467"/>
                  </a:lnTo>
                  <a:lnTo>
                    <a:pt x="4143" y="234"/>
                  </a:lnTo>
                  <a:lnTo>
                    <a:pt x="3209" y="117"/>
                  </a:lnTo>
                  <a:lnTo>
                    <a:pt x="2334" y="59"/>
                  </a:lnTo>
                  <a:lnTo>
                    <a:pt x="13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6"/>
            <p:cNvSpPr/>
            <p:nvPr/>
          </p:nvSpPr>
          <p:spPr>
            <a:xfrm>
              <a:off x="3083675" y="3357725"/>
              <a:ext cx="627150" cy="364650"/>
            </a:xfrm>
            <a:custGeom>
              <a:avLst/>
              <a:gdLst/>
              <a:ahLst/>
              <a:cxnLst/>
              <a:rect l="l" t="t" r="r" b="b"/>
              <a:pathLst>
                <a:path w="25086" h="14586" extrusionOk="0">
                  <a:moveTo>
                    <a:pt x="1342" y="1"/>
                  </a:moveTo>
                  <a:lnTo>
                    <a:pt x="817" y="59"/>
                  </a:lnTo>
                  <a:lnTo>
                    <a:pt x="409" y="234"/>
                  </a:lnTo>
                  <a:lnTo>
                    <a:pt x="234" y="351"/>
                  </a:lnTo>
                  <a:lnTo>
                    <a:pt x="117" y="468"/>
                  </a:lnTo>
                  <a:lnTo>
                    <a:pt x="0" y="643"/>
                  </a:lnTo>
                  <a:lnTo>
                    <a:pt x="0" y="759"/>
                  </a:lnTo>
                  <a:lnTo>
                    <a:pt x="0" y="934"/>
                  </a:lnTo>
                  <a:lnTo>
                    <a:pt x="117" y="1109"/>
                  </a:lnTo>
                  <a:lnTo>
                    <a:pt x="234" y="1226"/>
                  </a:lnTo>
                  <a:lnTo>
                    <a:pt x="409" y="1343"/>
                  </a:lnTo>
                  <a:lnTo>
                    <a:pt x="817" y="1518"/>
                  </a:lnTo>
                  <a:lnTo>
                    <a:pt x="1342" y="1576"/>
                  </a:lnTo>
                  <a:lnTo>
                    <a:pt x="3501" y="1634"/>
                  </a:lnTo>
                  <a:lnTo>
                    <a:pt x="5601" y="1809"/>
                  </a:lnTo>
                  <a:lnTo>
                    <a:pt x="7643" y="2101"/>
                  </a:lnTo>
                  <a:lnTo>
                    <a:pt x="9568" y="2509"/>
                  </a:lnTo>
                  <a:lnTo>
                    <a:pt x="11376" y="3035"/>
                  </a:lnTo>
                  <a:lnTo>
                    <a:pt x="13126" y="3676"/>
                  </a:lnTo>
                  <a:lnTo>
                    <a:pt x="14760" y="4376"/>
                  </a:lnTo>
                  <a:lnTo>
                    <a:pt x="16218" y="5135"/>
                  </a:lnTo>
                  <a:lnTo>
                    <a:pt x="17618" y="6010"/>
                  </a:lnTo>
                  <a:lnTo>
                    <a:pt x="18202" y="6476"/>
                  </a:lnTo>
                  <a:lnTo>
                    <a:pt x="18785" y="6943"/>
                  </a:lnTo>
                  <a:lnTo>
                    <a:pt x="19368" y="7468"/>
                  </a:lnTo>
                  <a:lnTo>
                    <a:pt x="19835" y="7993"/>
                  </a:lnTo>
                  <a:lnTo>
                    <a:pt x="20302" y="8518"/>
                  </a:lnTo>
                  <a:lnTo>
                    <a:pt x="20769" y="9043"/>
                  </a:lnTo>
                  <a:lnTo>
                    <a:pt x="21119" y="9568"/>
                  </a:lnTo>
                  <a:lnTo>
                    <a:pt x="21469" y="10152"/>
                  </a:lnTo>
                  <a:lnTo>
                    <a:pt x="21702" y="10735"/>
                  </a:lnTo>
                  <a:lnTo>
                    <a:pt x="21935" y="11318"/>
                  </a:lnTo>
                  <a:lnTo>
                    <a:pt x="22169" y="11902"/>
                  </a:lnTo>
                  <a:lnTo>
                    <a:pt x="22285" y="12544"/>
                  </a:lnTo>
                  <a:lnTo>
                    <a:pt x="22344" y="13185"/>
                  </a:lnTo>
                  <a:lnTo>
                    <a:pt x="22402" y="13769"/>
                  </a:lnTo>
                  <a:lnTo>
                    <a:pt x="22402" y="13944"/>
                  </a:lnTo>
                  <a:lnTo>
                    <a:pt x="22460" y="14119"/>
                  </a:lnTo>
                  <a:lnTo>
                    <a:pt x="22577" y="14235"/>
                  </a:lnTo>
                  <a:lnTo>
                    <a:pt x="22752" y="14352"/>
                  </a:lnTo>
                  <a:lnTo>
                    <a:pt x="23219" y="14527"/>
                  </a:lnTo>
                  <a:lnTo>
                    <a:pt x="23744" y="14585"/>
                  </a:lnTo>
                  <a:lnTo>
                    <a:pt x="24269" y="14527"/>
                  </a:lnTo>
                  <a:lnTo>
                    <a:pt x="24736" y="14352"/>
                  </a:lnTo>
                  <a:lnTo>
                    <a:pt x="24852" y="14235"/>
                  </a:lnTo>
                  <a:lnTo>
                    <a:pt x="24969" y="14119"/>
                  </a:lnTo>
                  <a:lnTo>
                    <a:pt x="25086" y="13944"/>
                  </a:lnTo>
                  <a:lnTo>
                    <a:pt x="25086" y="13769"/>
                  </a:lnTo>
                  <a:lnTo>
                    <a:pt x="25086" y="13069"/>
                  </a:lnTo>
                  <a:lnTo>
                    <a:pt x="24969" y="12369"/>
                  </a:lnTo>
                  <a:lnTo>
                    <a:pt x="24852" y="11669"/>
                  </a:lnTo>
                  <a:lnTo>
                    <a:pt x="24619" y="11027"/>
                  </a:lnTo>
                  <a:lnTo>
                    <a:pt x="24385" y="10327"/>
                  </a:lnTo>
                  <a:lnTo>
                    <a:pt x="24035" y="9685"/>
                  </a:lnTo>
                  <a:lnTo>
                    <a:pt x="23685" y="9043"/>
                  </a:lnTo>
                  <a:lnTo>
                    <a:pt x="23277" y="8402"/>
                  </a:lnTo>
                  <a:lnTo>
                    <a:pt x="22810" y="7818"/>
                  </a:lnTo>
                  <a:lnTo>
                    <a:pt x="22285" y="7235"/>
                  </a:lnTo>
                  <a:lnTo>
                    <a:pt x="21702" y="6651"/>
                  </a:lnTo>
                  <a:lnTo>
                    <a:pt x="21060" y="6068"/>
                  </a:lnTo>
                  <a:lnTo>
                    <a:pt x="20419" y="5543"/>
                  </a:lnTo>
                  <a:lnTo>
                    <a:pt x="19718" y="5018"/>
                  </a:lnTo>
                  <a:lnTo>
                    <a:pt x="18960" y="4551"/>
                  </a:lnTo>
                  <a:lnTo>
                    <a:pt x="18202" y="4026"/>
                  </a:lnTo>
                  <a:lnTo>
                    <a:pt x="17327" y="3560"/>
                  </a:lnTo>
                  <a:lnTo>
                    <a:pt x="16510" y="3151"/>
                  </a:lnTo>
                  <a:lnTo>
                    <a:pt x="15576" y="2743"/>
                  </a:lnTo>
                  <a:lnTo>
                    <a:pt x="14643" y="2334"/>
                  </a:lnTo>
                  <a:lnTo>
                    <a:pt x="13710" y="1984"/>
                  </a:lnTo>
                  <a:lnTo>
                    <a:pt x="12718" y="1634"/>
                  </a:lnTo>
                  <a:lnTo>
                    <a:pt x="11668" y="1343"/>
                  </a:lnTo>
                  <a:lnTo>
                    <a:pt x="10618" y="1051"/>
                  </a:lnTo>
                  <a:lnTo>
                    <a:pt x="9568" y="818"/>
                  </a:lnTo>
                  <a:lnTo>
                    <a:pt x="8459" y="643"/>
                  </a:lnTo>
                  <a:lnTo>
                    <a:pt x="7292" y="409"/>
                  </a:lnTo>
                  <a:lnTo>
                    <a:pt x="6184" y="293"/>
                  </a:lnTo>
                  <a:lnTo>
                    <a:pt x="4959" y="176"/>
                  </a:lnTo>
                  <a:lnTo>
                    <a:pt x="3792" y="59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6"/>
            <p:cNvSpPr/>
            <p:nvPr/>
          </p:nvSpPr>
          <p:spPr>
            <a:xfrm>
              <a:off x="3083675" y="3252725"/>
              <a:ext cx="809450" cy="469650"/>
            </a:xfrm>
            <a:custGeom>
              <a:avLst/>
              <a:gdLst/>
              <a:ahLst/>
              <a:cxnLst/>
              <a:rect l="l" t="t" r="r" b="b"/>
              <a:pathLst>
                <a:path w="32378" h="18786" extrusionOk="0">
                  <a:moveTo>
                    <a:pt x="1400" y="1"/>
                  </a:moveTo>
                  <a:lnTo>
                    <a:pt x="875" y="59"/>
                  </a:lnTo>
                  <a:lnTo>
                    <a:pt x="409" y="234"/>
                  </a:lnTo>
                  <a:lnTo>
                    <a:pt x="234" y="351"/>
                  </a:lnTo>
                  <a:lnTo>
                    <a:pt x="117" y="467"/>
                  </a:lnTo>
                  <a:lnTo>
                    <a:pt x="59" y="642"/>
                  </a:lnTo>
                  <a:lnTo>
                    <a:pt x="0" y="759"/>
                  </a:lnTo>
                  <a:lnTo>
                    <a:pt x="59" y="934"/>
                  </a:lnTo>
                  <a:lnTo>
                    <a:pt x="117" y="1109"/>
                  </a:lnTo>
                  <a:lnTo>
                    <a:pt x="234" y="1226"/>
                  </a:lnTo>
                  <a:lnTo>
                    <a:pt x="409" y="1342"/>
                  </a:lnTo>
                  <a:lnTo>
                    <a:pt x="817" y="1517"/>
                  </a:lnTo>
                  <a:lnTo>
                    <a:pt x="1342" y="1576"/>
                  </a:lnTo>
                  <a:lnTo>
                    <a:pt x="2800" y="1576"/>
                  </a:lnTo>
                  <a:lnTo>
                    <a:pt x="4259" y="1634"/>
                  </a:lnTo>
                  <a:lnTo>
                    <a:pt x="5717" y="1751"/>
                  </a:lnTo>
                  <a:lnTo>
                    <a:pt x="7059" y="1867"/>
                  </a:lnTo>
                  <a:lnTo>
                    <a:pt x="8459" y="2101"/>
                  </a:lnTo>
                  <a:lnTo>
                    <a:pt x="9801" y="2276"/>
                  </a:lnTo>
                  <a:lnTo>
                    <a:pt x="11143" y="2567"/>
                  </a:lnTo>
                  <a:lnTo>
                    <a:pt x="12426" y="2859"/>
                  </a:lnTo>
                  <a:lnTo>
                    <a:pt x="13651" y="3209"/>
                  </a:lnTo>
                  <a:lnTo>
                    <a:pt x="14876" y="3559"/>
                  </a:lnTo>
                  <a:lnTo>
                    <a:pt x="16102" y="3968"/>
                  </a:lnTo>
                  <a:lnTo>
                    <a:pt x="17210" y="4376"/>
                  </a:lnTo>
                  <a:lnTo>
                    <a:pt x="18318" y="4843"/>
                  </a:lnTo>
                  <a:lnTo>
                    <a:pt x="19427" y="5309"/>
                  </a:lnTo>
                  <a:lnTo>
                    <a:pt x="20419" y="5834"/>
                  </a:lnTo>
                  <a:lnTo>
                    <a:pt x="21410" y="6359"/>
                  </a:lnTo>
                  <a:lnTo>
                    <a:pt x="22344" y="6943"/>
                  </a:lnTo>
                  <a:lnTo>
                    <a:pt x="23219" y="7526"/>
                  </a:lnTo>
                  <a:lnTo>
                    <a:pt x="24094" y="8168"/>
                  </a:lnTo>
                  <a:lnTo>
                    <a:pt x="24852" y="8810"/>
                  </a:lnTo>
                  <a:lnTo>
                    <a:pt x="25611" y="9451"/>
                  </a:lnTo>
                  <a:lnTo>
                    <a:pt x="26252" y="10151"/>
                  </a:lnTo>
                  <a:lnTo>
                    <a:pt x="26894" y="10851"/>
                  </a:lnTo>
                  <a:lnTo>
                    <a:pt x="27477" y="11610"/>
                  </a:lnTo>
                  <a:lnTo>
                    <a:pt x="27944" y="12368"/>
                  </a:lnTo>
                  <a:lnTo>
                    <a:pt x="28411" y="13127"/>
                  </a:lnTo>
                  <a:lnTo>
                    <a:pt x="28761" y="13885"/>
                  </a:lnTo>
                  <a:lnTo>
                    <a:pt x="29111" y="14702"/>
                  </a:lnTo>
                  <a:lnTo>
                    <a:pt x="29344" y="15518"/>
                  </a:lnTo>
                  <a:lnTo>
                    <a:pt x="29519" y="16335"/>
                  </a:lnTo>
                  <a:lnTo>
                    <a:pt x="29636" y="17152"/>
                  </a:lnTo>
                  <a:lnTo>
                    <a:pt x="29636" y="17969"/>
                  </a:lnTo>
                  <a:lnTo>
                    <a:pt x="29694" y="18144"/>
                  </a:lnTo>
                  <a:lnTo>
                    <a:pt x="29753" y="18319"/>
                  </a:lnTo>
                  <a:lnTo>
                    <a:pt x="29869" y="18435"/>
                  </a:lnTo>
                  <a:lnTo>
                    <a:pt x="30044" y="18552"/>
                  </a:lnTo>
                  <a:lnTo>
                    <a:pt x="30453" y="18727"/>
                  </a:lnTo>
                  <a:lnTo>
                    <a:pt x="30978" y="18785"/>
                  </a:lnTo>
                  <a:lnTo>
                    <a:pt x="31561" y="18727"/>
                  </a:lnTo>
                  <a:lnTo>
                    <a:pt x="31969" y="18552"/>
                  </a:lnTo>
                  <a:lnTo>
                    <a:pt x="32144" y="18435"/>
                  </a:lnTo>
                  <a:lnTo>
                    <a:pt x="32261" y="18319"/>
                  </a:lnTo>
                  <a:lnTo>
                    <a:pt x="32319" y="18144"/>
                  </a:lnTo>
                  <a:lnTo>
                    <a:pt x="32378" y="17969"/>
                  </a:lnTo>
                  <a:lnTo>
                    <a:pt x="32319" y="17035"/>
                  </a:lnTo>
                  <a:lnTo>
                    <a:pt x="32203" y="16160"/>
                  </a:lnTo>
                  <a:lnTo>
                    <a:pt x="32028" y="15227"/>
                  </a:lnTo>
                  <a:lnTo>
                    <a:pt x="31736" y="14352"/>
                  </a:lnTo>
                  <a:lnTo>
                    <a:pt x="31444" y="13477"/>
                  </a:lnTo>
                  <a:lnTo>
                    <a:pt x="30978" y="12660"/>
                  </a:lnTo>
                  <a:lnTo>
                    <a:pt x="30511" y="11785"/>
                  </a:lnTo>
                  <a:lnTo>
                    <a:pt x="29986" y="10968"/>
                  </a:lnTo>
                  <a:lnTo>
                    <a:pt x="29344" y="10210"/>
                  </a:lnTo>
                  <a:lnTo>
                    <a:pt x="28644" y="9393"/>
                  </a:lnTo>
                  <a:lnTo>
                    <a:pt x="27944" y="8635"/>
                  </a:lnTo>
                  <a:lnTo>
                    <a:pt x="27127" y="7935"/>
                  </a:lnTo>
                  <a:lnTo>
                    <a:pt x="26252" y="7235"/>
                  </a:lnTo>
                  <a:lnTo>
                    <a:pt x="25319" y="6534"/>
                  </a:lnTo>
                  <a:lnTo>
                    <a:pt x="24385" y="5893"/>
                  </a:lnTo>
                  <a:lnTo>
                    <a:pt x="23335" y="5251"/>
                  </a:lnTo>
                  <a:lnTo>
                    <a:pt x="22285" y="4668"/>
                  </a:lnTo>
                  <a:lnTo>
                    <a:pt x="21119" y="4084"/>
                  </a:lnTo>
                  <a:lnTo>
                    <a:pt x="19952" y="3559"/>
                  </a:lnTo>
                  <a:lnTo>
                    <a:pt x="18727" y="3034"/>
                  </a:lnTo>
                  <a:lnTo>
                    <a:pt x="17502" y="2567"/>
                  </a:lnTo>
                  <a:lnTo>
                    <a:pt x="16218" y="2159"/>
                  </a:lnTo>
                  <a:lnTo>
                    <a:pt x="14876" y="1751"/>
                  </a:lnTo>
                  <a:lnTo>
                    <a:pt x="13476" y="1401"/>
                  </a:lnTo>
                  <a:lnTo>
                    <a:pt x="12076" y="1051"/>
                  </a:lnTo>
                  <a:lnTo>
                    <a:pt x="10618" y="817"/>
                  </a:lnTo>
                  <a:lnTo>
                    <a:pt x="9159" y="526"/>
                  </a:lnTo>
                  <a:lnTo>
                    <a:pt x="7643" y="351"/>
                  </a:lnTo>
                  <a:lnTo>
                    <a:pt x="6126" y="176"/>
                  </a:lnTo>
                  <a:lnTo>
                    <a:pt x="4551" y="59"/>
                  </a:lnTo>
                  <a:lnTo>
                    <a:pt x="29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6"/>
            <p:cNvSpPr/>
            <p:nvPr/>
          </p:nvSpPr>
          <p:spPr>
            <a:xfrm>
              <a:off x="3082200" y="3462750"/>
              <a:ext cx="447775" cy="259625"/>
            </a:xfrm>
            <a:custGeom>
              <a:avLst/>
              <a:gdLst/>
              <a:ahLst/>
              <a:cxnLst/>
              <a:rect l="l" t="t" r="r" b="b"/>
              <a:pathLst>
                <a:path w="17911" h="10385" extrusionOk="0">
                  <a:moveTo>
                    <a:pt x="1401" y="0"/>
                  </a:moveTo>
                  <a:lnTo>
                    <a:pt x="876" y="59"/>
                  </a:lnTo>
                  <a:lnTo>
                    <a:pt x="409" y="234"/>
                  </a:lnTo>
                  <a:lnTo>
                    <a:pt x="234" y="350"/>
                  </a:lnTo>
                  <a:lnTo>
                    <a:pt x="118" y="467"/>
                  </a:lnTo>
                  <a:lnTo>
                    <a:pt x="59" y="642"/>
                  </a:lnTo>
                  <a:lnTo>
                    <a:pt x="1" y="817"/>
                  </a:lnTo>
                  <a:lnTo>
                    <a:pt x="59" y="934"/>
                  </a:lnTo>
                  <a:lnTo>
                    <a:pt x="118" y="1109"/>
                  </a:lnTo>
                  <a:lnTo>
                    <a:pt x="234" y="1225"/>
                  </a:lnTo>
                  <a:lnTo>
                    <a:pt x="409" y="1342"/>
                  </a:lnTo>
                  <a:lnTo>
                    <a:pt x="876" y="1517"/>
                  </a:lnTo>
                  <a:lnTo>
                    <a:pt x="1401" y="1575"/>
                  </a:lnTo>
                  <a:lnTo>
                    <a:pt x="2801" y="1634"/>
                  </a:lnTo>
                  <a:lnTo>
                    <a:pt x="4143" y="1750"/>
                  </a:lnTo>
                  <a:lnTo>
                    <a:pt x="5485" y="1925"/>
                  </a:lnTo>
                  <a:lnTo>
                    <a:pt x="6768" y="2217"/>
                  </a:lnTo>
                  <a:lnTo>
                    <a:pt x="7935" y="2567"/>
                  </a:lnTo>
                  <a:lnTo>
                    <a:pt x="9102" y="2976"/>
                  </a:lnTo>
                  <a:lnTo>
                    <a:pt x="10152" y="3442"/>
                  </a:lnTo>
                  <a:lnTo>
                    <a:pt x="11143" y="3909"/>
                  </a:lnTo>
                  <a:lnTo>
                    <a:pt x="12019" y="4492"/>
                  </a:lnTo>
                  <a:lnTo>
                    <a:pt x="12835" y="5134"/>
                  </a:lnTo>
                  <a:lnTo>
                    <a:pt x="13535" y="5776"/>
                  </a:lnTo>
                  <a:lnTo>
                    <a:pt x="14119" y="6476"/>
                  </a:lnTo>
                  <a:lnTo>
                    <a:pt x="14527" y="7234"/>
                  </a:lnTo>
                  <a:lnTo>
                    <a:pt x="14877" y="7993"/>
                  </a:lnTo>
                  <a:lnTo>
                    <a:pt x="15110" y="8751"/>
                  </a:lnTo>
                  <a:lnTo>
                    <a:pt x="15169" y="9159"/>
                  </a:lnTo>
                  <a:lnTo>
                    <a:pt x="15169" y="9568"/>
                  </a:lnTo>
                  <a:lnTo>
                    <a:pt x="15169" y="9743"/>
                  </a:lnTo>
                  <a:lnTo>
                    <a:pt x="15285" y="9918"/>
                  </a:lnTo>
                  <a:lnTo>
                    <a:pt x="15402" y="10034"/>
                  </a:lnTo>
                  <a:lnTo>
                    <a:pt x="15577" y="10151"/>
                  </a:lnTo>
                  <a:lnTo>
                    <a:pt x="15985" y="10326"/>
                  </a:lnTo>
                  <a:lnTo>
                    <a:pt x="16511" y="10384"/>
                  </a:lnTo>
                  <a:lnTo>
                    <a:pt x="17036" y="10326"/>
                  </a:lnTo>
                  <a:lnTo>
                    <a:pt x="17502" y="10151"/>
                  </a:lnTo>
                  <a:lnTo>
                    <a:pt x="17677" y="10034"/>
                  </a:lnTo>
                  <a:lnTo>
                    <a:pt x="17794" y="9918"/>
                  </a:lnTo>
                  <a:lnTo>
                    <a:pt x="17852" y="9743"/>
                  </a:lnTo>
                  <a:lnTo>
                    <a:pt x="17911" y="9568"/>
                  </a:lnTo>
                  <a:lnTo>
                    <a:pt x="17852" y="9101"/>
                  </a:lnTo>
                  <a:lnTo>
                    <a:pt x="17794" y="8634"/>
                  </a:lnTo>
                  <a:lnTo>
                    <a:pt x="17677" y="8109"/>
                  </a:lnTo>
                  <a:lnTo>
                    <a:pt x="17561" y="7643"/>
                  </a:lnTo>
                  <a:lnTo>
                    <a:pt x="17386" y="7176"/>
                  </a:lnTo>
                  <a:lnTo>
                    <a:pt x="17152" y="6767"/>
                  </a:lnTo>
                  <a:lnTo>
                    <a:pt x="16919" y="6301"/>
                  </a:lnTo>
                  <a:lnTo>
                    <a:pt x="16627" y="5892"/>
                  </a:lnTo>
                  <a:lnTo>
                    <a:pt x="15927" y="5017"/>
                  </a:lnTo>
                  <a:lnTo>
                    <a:pt x="15110" y="4259"/>
                  </a:lnTo>
                  <a:lnTo>
                    <a:pt x="14119" y="3501"/>
                  </a:lnTo>
                  <a:lnTo>
                    <a:pt x="13069" y="2800"/>
                  </a:lnTo>
                  <a:lnTo>
                    <a:pt x="11902" y="2217"/>
                  </a:lnTo>
                  <a:lnTo>
                    <a:pt x="10618" y="1634"/>
                  </a:lnTo>
                  <a:lnTo>
                    <a:pt x="9277" y="1167"/>
                  </a:lnTo>
                  <a:lnTo>
                    <a:pt x="7818" y="759"/>
                  </a:lnTo>
                  <a:lnTo>
                    <a:pt x="6301" y="409"/>
                  </a:lnTo>
                  <a:lnTo>
                    <a:pt x="4726" y="175"/>
                  </a:lnTo>
                  <a:lnTo>
                    <a:pt x="3093" y="59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6"/>
            <p:cNvSpPr/>
            <p:nvPr/>
          </p:nvSpPr>
          <p:spPr>
            <a:xfrm>
              <a:off x="3055950" y="3668375"/>
              <a:ext cx="119625" cy="68575"/>
            </a:xfrm>
            <a:custGeom>
              <a:avLst/>
              <a:gdLst/>
              <a:ahLst/>
              <a:cxnLst/>
              <a:rect l="l" t="t" r="r" b="b"/>
              <a:pathLst>
                <a:path w="4785" h="2743" extrusionOk="0">
                  <a:moveTo>
                    <a:pt x="1926" y="1"/>
                  </a:moveTo>
                  <a:lnTo>
                    <a:pt x="1518" y="59"/>
                  </a:lnTo>
                  <a:lnTo>
                    <a:pt x="1051" y="234"/>
                  </a:lnTo>
                  <a:lnTo>
                    <a:pt x="701" y="409"/>
                  </a:lnTo>
                  <a:lnTo>
                    <a:pt x="409" y="584"/>
                  </a:lnTo>
                  <a:lnTo>
                    <a:pt x="176" y="818"/>
                  </a:lnTo>
                  <a:lnTo>
                    <a:pt x="59" y="1109"/>
                  </a:lnTo>
                  <a:lnTo>
                    <a:pt x="1" y="1343"/>
                  </a:lnTo>
                  <a:lnTo>
                    <a:pt x="59" y="1634"/>
                  </a:lnTo>
                  <a:lnTo>
                    <a:pt x="176" y="1868"/>
                  </a:lnTo>
                  <a:lnTo>
                    <a:pt x="409" y="2159"/>
                  </a:lnTo>
                  <a:lnTo>
                    <a:pt x="701" y="2334"/>
                  </a:lnTo>
                  <a:lnTo>
                    <a:pt x="1051" y="2509"/>
                  </a:lnTo>
                  <a:lnTo>
                    <a:pt x="1459" y="2684"/>
                  </a:lnTo>
                  <a:lnTo>
                    <a:pt x="1926" y="2743"/>
                  </a:lnTo>
                  <a:lnTo>
                    <a:pt x="2859" y="2743"/>
                  </a:lnTo>
                  <a:lnTo>
                    <a:pt x="3268" y="2626"/>
                  </a:lnTo>
                  <a:lnTo>
                    <a:pt x="3676" y="2509"/>
                  </a:lnTo>
                  <a:lnTo>
                    <a:pt x="4084" y="2334"/>
                  </a:lnTo>
                  <a:lnTo>
                    <a:pt x="4376" y="2101"/>
                  </a:lnTo>
                  <a:lnTo>
                    <a:pt x="4610" y="1868"/>
                  </a:lnTo>
                  <a:lnTo>
                    <a:pt x="4726" y="1634"/>
                  </a:lnTo>
                  <a:lnTo>
                    <a:pt x="4785" y="1343"/>
                  </a:lnTo>
                  <a:lnTo>
                    <a:pt x="4726" y="1109"/>
                  </a:lnTo>
                  <a:lnTo>
                    <a:pt x="4610" y="876"/>
                  </a:lnTo>
                  <a:lnTo>
                    <a:pt x="4376" y="584"/>
                  </a:lnTo>
                  <a:lnTo>
                    <a:pt x="4084" y="409"/>
                  </a:lnTo>
                  <a:lnTo>
                    <a:pt x="3734" y="234"/>
                  </a:lnTo>
                  <a:lnTo>
                    <a:pt x="3268" y="118"/>
                  </a:lnTo>
                  <a:lnTo>
                    <a:pt x="28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6"/>
            <p:cNvSpPr/>
            <p:nvPr/>
          </p:nvSpPr>
          <p:spPr>
            <a:xfrm>
              <a:off x="3082200" y="3567750"/>
              <a:ext cx="265475" cy="154625"/>
            </a:xfrm>
            <a:custGeom>
              <a:avLst/>
              <a:gdLst/>
              <a:ahLst/>
              <a:cxnLst/>
              <a:rect l="l" t="t" r="r" b="b"/>
              <a:pathLst>
                <a:path w="10619" h="6185" extrusionOk="0">
                  <a:moveTo>
                    <a:pt x="1343" y="1"/>
                  </a:moveTo>
                  <a:lnTo>
                    <a:pt x="818" y="59"/>
                  </a:lnTo>
                  <a:lnTo>
                    <a:pt x="409" y="234"/>
                  </a:lnTo>
                  <a:lnTo>
                    <a:pt x="234" y="351"/>
                  </a:lnTo>
                  <a:lnTo>
                    <a:pt x="118" y="467"/>
                  </a:lnTo>
                  <a:lnTo>
                    <a:pt x="59" y="642"/>
                  </a:lnTo>
                  <a:lnTo>
                    <a:pt x="1" y="817"/>
                  </a:lnTo>
                  <a:lnTo>
                    <a:pt x="1" y="934"/>
                  </a:lnTo>
                  <a:lnTo>
                    <a:pt x="118" y="1109"/>
                  </a:lnTo>
                  <a:lnTo>
                    <a:pt x="234" y="1226"/>
                  </a:lnTo>
                  <a:lnTo>
                    <a:pt x="409" y="1342"/>
                  </a:lnTo>
                  <a:lnTo>
                    <a:pt x="818" y="1517"/>
                  </a:lnTo>
                  <a:lnTo>
                    <a:pt x="1343" y="1576"/>
                  </a:lnTo>
                  <a:lnTo>
                    <a:pt x="2043" y="1634"/>
                  </a:lnTo>
                  <a:lnTo>
                    <a:pt x="2684" y="1692"/>
                  </a:lnTo>
                  <a:lnTo>
                    <a:pt x="3326" y="1751"/>
                  </a:lnTo>
                  <a:lnTo>
                    <a:pt x="3910" y="1867"/>
                  </a:lnTo>
                  <a:lnTo>
                    <a:pt x="4493" y="2042"/>
                  </a:lnTo>
                  <a:lnTo>
                    <a:pt x="5018" y="2217"/>
                  </a:lnTo>
                  <a:lnTo>
                    <a:pt x="5543" y="2451"/>
                  </a:lnTo>
                  <a:lnTo>
                    <a:pt x="6010" y="2684"/>
                  </a:lnTo>
                  <a:lnTo>
                    <a:pt x="6418" y="2976"/>
                  </a:lnTo>
                  <a:lnTo>
                    <a:pt x="6768" y="3268"/>
                  </a:lnTo>
                  <a:lnTo>
                    <a:pt x="7118" y="3559"/>
                  </a:lnTo>
                  <a:lnTo>
                    <a:pt x="7410" y="3909"/>
                  </a:lnTo>
                  <a:lnTo>
                    <a:pt x="7585" y="4259"/>
                  </a:lnTo>
                  <a:lnTo>
                    <a:pt x="7760" y="4609"/>
                  </a:lnTo>
                  <a:lnTo>
                    <a:pt x="7877" y="5018"/>
                  </a:lnTo>
                  <a:lnTo>
                    <a:pt x="7935" y="5368"/>
                  </a:lnTo>
                  <a:lnTo>
                    <a:pt x="7935" y="5543"/>
                  </a:lnTo>
                  <a:lnTo>
                    <a:pt x="7993" y="5718"/>
                  </a:lnTo>
                  <a:lnTo>
                    <a:pt x="8110" y="5834"/>
                  </a:lnTo>
                  <a:lnTo>
                    <a:pt x="8285" y="5951"/>
                  </a:lnTo>
                  <a:lnTo>
                    <a:pt x="8693" y="6126"/>
                  </a:lnTo>
                  <a:lnTo>
                    <a:pt x="9277" y="6184"/>
                  </a:lnTo>
                  <a:lnTo>
                    <a:pt x="9802" y="6126"/>
                  </a:lnTo>
                  <a:lnTo>
                    <a:pt x="10210" y="5951"/>
                  </a:lnTo>
                  <a:lnTo>
                    <a:pt x="10385" y="5834"/>
                  </a:lnTo>
                  <a:lnTo>
                    <a:pt x="10502" y="5718"/>
                  </a:lnTo>
                  <a:lnTo>
                    <a:pt x="10618" y="5543"/>
                  </a:lnTo>
                  <a:lnTo>
                    <a:pt x="10618" y="5368"/>
                  </a:lnTo>
                  <a:lnTo>
                    <a:pt x="10560" y="4843"/>
                  </a:lnTo>
                  <a:lnTo>
                    <a:pt x="10443" y="4318"/>
                  </a:lnTo>
                  <a:lnTo>
                    <a:pt x="10210" y="3793"/>
                  </a:lnTo>
                  <a:lnTo>
                    <a:pt x="9918" y="3326"/>
                  </a:lnTo>
                  <a:lnTo>
                    <a:pt x="9510" y="2801"/>
                  </a:lnTo>
                  <a:lnTo>
                    <a:pt x="9043" y="2392"/>
                  </a:lnTo>
                  <a:lnTo>
                    <a:pt x="8518" y="1984"/>
                  </a:lnTo>
                  <a:lnTo>
                    <a:pt x="7935" y="1576"/>
                  </a:lnTo>
                  <a:lnTo>
                    <a:pt x="7293" y="1226"/>
                  </a:lnTo>
                  <a:lnTo>
                    <a:pt x="6535" y="934"/>
                  </a:lnTo>
                  <a:lnTo>
                    <a:pt x="5776" y="642"/>
                  </a:lnTo>
                  <a:lnTo>
                    <a:pt x="4960" y="467"/>
                  </a:lnTo>
                  <a:lnTo>
                    <a:pt x="4143" y="234"/>
                  </a:lnTo>
                  <a:lnTo>
                    <a:pt x="3209" y="117"/>
                  </a:lnTo>
                  <a:lnTo>
                    <a:pt x="2334" y="59"/>
                  </a:lnTo>
                  <a:lnTo>
                    <a:pt x="13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6"/>
            <p:cNvSpPr/>
            <p:nvPr/>
          </p:nvSpPr>
          <p:spPr>
            <a:xfrm>
              <a:off x="4152700" y="2476825"/>
              <a:ext cx="826975" cy="215875"/>
            </a:xfrm>
            <a:custGeom>
              <a:avLst/>
              <a:gdLst/>
              <a:ahLst/>
              <a:cxnLst/>
              <a:rect l="l" t="t" r="r" b="b"/>
              <a:pathLst>
                <a:path w="33079" h="8635" extrusionOk="0">
                  <a:moveTo>
                    <a:pt x="16569" y="1"/>
                  </a:moveTo>
                  <a:lnTo>
                    <a:pt x="14877" y="59"/>
                  </a:lnTo>
                  <a:lnTo>
                    <a:pt x="13244" y="117"/>
                  </a:lnTo>
                  <a:lnTo>
                    <a:pt x="11668" y="176"/>
                  </a:lnTo>
                  <a:lnTo>
                    <a:pt x="10152" y="351"/>
                  </a:lnTo>
                  <a:lnTo>
                    <a:pt x="8693" y="526"/>
                  </a:lnTo>
                  <a:lnTo>
                    <a:pt x="7293" y="759"/>
                  </a:lnTo>
                  <a:lnTo>
                    <a:pt x="6068" y="993"/>
                  </a:lnTo>
                  <a:lnTo>
                    <a:pt x="4843" y="1284"/>
                  </a:lnTo>
                  <a:lnTo>
                    <a:pt x="3793" y="1576"/>
                  </a:lnTo>
                  <a:lnTo>
                    <a:pt x="2859" y="1926"/>
                  </a:lnTo>
                  <a:lnTo>
                    <a:pt x="2043" y="2276"/>
                  </a:lnTo>
                  <a:lnTo>
                    <a:pt x="1343" y="2626"/>
                  </a:lnTo>
                  <a:lnTo>
                    <a:pt x="759" y="3034"/>
                  </a:lnTo>
                  <a:lnTo>
                    <a:pt x="351" y="3443"/>
                  </a:lnTo>
                  <a:lnTo>
                    <a:pt x="234" y="3676"/>
                  </a:lnTo>
                  <a:lnTo>
                    <a:pt x="118" y="3909"/>
                  </a:lnTo>
                  <a:lnTo>
                    <a:pt x="59" y="4084"/>
                  </a:lnTo>
                  <a:lnTo>
                    <a:pt x="1" y="4318"/>
                  </a:lnTo>
                  <a:lnTo>
                    <a:pt x="59" y="4551"/>
                  </a:lnTo>
                  <a:lnTo>
                    <a:pt x="118" y="4785"/>
                  </a:lnTo>
                  <a:lnTo>
                    <a:pt x="234" y="4960"/>
                  </a:lnTo>
                  <a:lnTo>
                    <a:pt x="351" y="5193"/>
                  </a:lnTo>
                  <a:lnTo>
                    <a:pt x="759" y="5601"/>
                  </a:lnTo>
                  <a:lnTo>
                    <a:pt x="1343" y="6010"/>
                  </a:lnTo>
                  <a:lnTo>
                    <a:pt x="2043" y="6418"/>
                  </a:lnTo>
                  <a:lnTo>
                    <a:pt x="2859" y="6768"/>
                  </a:lnTo>
                  <a:lnTo>
                    <a:pt x="3793" y="7060"/>
                  </a:lnTo>
                  <a:lnTo>
                    <a:pt x="4843" y="7410"/>
                  </a:lnTo>
                  <a:lnTo>
                    <a:pt x="6068" y="7643"/>
                  </a:lnTo>
                  <a:lnTo>
                    <a:pt x="7293" y="7935"/>
                  </a:lnTo>
                  <a:lnTo>
                    <a:pt x="8693" y="8110"/>
                  </a:lnTo>
                  <a:lnTo>
                    <a:pt x="10152" y="8285"/>
                  </a:lnTo>
                  <a:lnTo>
                    <a:pt x="11668" y="8460"/>
                  </a:lnTo>
                  <a:lnTo>
                    <a:pt x="13244" y="8576"/>
                  </a:lnTo>
                  <a:lnTo>
                    <a:pt x="14877" y="8635"/>
                  </a:lnTo>
                  <a:lnTo>
                    <a:pt x="18261" y="8635"/>
                  </a:lnTo>
                  <a:lnTo>
                    <a:pt x="19894" y="8576"/>
                  </a:lnTo>
                  <a:lnTo>
                    <a:pt x="21469" y="8460"/>
                  </a:lnTo>
                  <a:lnTo>
                    <a:pt x="22986" y="8285"/>
                  </a:lnTo>
                  <a:lnTo>
                    <a:pt x="24444" y="8110"/>
                  </a:lnTo>
                  <a:lnTo>
                    <a:pt x="25786" y="7935"/>
                  </a:lnTo>
                  <a:lnTo>
                    <a:pt x="27070" y="7643"/>
                  </a:lnTo>
                  <a:lnTo>
                    <a:pt x="28236" y="7410"/>
                  </a:lnTo>
                  <a:lnTo>
                    <a:pt x="29345" y="7060"/>
                  </a:lnTo>
                  <a:lnTo>
                    <a:pt x="30278" y="6768"/>
                  </a:lnTo>
                  <a:lnTo>
                    <a:pt x="31095" y="6418"/>
                  </a:lnTo>
                  <a:lnTo>
                    <a:pt x="31795" y="6010"/>
                  </a:lnTo>
                  <a:lnTo>
                    <a:pt x="32378" y="5601"/>
                  </a:lnTo>
                  <a:lnTo>
                    <a:pt x="32787" y="5193"/>
                  </a:lnTo>
                  <a:lnTo>
                    <a:pt x="32903" y="4960"/>
                  </a:lnTo>
                  <a:lnTo>
                    <a:pt x="33020" y="4785"/>
                  </a:lnTo>
                  <a:lnTo>
                    <a:pt x="33078" y="4551"/>
                  </a:lnTo>
                  <a:lnTo>
                    <a:pt x="33078" y="4318"/>
                  </a:lnTo>
                  <a:lnTo>
                    <a:pt x="33078" y="4084"/>
                  </a:lnTo>
                  <a:lnTo>
                    <a:pt x="33020" y="3909"/>
                  </a:lnTo>
                  <a:lnTo>
                    <a:pt x="32903" y="3676"/>
                  </a:lnTo>
                  <a:lnTo>
                    <a:pt x="32787" y="3443"/>
                  </a:lnTo>
                  <a:lnTo>
                    <a:pt x="32378" y="3034"/>
                  </a:lnTo>
                  <a:lnTo>
                    <a:pt x="31795" y="2626"/>
                  </a:lnTo>
                  <a:lnTo>
                    <a:pt x="31095" y="2276"/>
                  </a:lnTo>
                  <a:lnTo>
                    <a:pt x="30278" y="1926"/>
                  </a:lnTo>
                  <a:lnTo>
                    <a:pt x="29345" y="1576"/>
                  </a:lnTo>
                  <a:lnTo>
                    <a:pt x="28236" y="1284"/>
                  </a:lnTo>
                  <a:lnTo>
                    <a:pt x="27070" y="993"/>
                  </a:lnTo>
                  <a:lnTo>
                    <a:pt x="25786" y="759"/>
                  </a:lnTo>
                  <a:lnTo>
                    <a:pt x="24444" y="526"/>
                  </a:lnTo>
                  <a:lnTo>
                    <a:pt x="22986" y="351"/>
                  </a:lnTo>
                  <a:lnTo>
                    <a:pt x="21469" y="176"/>
                  </a:lnTo>
                  <a:lnTo>
                    <a:pt x="19894" y="117"/>
                  </a:lnTo>
                  <a:lnTo>
                    <a:pt x="18261" y="59"/>
                  </a:lnTo>
                  <a:lnTo>
                    <a:pt x="16569" y="1"/>
                  </a:lnTo>
                  <a:close/>
                </a:path>
              </a:pathLst>
            </a:custGeom>
            <a:solidFill>
              <a:srgbClr val="777CBA">
                <a:alpha val="3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6"/>
            <p:cNvSpPr/>
            <p:nvPr/>
          </p:nvSpPr>
          <p:spPr>
            <a:xfrm>
              <a:off x="4842550" y="2839975"/>
              <a:ext cx="826975" cy="215875"/>
            </a:xfrm>
            <a:custGeom>
              <a:avLst/>
              <a:gdLst/>
              <a:ahLst/>
              <a:cxnLst/>
              <a:rect l="l" t="t" r="r" b="b"/>
              <a:pathLst>
                <a:path w="33079" h="8635" extrusionOk="0">
                  <a:moveTo>
                    <a:pt x="16510" y="1"/>
                  </a:moveTo>
                  <a:lnTo>
                    <a:pt x="14819" y="59"/>
                  </a:lnTo>
                  <a:lnTo>
                    <a:pt x="13185" y="118"/>
                  </a:lnTo>
                  <a:lnTo>
                    <a:pt x="11610" y="234"/>
                  </a:lnTo>
                  <a:lnTo>
                    <a:pt x="10093" y="351"/>
                  </a:lnTo>
                  <a:lnTo>
                    <a:pt x="8635" y="526"/>
                  </a:lnTo>
                  <a:lnTo>
                    <a:pt x="7293" y="759"/>
                  </a:lnTo>
                  <a:lnTo>
                    <a:pt x="6010" y="993"/>
                  </a:lnTo>
                  <a:lnTo>
                    <a:pt x="4843" y="1284"/>
                  </a:lnTo>
                  <a:lnTo>
                    <a:pt x="3734" y="1576"/>
                  </a:lnTo>
                  <a:lnTo>
                    <a:pt x="2801" y="1926"/>
                  </a:lnTo>
                  <a:lnTo>
                    <a:pt x="1984" y="2276"/>
                  </a:lnTo>
                  <a:lnTo>
                    <a:pt x="1284" y="2684"/>
                  </a:lnTo>
                  <a:lnTo>
                    <a:pt x="701" y="3035"/>
                  </a:lnTo>
                  <a:lnTo>
                    <a:pt x="292" y="3443"/>
                  </a:lnTo>
                  <a:lnTo>
                    <a:pt x="176" y="3676"/>
                  </a:lnTo>
                  <a:lnTo>
                    <a:pt x="59" y="3910"/>
                  </a:lnTo>
                  <a:lnTo>
                    <a:pt x="1" y="4143"/>
                  </a:lnTo>
                  <a:lnTo>
                    <a:pt x="1" y="4318"/>
                  </a:lnTo>
                  <a:lnTo>
                    <a:pt x="1" y="4551"/>
                  </a:lnTo>
                  <a:lnTo>
                    <a:pt x="59" y="4785"/>
                  </a:lnTo>
                  <a:lnTo>
                    <a:pt x="176" y="5018"/>
                  </a:lnTo>
                  <a:lnTo>
                    <a:pt x="292" y="5193"/>
                  </a:lnTo>
                  <a:lnTo>
                    <a:pt x="701" y="5601"/>
                  </a:lnTo>
                  <a:lnTo>
                    <a:pt x="1284" y="6010"/>
                  </a:lnTo>
                  <a:lnTo>
                    <a:pt x="1984" y="6418"/>
                  </a:lnTo>
                  <a:lnTo>
                    <a:pt x="2801" y="6768"/>
                  </a:lnTo>
                  <a:lnTo>
                    <a:pt x="3734" y="7118"/>
                  </a:lnTo>
                  <a:lnTo>
                    <a:pt x="4843" y="7410"/>
                  </a:lnTo>
                  <a:lnTo>
                    <a:pt x="6010" y="7702"/>
                  </a:lnTo>
                  <a:lnTo>
                    <a:pt x="7293" y="7935"/>
                  </a:lnTo>
                  <a:lnTo>
                    <a:pt x="8635" y="8168"/>
                  </a:lnTo>
                  <a:lnTo>
                    <a:pt x="10093" y="8343"/>
                  </a:lnTo>
                  <a:lnTo>
                    <a:pt x="11610" y="8460"/>
                  </a:lnTo>
                  <a:lnTo>
                    <a:pt x="13185" y="8577"/>
                  </a:lnTo>
                  <a:lnTo>
                    <a:pt x="14819" y="8635"/>
                  </a:lnTo>
                  <a:lnTo>
                    <a:pt x="18202" y="8635"/>
                  </a:lnTo>
                  <a:lnTo>
                    <a:pt x="19836" y="8577"/>
                  </a:lnTo>
                  <a:lnTo>
                    <a:pt x="21411" y="8460"/>
                  </a:lnTo>
                  <a:lnTo>
                    <a:pt x="22927" y="8343"/>
                  </a:lnTo>
                  <a:lnTo>
                    <a:pt x="24386" y="8168"/>
                  </a:lnTo>
                  <a:lnTo>
                    <a:pt x="25786" y="7935"/>
                  </a:lnTo>
                  <a:lnTo>
                    <a:pt x="27011" y="7702"/>
                  </a:lnTo>
                  <a:lnTo>
                    <a:pt x="28236" y="7410"/>
                  </a:lnTo>
                  <a:lnTo>
                    <a:pt x="29286" y="7118"/>
                  </a:lnTo>
                  <a:lnTo>
                    <a:pt x="30220" y="6768"/>
                  </a:lnTo>
                  <a:lnTo>
                    <a:pt x="31036" y="6418"/>
                  </a:lnTo>
                  <a:lnTo>
                    <a:pt x="31737" y="6010"/>
                  </a:lnTo>
                  <a:lnTo>
                    <a:pt x="32320" y="5601"/>
                  </a:lnTo>
                  <a:lnTo>
                    <a:pt x="32728" y="5193"/>
                  </a:lnTo>
                  <a:lnTo>
                    <a:pt x="32845" y="5018"/>
                  </a:lnTo>
                  <a:lnTo>
                    <a:pt x="32962" y="4785"/>
                  </a:lnTo>
                  <a:lnTo>
                    <a:pt x="33020" y="4551"/>
                  </a:lnTo>
                  <a:lnTo>
                    <a:pt x="33078" y="4318"/>
                  </a:lnTo>
                  <a:lnTo>
                    <a:pt x="33020" y="4143"/>
                  </a:lnTo>
                  <a:lnTo>
                    <a:pt x="32962" y="3910"/>
                  </a:lnTo>
                  <a:lnTo>
                    <a:pt x="32845" y="3676"/>
                  </a:lnTo>
                  <a:lnTo>
                    <a:pt x="32728" y="3443"/>
                  </a:lnTo>
                  <a:lnTo>
                    <a:pt x="32320" y="3035"/>
                  </a:lnTo>
                  <a:lnTo>
                    <a:pt x="31737" y="2684"/>
                  </a:lnTo>
                  <a:lnTo>
                    <a:pt x="31036" y="2276"/>
                  </a:lnTo>
                  <a:lnTo>
                    <a:pt x="30220" y="1926"/>
                  </a:lnTo>
                  <a:lnTo>
                    <a:pt x="29286" y="1576"/>
                  </a:lnTo>
                  <a:lnTo>
                    <a:pt x="28236" y="1284"/>
                  </a:lnTo>
                  <a:lnTo>
                    <a:pt x="27011" y="993"/>
                  </a:lnTo>
                  <a:lnTo>
                    <a:pt x="25786" y="759"/>
                  </a:lnTo>
                  <a:lnTo>
                    <a:pt x="24386" y="526"/>
                  </a:lnTo>
                  <a:lnTo>
                    <a:pt x="22927" y="351"/>
                  </a:lnTo>
                  <a:lnTo>
                    <a:pt x="21411" y="234"/>
                  </a:lnTo>
                  <a:lnTo>
                    <a:pt x="19836" y="118"/>
                  </a:lnTo>
                  <a:lnTo>
                    <a:pt x="18202" y="59"/>
                  </a:lnTo>
                  <a:lnTo>
                    <a:pt x="16510" y="1"/>
                  </a:lnTo>
                  <a:close/>
                </a:path>
              </a:pathLst>
            </a:custGeom>
            <a:solidFill>
              <a:srgbClr val="777CBA">
                <a:alpha val="3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6"/>
            <p:cNvSpPr/>
            <p:nvPr/>
          </p:nvSpPr>
          <p:spPr>
            <a:xfrm>
              <a:off x="4291275" y="1846775"/>
              <a:ext cx="460875" cy="517775"/>
            </a:xfrm>
            <a:custGeom>
              <a:avLst/>
              <a:gdLst/>
              <a:ahLst/>
              <a:cxnLst/>
              <a:rect l="l" t="t" r="r" b="b"/>
              <a:pathLst>
                <a:path w="18435" h="20711" extrusionOk="0">
                  <a:moveTo>
                    <a:pt x="11434" y="1"/>
                  </a:moveTo>
                  <a:lnTo>
                    <a:pt x="0" y="6651"/>
                  </a:lnTo>
                  <a:lnTo>
                    <a:pt x="0" y="12018"/>
                  </a:lnTo>
                  <a:lnTo>
                    <a:pt x="0" y="12777"/>
                  </a:lnTo>
                  <a:lnTo>
                    <a:pt x="58" y="13477"/>
                  </a:lnTo>
                  <a:lnTo>
                    <a:pt x="175" y="14177"/>
                  </a:lnTo>
                  <a:lnTo>
                    <a:pt x="292" y="14819"/>
                  </a:lnTo>
                  <a:lnTo>
                    <a:pt x="408" y="15402"/>
                  </a:lnTo>
                  <a:lnTo>
                    <a:pt x="642" y="15985"/>
                  </a:lnTo>
                  <a:lnTo>
                    <a:pt x="817" y="16510"/>
                  </a:lnTo>
                  <a:lnTo>
                    <a:pt x="1108" y="17035"/>
                  </a:lnTo>
                  <a:lnTo>
                    <a:pt x="1342" y="17502"/>
                  </a:lnTo>
                  <a:lnTo>
                    <a:pt x="1692" y="17911"/>
                  </a:lnTo>
                  <a:lnTo>
                    <a:pt x="1983" y="18319"/>
                  </a:lnTo>
                  <a:lnTo>
                    <a:pt x="2392" y="18727"/>
                  </a:lnTo>
                  <a:lnTo>
                    <a:pt x="2742" y="19077"/>
                  </a:lnTo>
                  <a:lnTo>
                    <a:pt x="3150" y="19427"/>
                  </a:lnTo>
                  <a:lnTo>
                    <a:pt x="4084" y="20011"/>
                  </a:lnTo>
                  <a:lnTo>
                    <a:pt x="4959" y="20419"/>
                  </a:lnTo>
                  <a:lnTo>
                    <a:pt x="5367" y="20594"/>
                  </a:lnTo>
                  <a:lnTo>
                    <a:pt x="5717" y="20711"/>
                  </a:lnTo>
                  <a:lnTo>
                    <a:pt x="6417" y="20711"/>
                  </a:lnTo>
                  <a:lnTo>
                    <a:pt x="6709" y="20652"/>
                  </a:lnTo>
                  <a:lnTo>
                    <a:pt x="7001" y="20536"/>
                  </a:lnTo>
                  <a:lnTo>
                    <a:pt x="18435" y="13885"/>
                  </a:lnTo>
                  <a:lnTo>
                    <a:pt x="18143" y="14002"/>
                  </a:lnTo>
                  <a:lnTo>
                    <a:pt x="17793" y="14060"/>
                  </a:lnTo>
                  <a:lnTo>
                    <a:pt x="17501" y="14119"/>
                  </a:lnTo>
                  <a:lnTo>
                    <a:pt x="17151" y="14060"/>
                  </a:lnTo>
                  <a:lnTo>
                    <a:pt x="16743" y="13944"/>
                  </a:lnTo>
                  <a:lnTo>
                    <a:pt x="16335" y="13827"/>
                  </a:lnTo>
                  <a:lnTo>
                    <a:pt x="15460" y="13360"/>
                  </a:lnTo>
                  <a:lnTo>
                    <a:pt x="14584" y="12777"/>
                  </a:lnTo>
                  <a:lnTo>
                    <a:pt x="14176" y="12427"/>
                  </a:lnTo>
                  <a:lnTo>
                    <a:pt x="13768" y="12077"/>
                  </a:lnTo>
                  <a:lnTo>
                    <a:pt x="13418" y="11727"/>
                  </a:lnTo>
                  <a:lnTo>
                    <a:pt x="13068" y="11318"/>
                  </a:lnTo>
                  <a:lnTo>
                    <a:pt x="12776" y="10852"/>
                  </a:lnTo>
                  <a:lnTo>
                    <a:pt x="12484" y="10385"/>
                  </a:lnTo>
                  <a:lnTo>
                    <a:pt x="12251" y="9860"/>
                  </a:lnTo>
                  <a:lnTo>
                    <a:pt x="12018" y="9335"/>
                  </a:lnTo>
                  <a:lnTo>
                    <a:pt x="11843" y="8751"/>
                  </a:lnTo>
                  <a:lnTo>
                    <a:pt x="11668" y="8168"/>
                  </a:lnTo>
                  <a:lnTo>
                    <a:pt x="11551" y="7526"/>
                  </a:lnTo>
                  <a:lnTo>
                    <a:pt x="11493" y="6885"/>
                  </a:lnTo>
                  <a:lnTo>
                    <a:pt x="11434" y="6126"/>
                  </a:lnTo>
                  <a:lnTo>
                    <a:pt x="11376" y="5368"/>
                  </a:lnTo>
                  <a:lnTo>
                    <a:pt x="114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6"/>
            <p:cNvSpPr/>
            <p:nvPr/>
          </p:nvSpPr>
          <p:spPr>
            <a:xfrm>
              <a:off x="4104575" y="1738850"/>
              <a:ext cx="472575" cy="274225"/>
            </a:xfrm>
            <a:custGeom>
              <a:avLst/>
              <a:gdLst/>
              <a:ahLst/>
              <a:cxnLst/>
              <a:rect l="l" t="t" r="r" b="b"/>
              <a:pathLst>
                <a:path w="18903" h="10969" extrusionOk="0">
                  <a:moveTo>
                    <a:pt x="11377" y="1"/>
                  </a:moveTo>
                  <a:lnTo>
                    <a:pt x="1" y="6651"/>
                  </a:lnTo>
                  <a:lnTo>
                    <a:pt x="7468" y="10968"/>
                  </a:lnTo>
                  <a:lnTo>
                    <a:pt x="18902" y="4318"/>
                  </a:lnTo>
                  <a:lnTo>
                    <a:pt x="113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6"/>
            <p:cNvSpPr/>
            <p:nvPr/>
          </p:nvSpPr>
          <p:spPr>
            <a:xfrm>
              <a:off x="4291275" y="1566750"/>
              <a:ext cx="316500" cy="306300"/>
            </a:xfrm>
            <a:custGeom>
              <a:avLst/>
              <a:gdLst/>
              <a:ahLst/>
              <a:cxnLst/>
              <a:rect l="l" t="t" r="r" b="b"/>
              <a:pathLst>
                <a:path w="12660" h="12252" extrusionOk="0">
                  <a:moveTo>
                    <a:pt x="12659" y="1"/>
                  </a:moveTo>
                  <a:lnTo>
                    <a:pt x="1225" y="6651"/>
                  </a:lnTo>
                  <a:lnTo>
                    <a:pt x="992" y="6885"/>
                  </a:lnTo>
                  <a:lnTo>
                    <a:pt x="758" y="7118"/>
                  </a:lnTo>
                  <a:lnTo>
                    <a:pt x="525" y="7468"/>
                  </a:lnTo>
                  <a:lnTo>
                    <a:pt x="350" y="7935"/>
                  </a:lnTo>
                  <a:lnTo>
                    <a:pt x="233" y="8460"/>
                  </a:lnTo>
                  <a:lnTo>
                    <a:pt x="117" y="9043"/>
                  </a:lnTo>
                  <a:lnTo>
                    <a:pt x="58" y="9743"/>
                  </a:lnTo>
                  <a:lnTo>
                    <a:pt x="0" y="10502"/>
                  </a:lnTo>
                  <a:lnTo>
                    <a:pt x="0" y="12252"/>
                  </a:lnTo>
                  <a:lnTo>
                    <a:pt x="11434" y="5601"/>
                  </a:lnTo>
                  <a:lnTo>
                    <a:pt x="11434" y="3851"/>
                  </a:lnTo>
                  <a:lnTo>
                    <a:pt x="11434" y="3093"/>
                  </a:lnTo>
                  <a:lnTo>
                    <a:pt x="11551" y="2393"/>
                  </a:lnTo>
                  <a:lnTo>
                    <a:pt x="11609" y="1809"/>
                  </a:lnTo>
                  <a:lnTo>
                    <a:pt x="11784" y="1284"/>
                  </a:lnTo>
                  <a:lnTo>
                    <a:pt x="11959" y="876"/>
                  </a:lnTo>
                  <a:lnTo>
                    <a:pt x="12134" y="526"/>
                  </a:lnTo>
                  <a:lnTo>
                    <a:pt x="12368" y="234"/>
                  </a:lnTo>
                  <a:lnTo>
                    <a:pt x="1265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6"/>
            <p:cNvSpPr/>
            <p:nvPr/>
          </p:nvSpPr>
          <p:spPr>
            <a:xfrm>
              <a:off x="4302925" y="1089850"/>
              <a:ext cx="303375" cy="501725"/>
            </a:xfrm>
            <a:custGeom>
              <a:avLst/>
              <a:gdLst/>
              <a:ahLst/>
              <a:cxnLst/>
              <a:rect l="l" t="t" r="r" b="b"/>
              <a:pathLst>
                <a:path w="12135" h="20069" extrusionOk="0">
                  <a:moveTo>
                    <a:pt x="12135" y="0"/>
                  </a:moveTo>
                  <a:lnTo>
                    <a:pt x="701" y="6651"/>
                  </a:lnTo>
                  <a:lnTo>
                    <a:pt x="1" y="20069"/>
                  </a:lnTo>
                  <a:lnTo>
                    <a:pt x="1" y="20069"/>
                  </a:lnTo>
                  <a:lnTo>
                    <a:pt x="11435" y="13418"/>
                  </a:lnTo>
                  <a:lnTo>
                    <a:pt x="121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6"/>
            <p:cNvSpPr/>
            <p:nvPr/>
          </p:nvSpPr>
          <p:spPr>
            <a:xfrm>
              <a:off x="4332100" y="1387375"/>
              <a:ext cx="647575" cy="1207625"/>
            </a:xfrm>
            <a:custGeom>
              <a:avLst/>
              <a:gdLst/>
              <a:ahLst/>
              <a:cxnLst/>
              <a:rect l="l" t="t" r="r" b="b"/>
              <a:pathLst>
                <a:path w="25903" h="48305" extrusionOk="0">
                  <a:moveTo>
                    <a:pt x="13243" y="0"/>
                  </a:moveTo>
                  <a:lnTo>
                    <a:pt x="12601" y="59"/>
                  </a:lnTo>
                  <a:lnTo>
                    <a:pt x="11960" y="234"/>
                  </a:lnTo>
                  <a:lnTo>
                    <a:pt x="11435" y="467"/>
                  </a:lnTo>
                  <a:lnTo>
                    <a:pt x="0" y="7118"/>
                  </a:lnTo>
                  <a:lnTo>
                    <a:pt x="584" y="6884"/>
                  </a:lnTo>
                  <a:lnTo>
                    <a:pt x="1167" y="6709"/>
                  </a:lnTo>
                  <a:lnTo>
                    <a:pt x="1809" y="6651"/>
                  </a:lnTo>
                  <a:lnTo>
                    <a:pt x="2509" y="6709"/>
                  </a:lnTo>
                  <a:lnTo>
                    <a:pt x="3267" y="6826"/>
                  </a:lnTo>
                  <a:lnTo>
                    <a:pt x="4026" y="7118"/>
                  </a:lnTo>
                  <a:lnTo>
                    <a:pt x="4901" y="7468"/>
                  </a:lnTo>
                  <a:lnTo>
                    <a:pt x="5776" y="7934"/>
                  </a:lnTo>
                  <a:lnTo>
                    <a:pt x="6826" y="8576"/>
                  </a:lnTo>
                  <a:lnTo>
                    <a:pt x="7818" y="9334"/>
                  </a:lnTo>
                  <a:lnTo>
                    <a:pt x="8751" y="10151"/>
                  </a:lnTo>
                  <a:lnTo>
                    <a:pt x="9626" y="11026"/>
                  </a:lnTo>
                  <a:lnTo>
                    <a:pt x="10385" y="11960"/>
                  </a:lnTo>
                  <a:lnTo>
                    <a:pt x="11085" y="12951"/>
                  </a:lnTo>
                  <a:lnTo>
                    <a:pt x="11785" y="14001"/>
                  </a:lnTo>
                  <a:lnTo>
                    <a:pt x="12310" y="15168"/>
                  </a:lnTo>
                  <a:lnTo>
                    <a:pt x="12835" y="16335"/>
                  </a:lnTo>
                  <a:lnTo>
                    <a:pt x="13301" y="17560"/>
                  </a:lnTo>
                  <a:lnTo>
                    <a:pt x="13652" y="18902"/>
                  </a:lnTo>
                  <a:lnTo>
                    <a:pt x="14002" y="20244"/>
                  </a:lnTo>
                  <a:lnTo>
                    <a:pt x="14235" y="21644"/>
                  </a:lnTo>
                  <a:lnTo>
                    <a:pt x="14410" y="23161"/>
                  </a:lnTo>
                  <a:lnTo>
                    <a:pt x="14468" y="24677"/>
                  </a:lnTo>
                  <a:lnTo>
                    <a:pt x="14527" y="26252"/>
                  </a:lnTo>
                  <a:lnTo>
                    <a:pt x="14468" y="39145"/>
                  </a:lnTo>
                  <a:lnTo>
                    <a:pt x="14410" y="40837"/>
                  </a:lnTo>
                  <a:lnTo>
                    <a:pt x="14235" y="42412"/>
                  </a:lnTo>
                  <a:lnTo>
                    <a:pt x="14002" y="43812"/>
                  </a:lnTo>
                  <a:lnTo>
                    <a:pt x="13827" y="44454"/>
                  </a:lnTo>
                  <a:lnTo>
                    <a:pt x="13652" y="45037"/>
                  </a:lnTo>
                  <a:lnTo>
                    <a:pt x="13418" y="45621"/>
                  </a:lnTo>
                  <a:lnTo>
                    <a:pt x="13185" y="46087"/>
                  </a:lnTo>
                  <a:lnTo>
                    <a:pt x="12893" y="46612"/>
                  </a:lnTo>
                  <a:lnTo>
                    <a:pt x="12601" y="47021"/>
                  </a:lnTo>
                  <a:lnTo>
                    <a:pt x="12310" y="47371"/>
                  </a:lnTo>
                  <a:lnTo>
                    <a:pt x="11960" y="47721"/>
                  </a:lnTo>
                  <a:lnTo>
                    <a:pt x="11610" y="48012"/>
                  </a:lnTo>
                  <a:lnTo>
                    <a:pt x="11201" y="48304"/>
                  </a:lnTo>
                  <a:lnTo>
                    <a:pt x="11201" y="48304"/>
                  </a:lnTo>
                  <a:lnTo>
                    <a:pt x="22636" y="41654"/>
                  </a:lnTo>
                  <a:lnTo>
                    <a:pt x="23044" y="41420"/>
                  </a:lnTo>
                  <a:lnTo>
                    <a:pt x="23394" y="41129"/>
                  </a:lnTo>
                  <a:lnTo>
                    <a:pt x="23744" y="40779"/>
                  </a:lnTo>
                  <a:lnTo>
                    <a:pt x="24036" y="40370"/>
                  </a:lnTo>
                  <a:lnTo>
                    <a:pt x="24327" y="39962"/>
                  </a:lnTo>
                  <a:lnTo>
                    <a:pt x="24619" y="39495"/>
                  </a:lnTo>
                  <a:lnTo>
                    <a:pt x="24852" y="38970"/>
                  </a:lnTo>
                  <a:lnTo>
                    <a:pt x="25086" y="38387"/>
                  </a:lnTo>
                  <a:lnTo>
                    <a:pt x="25261" y="37803"/>
                  </a:lnTo>
                  <a:lnTo>
                    <a:pt x="25436" y="37162"/>
                  </a:lnTo>
                  <a:lnTo>
                    <a:pt x="25669" y="35762"/>
                  </a:lnTo>
                  <a:lnTo>
                    <a:pt x="25844" y="34245"/>
                  </a:lnTo>
                  <a:lnTo>
                    <a:pt x="25902" y="32495"/>
                  </a:lnTo>
                  <a:lnTo>
                    <a:pt x="25902" y="19602"/>
                  </a:lnTo>
                  <a:lnTo>
                    <a:pt x="25902" y="18027"/>
                  </a:lnTo>
                  <a:lnTo>
                    <a:pt x="25786" y="16510"/>
                  </a:lnTo>
                  <a:lnTo>
                    <a:pt x="25611" y="15052"/>
                  </a:lnTo>
                  <a:lnTo>
                    <a:pt x="25377" y="13593"/>
                  </a:lnTo>
                  <a:lnTo>
                    <a:pt x="25086" y="12251"/>
                  </a:lnTo>
                  <a:lnTo>
                    <a:pt x="24736" y="10968"/>
                  </a:lnTo>
                  <a:lnTo>
                    <a:pt x="24269" y="9684"/>
                  </a:lnTo>
                  <a:lnTo>
                    <a:pt x="23744" y="8518"/>
                  </a:lnTo>
                  <a:lnTo>
                    <a:pt x="23161" y="7409"/>
                  </a:lnTo>
                  <a:lnTo>
                    <a:pt x="22519" y="6301"/>
                  </a:lnTo>
                  <a:lnTo>
                    <a:pt x="21819" y="5309"/>
                  </a:lnTo>
                  <a:lnTo>
                    <a:pt x="21002" y="4376"/>
                  </a:lnTo>
                  <a:lnTo>
                    <a:pt x="20185" y="3501"/>
                  </a:lnTo>
                  <a:lnTo>
                    <a:pt x="19252" y="2684"/>
                  </a:lnTo>
                  <a:lnTo>
                    <a:pt x="18260" y="1984"/>
                  </a:lnTo>
                  <a:lnTo>
                    <a:pt x="17210" y="1284"/>
                  </a:lnTo>
                  <a:lnTo>
                    <a:pt x="16277" y="817"/>
                  </a:lnTo>
                  <a:lnTo>
                    <a:pt x="15460" y="467"/>
                  </a:lnTo>
                  <a:lnTo>
                    <a:pt x="14643" y="234"/>
                  </a:lnTo>
                  <a:lnTo>
                    <a:pt x="13943" y="59"/>
                  </a:lnTo>
                  <a:lnTo>
                    <a:pt x="1324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6"/>
            <p:cNvSpPr/>
            <p:nvPr/>
          </p:nvSpPr>
          <p:spPr>
            <a:xfrm>
              <a:off x="4664625" y="1081100"/>
              <a:ext cx="285875" cy="373375"/>
            </a:xfrm>
            <a:custGeom>
              <a:avLst/>
              <a:gdLst/>
              <a:ahLst/>
              <a:cxnLst/>
              <a:rect l="l" t="t" r="r" b="b"/>
              <a:pathLst>
                <a:path w="11435" h="14935" extrusionOk="0">
                  <a:moveTo>
                    <a:pt x="11435" y="0"/>
                  </a:moveTo>
                  <a:lnTo>
                    <a:pt x="0" y="6651"/>
                  </a:lnTo>
                  <a:lnTo>
                    <a:pt x="0" y="14935"/>
                  </a:lnTo>
                  <a:lnTo>
                    <a:pt x="11376" y="8284"/>
                  </a:lnTo>
                  <a:lnTo>
                    <a:pt x="114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4104575" y="945450"/>
              <a:ext cx="590700" cy="1664125"/>
            </a:xfrm>
            <a:custGeom>
              <a:avLst/>
              <a:gdLst/>
              <a:ahLst/>
              <a:cxnLst/>
              <a:rect l="l" t="t" r="r" b="b"/>
              <a:pathLst>
                <a:path w="23628" h="66565" extrusionOk="0">
                  <a:moveTo>
                    <a:pt x="1518" y="1"/>
                  </a:moveTo>
                  <a:lnTo>
                    <a:pt x="1" y="32729"/>
                  </a:lnTo>
                  <a:lnTo>
                    <a:pt x="7468" y="37104"/>
                  </a:lnTo>
                  <a:lnTo>
                    <a:pt x="7468" y="35354"/>
                  </a:lnTo>
                  <a:lnTo>
                    <a:pt x="7526" y="34595"/>
                  </a:lnTo>
                  <a:lnTo>
                    <a:pt x="7585" y="33954"/>
                  </a:lnTo>
                  <a:lnTo>
                    <a:pt x="7643" y="33370"/>
                  </a:lnTo>
                  <a:lnTo>
                    <a:pt x="7818" y="32845"/>
                  </a:lnTo>
                  <a:lnTo>
                    <a:pt x="7935" y="32437"/>
                  </a:lnTo>
                  <a:lnTo>
                    <a:pt x="8110" y="32087"/>
                  </a:lnTo>
                  <a:lnTo>
                    <a:pt x="8343" y="31795"/>
                  </a:lnTo>
                  <a:lnTo>
                    <a:pt x="8635" y="31562"/>
                  </a:lnTo>
                  <a:lnTo>
                    <a:pt x="8868" y="31445"/>
                  </a:lnTo>
                  <a:lnTo>
                    <a:pt x="9218" y="31328"/>
                  </a:lnTo>
                  <a:lnTo>
                    <a:pt x="9918" y="31328"/>
                  </a:lnTo>
                  <a:lnTo>
                    <a:pt x="10327" y="31445"/>
                  </a:lnTo>
                  <a:lnTo>
                    <a:pt x="10735" y="31562"/>
                  </a:lnTo>
                  <a:lnTo>
                    <a:pt x="11143" y="31737"/>
                  </a:lnTo>
                  <a:lnTo>
                    <a:pt x="11610" y="32028"/>
                  </a:lnTo>
                  <a:lnTo>
                    <a:pt x="12485" y="32612"/>
                  </a:lnTo>
                  <a:lnTo>
                    <a:pt x="12952" y="32962"/>
                  </a:lnTo>
                  <a:lnTo>
                    <a:pt x="13302" y="33312"/>
                  </a:lnTo>
                  <a:lnTo>
                    <a:pt x="13652" y="33662"/>
                  </a:lnTo>
                  <a:lnTo>
                    <a:pt x="14002" y="34129"/>
                  </a:lnTo>
                  <a:lnTo>
                    <a:pt x="14352" y="34537"/>
                  </a:lnTo>
                  <a:lnTo>
                    <a:pt x="14585" y="35062"/>
                  </a:lnTo>
                  <a:lnTo>
                    <a:pt x="14877" y="35529"/>
                  </a:lnTo>
                  <a:lnTo>
                    <a:pt x="15052" y="36112"/>
                  </a:lnTo>
                  <a:lnTo>
                    <a:pt x="15285" y="36637"/>
                  </a:lnTo>
                  <a:lnTo>
                    <a:pt x="15402" y="37279"/>
                  </a:lnTo>
                  <a:lnTo>
                    <a:pt x="15519" y="37921"/>
                  </a:lnTo>
                  <a:lnTo>
                    <a:pt x="15635" y="38621"/>
                  </a:lnTo>
                  <a:lnTo>
                    <a:pt x="15694" y="39321"/>
                  </a:lnTo>
                  <a:lnTo>
                    <a:pt x="15694" y="40079"/>
                  </a:lnTo>
                  <a:lnTo>
                    <a:pt x="15635" y="52797"/>
                  </a:lnTo>
                  <a:lnTo>
                    <a:pt x="15635" y="53555"/>
                  </a:lnTo>
                  <a:lnTo>
                    <a:pt x="15577" y="54197"/>
                  </a:lnTo>
                  <a:lnTo>
                    <a:pt x="15519" y="54780"/>
                  </a:lnTo>
                  <a:lnTo>
                    <a:pt x="15344" y="55247"/>
                  </a:lnTo>
                  <a:lnTo>
                    <a:pt x="15227" y="55714"/>
                  </a:lnTo>
                  <a:lnTo>
                    <a:pt x="14994" y="56064"/>
                  </a:lnTo>
                  <a:lnTo>
                    <a:pt x="14819" y="56297"/>
                  </a:lnTo>
                  <a:lnTo>
                    <a:pt x="14527" y="56530"/>
                  </a:lnTo>
                  <a:lnTo>
                    <a:pt x="14235" y="56705"/>
                  </a:lnTo>
                  <a:lnTo>
                    <a:pt x="13944" y="56764"/>
                  </a:lnTo>
                  <a:lnTo>
                    <a:pt x="13243" y="56764"/>
                  </a:lnTo>
                  <a:lnTo>
                    <a:pt x="12835" y="56647"/>
                  </a:lnTo>
                  <a:lnTo>
                    <a:pt x="12427" y="56530"/>
                  </a:lnTo>
                  <a:lnTo>
                    <a:pt x="11552" y="56064"/>
                  </a:lnTo>
                  <a:lnTo>
                    <a:pt x="10618" y="55480"/>
                  </a:lnTo>
                  <a:lnTo>
                    <a:pt x="10210" y="55130"/>
                  </a:lnTo>
                  <a:lnTo>
                    <a:pt x="9860" y="54780"/>
                  </a:lnTo>
                  <a:lnTo>
                    <a:pt x="9451" y="54372"/>
                  </a:lnTo>
                  <a:lnTo>
                    <a:pt x="9160" y="53964"/>
                  </a:lnTo>
                  <a:lnTo>
                    <a:pt x="8810" y="53555"/>
                  </a:lnTo>
                  <a:lnTo>
                    <a:pt x="8576" y="53088"/>
                  </a:lnTo>
                  <a:lnTo>
                    <a:pt x="8285" y="52563"/>
                  </a:lnTo>
                  <a:lnTo>
                    <a:pt x="8110" y="52038"/>
                  </a:lnTo>
                  <a:lnTo>
                    <a:pt x="7876" y="51455"/>
                  </a:lnTo>
                  <a:lnTo>
                    <a:pt x="7760" y="50872"/>
                  </a:lnTo>
                  <a:lnTo>
                    <a:pt x="7643" y="50230"/>
                  </a:lnTo>
                  <a:lnTo>
                    <a:pt x="7526" y="49530"/>
                  </a:lnTo>
                  <a:lnTo>
                    <a:pt x="7468" y="48830"/>
                  </a:lnTo>
                  <a:lnTo>
                    <a:pt x="7468" y="48071"/>
                  </a:lnTo>
                  <a:lnTo>
                    <a:pt x="7468" y="42704"/>
                  </a:lnTo>
                  <a:lnTo>
                    <a:pt x="1" y="38387"/>
                  </a:lnTo>
                  <a:lnTo>
                    <a:pt x="1" y="43171"/>
                  </a:lnTo>
                  <a:lnTo>
                    <a:pt x="1" y="44863"/>
                  </a:lnTo>
                  <a:lnTo>
                    <a:pt x="176" y="46555"/>
                  </a:lnTo>
                  <a:lnTo>
                    <a:pt x="409" y="48188"/>
                  </a:lnTo>
                  <a:lnTo>
                    <a:pt x="701" y="49763"/>
                  </a:lnTo>
                  <a:lnTo>
                    <a:pt x="1109" y="51338"/>
                  </a:lnTo>
                  <a:lnTo>
                    <a:pt x="1634" y="52797"/>
                  </a:lnTo>
                  <a:lnTo>
                    <a:pt x="2218" y="54255"/>
                  </a:lnTo>
                  <a:lnTo>
                    <a:pt x="2918" y="55655"/>
                  </a:lnTo>
                  <a:lnTo>
                    <a:pt x="3734" y="56997"/>
                  </a:lnTo>
                  <a:lnTo>
                    <a:pt x="4609" y="58222"/>
                  </a:lnTo>
                  <a:lnTo>
                    <a:pt x="5543" y="59447"/>
                  </a:lnTo>
                  <a:lnTo>
                    <a:pt x="6593" y="60614"/>
                  </a:lnTo>
                  <a:lnTo>
                    <a:pt x="7760" y="61664"/>
                  </a:lnTo>
                  <a:lnTo>
                    <a:pt x="8985" y="62714"/>
                  </a:lnTo>
                  <a:lnTo>
                    <a:pt x="10327" y="63648"/>
                  </a:lnTo>
                  <a:lnTo>
                    <a:pt x="11727" y="64523"/>
                  </a:lnTo>
                  <a:lnTo>
                    <a:pt x="13127" y="65281"/>
                  </a:lnTo>
                  <a:lnTo>
                    <a:pt x="14469" y="65864"/>
                  </a:lnTo>
                  <a:lnTo>
                    <a:pt x="15694" y="66273"/>
                  </a:lnTo>
                  <a:lnTo>
                    <a:pt x="16277" y="66448"/>
                  </a:lnTo>
                  <a:lnTo>
                    <a:pt x="16860" y="66506"/>
                  </a:lnTo>
                  <a:lnTo>
                    <a:pt x="17385" y="66565"/>
                  </a:lnTo>
                  <a:lnTo>
                    <a:pt x="18436" y="66565"/>
                  </a:lnTo>
                  <a:lnTo>
                    <a:pt x="18902" y="66506"/>
                  </a:lnTo>
                  <a:lnTo>
                    <a:pt x="19369" y="66390"/>
                  </a:lnTo>
                  <a:lnTo>
                    <a:pt x="19777" y="66215"/>
                  </a:lnTo>
                  <a:lnTo>
                    <a:pt x="20186" y="66040"/>
                  </a:lnTo>
                  <a:lnTo>
                    <a:pt x="20536" y="65806"/>
                  </a:lnTo>
                  <a:lnTo>
                    <a:pt x="20944" y="65573"/>
                  </a:lnTo>
                  <a:lnTo>
                    <a:pt x="21236" y="65223"/>
                  </a:lnTo>
                  <a:lnTo>
                    <a:pt x="21586" y="64873"/>
                  </a:lnTo>
                  <a:lnTo>
                    <a:pt x="21877" y="64523"/>
                  </a:lnTo>
                  <a:lnTo>
                    <a:pt x="22111" y="64056"/>
                  </a:lnTo>
                  <a:lnTo>
                    <a:pt x="22402" y="63589"/>
                  </a:lnTo>
                  <a:lnTo>
                    <a:pt x="22636" y="63064"/>
                  </a:lnTo>
                  <a:lnTo>
                    <a:pt x="22811" y="62539"/>
                  </a:lnTo>
                  <a:lnTo>
                    <a:pt x="23161" y="61314"/>
                  </a:lnTo>
                  <a:lnTo>
                    <a:pt x="23394" y="59972"/>
                  </a:lnTo>
                  <a:lnTo>
                    <a:pt x="23511" y="58456"/>
                  </a:lnTo>
                  <a:lnTo>
                    <a:pt x="23569" y="56822"/>
                  </a:lnTo>
                  <a:lnTo>
                    <a:pt x="23628" y="43929"/>
                  </a:lnTo>
                  <a:lnTo>
                    <a:pt x="23569" y="42354"/>
                  </a:lnTo>
                  <a:lnTo>
                    <a:pt x="23511" y="40838"/>
                  </a:lnTo>
                  <a:lnTo>
                    <a:pt x="23336" y="39321"/>
                  </a:lnTo>
                  <a:lnTo>
                    <a:pt x="23103" y="37921"/>
                  </a:lnTo>
                  <a:lnTo>
                    <a:pt x="22753" y="36579"/>
                  </a:lnTo>
                  <a:lnTo>
                    <a:pt x="22402" y="35237"/>
                  </a:lnTo>
                  <a:lnTo>
                    <a:pt x="21936" y="34012"/>
                  </a:lnTo>
                  <a:lnTo>
                    <a:pt x="21411" y="32845"/>
                  </a:lnTo>
                  <a:lnTo>
                    <a:pt x="20886" y="31678"/>
                  </a:lnTo>
                  <a:lnTo>
                    <a:pt x="20186" y="30628"/>
                  </a:lnTo>
                  <a:lnTo>
                    <a:pt x="19486" y="29637"/>
                  </a:lnTo>
                  <a:lnTo>
                    <a:pt x="18727" y="28703"/>
                  </a:lnTo>
                  <a:lnTo>
                    <a:pt x="17852" y="27828"/>
                  </a:lnTo>
                  <a:lnTo>
                    <a:pt x="16919" y="27011"/>
                  </a:lnTo>
                  <a:lnTo>
                    <a:pt x="15927" y="26253"/>
                  </a:lnTo>
                  <a:lnTo>
                    <a:pt x="14877" y="25611"/>
                  </a:lnTo>
                  <a:lnTo>
                    <a:pt x="13710" y="25028"/>
                  </a:lnTo>
                  <a:lnTo>
                    <a:pt x="13185" y="24795"/>
                  </a:lnTo>
                  <a:lnTo>
                    <a:pt x="12660" y="24620"/>
                  </a:lnTo>
                  <a:lnTo>
                    <a:pt x="12135" y="24445"/>
                  </a:lnTo>
                  <a:lnTo>
                    <a:pt x="11668" y="24386"/>
                  </a:lnTo>
                  <a:lnTo>
                    <a:pt x="11202" y="24328"/>
                  </a:lnTo>
                  <a:lnTo>
                    <a:pt x="10793" y="24328"/>
                  </a:lnTo>
                  <a:lnTo>
                    <a:pt x="10327" y="24386"/>
                  </a:lnTo>
                  <a:lnTo>
                    <a:pt x="9918" y="24445"/>
                  </a:lnTo>
                  <a:lnTo>
                    <a:pt x="9568" y="24561"/>
                  </a:lnTo>
                  <a:lnTo>
                    <a:pt x="9218" y="24736"/>
                  </a:lnTo>
                  <a:lnTo>
                    <a:pt x="8868" y="24970"/>
                  </a:lnTo>
                  <a:lnTo>
                    <a:pt x="8518" y="25203"/>
                  </a:lnTo>
                  <a:lnTo>
                    <a:pt x="8226" y="25495"/>
                  </a:lnTo>
                  <a:lnTo>
                    <a:pt x="7935" y="25845"/>
                  </a:lnTo>
                  <a:lnTo>
                    <a:pt x="8635" y="12427"/>
                  </a:lnTo>
                  <a:lnTo>
                    <a:pt x="22402" y="20361"/>
                  </a:lnTo>
                  <a:lnTo>
                    <a:pt x="22402" y="12077"/>
                  </a:lnTo>
                  <a:lnTo>
                    <a:pt x="15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4116250" y="945450"/>
              <a:ext cx="579025" cy="1142000"/>
            </a:xfrm>
            <a:custGeom>
              <a:avLst/>
              <a:gdLst/>
              <a:ahLst/>
              <a:cxnLst/>
              <a:rect l="l" t="t" r="r" b="b"/>
              <a:pathLst>
                <a:path w="23161" h="45680" extrusionOk="0">
                  <a:moveTo>
                    <a:pt x="1051" y="1"/>
                  </a:moveTo>
                  <a:lnTo>
                    <a:pt x="0" y="22578"/>
                  </a:lnTo>
                  <a:lnTo>
                    <a:pt x="8809" y="31328"/>
                  </a:lnTo>
                  <a:lnTo>
                    <a:pt x="9276" y="31328"/>
                  </a:lnTo>
                  <a:lnTo>
                    <a:pt x="9860" y="31445"/>
                  </a:lnTo>
                  <a:lnTo>
                    <a:pt x="10501" y="31678"/>
                  </a:lnTo>
                  <a:lnTo>
                    <a:pt x="11143" y="32028"/>
                  </a:lnTo>
                  <a:lnTo>
                    <a:pt x="11843" y="32437"/>
                  </a:lnTo>
                  <a:lnTo>
                    <a:pt x="12485" y="32962"/>
                  </a:lnTo>
                  <a:lnTo>
                    <a:pt x="13068" y="33545"/>
                  </a:lnTo>
                  <a:lnTo>
                    <a:pt x="13593" y="34187"/>
                  </a:lnTo>
                  <a:lnTo>
                    <a:pt x="14060" y="34887"/>
                  </a:lnTo>
                  <a:lnTo>
                    <a:pt x="14468" y="35704"/>
                  </a:lnTo>
                  <a:lnTo>
                    <a:pt x="14760" y="36579"/>
                  </a:lnTo>
                  <a:lnTo>
                    <a:pt x="14993" y="37512"/>
                  </a:lnTo>
                  <a:lnTo>
                    <a:pt x="23161" y="45680"/>
                  </a:lnTo>
                  <a:lnTo>
                    <a:pt x="23161" y="43929"/>
                  </a:lnTo>
                  <a:lnTo>
                    <a:pt x="23102" y="42354"/>
                  </a:lnTo>
                  <a:lnTo>
                    <a:pt x="23044" y="40838"/>
                  </a:lnTo>
                  <a:lnTo>
                    <a:pt x="22869" y="39321"/>
                  </a:lnTo>
                  <a:lnTo>
                    <a:pt x="22636" y="37921"/>
                  </a:lnTo>
                  <a:lnTo>
                    <a:pt x="22286" y="36579"/>
                  </a:lnTo>
                  <a:lnTo>
                    <a:pt x="21935" y="35237"/>
                  </a:lnTo>
                  <a:lnTo>
                    <a:pt x="21469" y="34012"/>
                  </a:lnTo>
                  <a:lnTo>
                    <a:pt x="20944" y="32845"/>
                  </a:lnTo>
                  <a:lnTo>
                    <a:pt x="20419" y="31678"/>
                  </a:lnTo>
                  <a:lnTo>
                    <a:pt x="19719" y="30628"/>
                  </a:lnTo>
                  <a:lnTo>
                    <a:pt x="19019" y="29637"/>
                  </a:lnTo>
                  <a:lnTo>
                    <a:pt x="18260" y="28703"/>
                  </a:lnTo>
                  <a:lnTo>
                    <a:pt x="17385" y="27828"/>
                  </a:lnTo>
                  <a:lnTo>
                    <a:pt x="16452" y="27011"/>
                  </a:lnTo>
                  <a:lnTo>
                    <a:pt x="15460" y="26253"/>
                  </a:lnTo>
                  <a:lnTo>
                    <a:pt x="14410" y="25611"/>
                  </a:lnTo>
                  <a:lnTo>
                    <a:pt x="13243" y="25028"/>
                  </a:lnTo>
                  <a:lnTo>
                    <a:pt x="12718" y="24795"/>
                  </a:lnTo>
                  <a:lnTo>
                    <a:pt x="12193" y="24620"/>
                  </a:lnTo>
                  <a:lnTo>
                    <a:pt x="11668" y="24445"/>
                  </a:lnTo>
                  <a:lnTo>
                    <a:pt x="11201" y="24386"/>
                  </a:lnTo>
                  <a:lnTo>
                    <a:pt x="10735" y="24328"/>
                  </a:lnTo>
                  <a:lnTo>
                    <a:pt x="10326" y="24328"/>
                  </a:lnTo>
                  <a:lnTo>
                    <a:pt x="9860" y="24386"/>
                  </a:lnTo>
                  <a:lnTo>
                    <a:pt x="9451" y="24445"/>
                  </a:lnTo>
                  <a:lnTo>
                    <a:pt x="9101" y="24561"/>
                  </a:lnTo>
                  <a:lnTo>
                    <a:pt x="8751" y="24736"/>
                  </a:lnTo>
                  <a:lnTo>
                    <a:pt x="8401" y="24970"/>
                  </a:lnTo>
                  <a:lnTo>
                    <a:pt x="8051" y="25203"/>
                  </a:lnTo>
                  <a:lnTo>
                    <a:pt x="7759" y="25495"/>
                  </a:lnTo>
                  <a:lnTo>
                    <a:pt x="7468" y="25845"/>
                  </a:lnTo>
                  <a:lnTo>
                    <a:pt x="8168" y="12427"/>
                  </a:lnTo>
                  <a:lnTo>
                    <a:pt x="21935" y="20361"/>
                  </a:lnTo>
                  <a:lnTo>
                    <a:pt x="21935" y="12077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4142500" y="780650"/>
              <a:ext cx="808000" cy="466725"/>
            </a:xfrm>
            <a:custGeom>
              <a:avLst/>
              <a:gdLst/>
              <a:ahLst/>
              <a:cxnLst/>
              <a:rect l="l" t="t" r="r" b="b"/>
              <a:pathLst>
                <a:path w="32320" h="18669" extrusionOk="0">
                  <a:moveTo>
                    <a:pt x="11435" y="1"/>
                  </a:moveTo>
                  <a:lnTo>
                    <a:pt x="1" y="6593"/>
                  </a:lnTo>
                  <a:lnTo>
                    <a:pt x="20885" y="18669"/>
                  </a:lnTo>
                  <a:lnTo>
                    <a:pt x="32320" y="12018"/>
                  </a:lnTo>
                  <a:lnTo>
                    <a:pt x="114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5007350" y="1517175"/>
              <a:ext cx="459450" cy="1261575"/>
            </a:xfrm>
            <a:custGeom>
              <a:avLst/>
              <a:gdLst/>
              <a:ahLst/>
              <a:cxnLst/>
              <a:rect l="l" t="t" r="r" b="b"/>
              <a:pathLst>
                <a:path w="18378" h="50463" extrusionOk="0">
                  <a:moveTo>
                    <a:pt x="12719" y="0"/>
                  </a:moveTo>
                  <a:lnTo>
                    <a:pt x="1284" y="6651"/>
                  </a:lnTo>
                  <a:lnTo>
                    <a:pt x="993" y="6884"/>
                  </a:lnTo>
                  <a:lnTo>
                    <a:pt x="759" y="7118"/>
                  </a:lnTo>
                  <a:lnTo>
                    <a:pt x="584" y="7468"/>
                  </a:lnTo>
                  <a:lnTo>
                    <a:pt x="409" y="7934"/>
                  </a:lnTo>
                  <a:lnTo>
                    <a:pt x="234" y="8459"/>
                  </a:lnTo>
                  <a:lnTo>
                    <a:pt x="176" y="9043"/>
                  </a:lnTo>
                  <a:lnTo>
                    <a:pt x="118" y="9743"/>
                  </a:lnTo>
                  <a:lnTo>
                    <a:pt x="59" y="10501"/>
                  </a:lnTo>
                  <a:lnTo>
                    <a:pt x="1" y="41712"/>
                  </a:lnTo>
                  <a:lnTo>
                    <a:pt x="1" y="42470"/>
                  </a:lnTo>
                  <a:lnTo>
                    <a:pt x="59" y="43229"/>
                  </a:lnTo>
                  <a:lnTo>
                    <a:pt x="118" y="43871"/>
                  </a:lnTo>
                  <a:lnTo>
                    <a:pt x="293" y="44512"/>
                  </a:lnTo>
                  <a:lnTo>
                    <a:pt x="409" y="45154"/>
                  </a:lnTo>
                  <a:lnTo>
                    <a:pt x="584" y="45679"/>
                  </a:lnTo>
                  <a:lnTo>
                    <a:pt x="818" y="46262"/>
                  </a:lnTo>
                  <a:lnTo>
                    <a:pt x="1051" y="46729"/>
                  </a:lnTo>
                  <a:lnTo>
                    <a:pt x="1343" y="47196"/>
                  </a:lnTo>
                  <a:lnTo>
                    <a:pt x="1693" y="47663"/>
                  </a:lnTo>
                  <a:lnTo>
                    <a:pt x="1984" y="48071"/>
                  </a:lnTo>
                  <a:lnTo>
                    <a:pt x="2393" y="48421"/>
                  </a:lnTo>
                  <a:lnTo>
                    <a:pt x="2743" y="48829"/>
                  </a:lnTo>
                  <a:lnTo>
                    <a:pt x="3151" y="49121"/>
                  </a:lnTo>
                  <a:lnTo>
                    <a:pt x="4085" y="49704"/>
                  </a:lnTo>
                  <a:lnTo>
                    <a:pt x="4960" y="50171"/>
                  </a:lnTo>
                  <a:lnTo>
                    <a:pt x="5310" y="50288"/>
                  </a:lnTo>
                  <a:lnTo>
                    <a:pt x="5718" y="50404"/>
                  </a:lnTo>
                  <a:lnTo>
                    <a:pt x="6068" y="50463"/>
                  </a:lnTo>
                  <a:lnTo>
                    <a:pt x="6418" y="50463"/>
                  </a:lnTo>
                  <a:lnTo>
                    <a:pt x="6710" y="50346"/>
                  </a:lnTo>
                  <a:lnTo>
                    <a:pt x="7001" y="50229"/>
                  </a:lnTo>
                  <a:lnTo>
                    <a:pt x="18377" y="43637"/>
                  </a:lnTo>
                  <a:lnTo>
                    <a:pt x="18144" y="43754"/>
                  </a:lnTo>
                  <a:lnTo>
                    <a:pt x="17794" y="43812"/>
                  </a:lnTo>
                  <a:lnTo>
                    <a:pt x="17502" y="43812"/>
                  </a:lnTo>
                  <a:lnTo>
                    <a:pt x="17152" y="43754"/>
                  </a:lnTo>
                  <a:lnTo>
                    <a:pt x="16744" y="43696"/>
                  </a:lnTo>
                  <a:lnTo>
                    <a:pt x="16335" y="43521"/>
                  </a:lnTo>
                  <a:lnTo>
                    <a:pt x="15460" y="43112"/>
                  </a:lnTo>
                  <a:lnTo>
                    <a:pt x="14585" y="42529"/>
                  </a:lnTo>
                  <a:lnTo>
                    <a:pt x="14177" y="42179"/>
                  </a:lnTo>
                  <a:lnTo>
                    <a:pt x="13769" y="41829"/>
                  </a:lnTo>
                  <a:lnTo>
                    <a:pt x="13419" y="41420"/>
                  </a:lnTo>
                  <a:lnTo>
                    <a:pt x="13069" y="41012"/>
                  </a:lnTo>
                  <a:lnTo>
                    <a:pt x="12777" y="40604"/>
                  </a:lnTo>
                  <a:lnTo>
                    <a:pt x="12485" y="40079"/>
                  </a:lnTo>
                  <a:lnTo>
                    <a:pt x="12252" y="39612"/>
                  </a:lnTo>
                  <a:lnTo>
                    <a:pt x="12018" y="39087"/>
                  </a:lnTo>
                  <a:lnTo>
                    <a:pt x="11843" y="38503"/>
                  </a:lnTo>
                  <a:lnTo>
                    <a:pt x="11668" y="37920"/>
                  </a:lnTo>
                  <a:lnTo>
                    <a:pt x="11552" y="37278"/>
                  </a:lnTo>
                  <a:lnTo>
                    <a:pt x="11493" y="36578"/>
                  </a:lnTo>
                  <a:lnTo>
                    <a:pt x="11435" y="35878"/>
                  </a:lnTo>
                  <a:lnTo>
                    <a:pt x="11377" y="35120"/>
                  </a:lnTo>
                  <a:lnTo>
                    <a:pt x="11493" y="3851"/>
                  </a:lnTo>
                  <a:lnTo>
                    <a:pt x="11493" y="3092"/>
                  </a:lnTo>
                  <a:lnTo>
                    <a:pt x="11552" y="2392"/>
                  </a:lnTo>
                  <a:lnTo>
                    <a:pt x="11668" y="1809"/>
                  </a:lnTo>
                  <a:lnTo>
                    <a:pt x="11785" y="1284"/>
                  </a:lnTo>
                  <a:lnTo>
                    <a:pt x="11960" y="875"/>
                  </a:lnTo>
                  <a:lnTo>
                    <a:pt x="12194" y="525"/>
                  </a:lnTo>
                  <a:lnTo>
                    <a:pt x="12427" y="234"/>
                  </a:lnTo>
                  <a:lnTo>
                    <a:pt x="127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6"/>
            <p:cNvSpPr/>
            <p:nvPr/>
          </p:nvSpPr>
          <p:spPr>
            <a:xfrm>
              <a:off x="5318000" y="2147225"/>
              <a:ext cx="367550" cy="854675"/>
            </a:xfrm>
            <a:custGeom>
              <a:avLst/>
              <a:gdLst/>
              <a:ahLst/>
              <a:cxnLst/>
              <a:rect l="l" t="t" r="r" b="b"/>
              <a:pathLst>
                <a:path w="14702" h="34187" extrusionOk="0">
                  <a:moveTo>
                    <a:pt x="14702" y="0"/>
                  </a:moveTo>
                  <a:lnTo>
                    <a:pt x="3268" y="6651"/>
                  </a:lnTo>
                  <a:lnTo>
                    <a:pt x="3268" y="25027"/>
                  </a:lnTo>
                  <a:lnTo>
                    <a:pt x="3209" y="26719"/>
                  </a:lnTo>
                  <a:lnTo>
                    <a:pt x="3034" y="28294"/>
                  </a:lnTo>
                  <a:lnTo>
                    <a:pt x="2743" y="29694"/>
                  </a:lnTo>
                  <a:lnTo>
                    <a:pt x="2626" y="30336"/>
                  </a:lnTo>
                  <a:lnTo>
                    <a:pt x="2393" y="30920"/>
                  </a:lnTo>
                  <a:lnTo>
                    <a:pt x="2218" y="31503"/>
                  </a:lnTo>
                  <a:lnTo>
                    <a:pt x="1926" y="32028"/>
                  </a:lnTo>
                  <a:lnTo>
                    <a:pt x="1693" y="32495"/>
                  </a:lnTo>
                  <a:lnTo>
                    <a:pt x="1401" y="32903"/>
                  </a:lnTo>
                  <a:lnTo>
                    <a:pt x="1051" y="33311"/>
                  </a:lnTo>
                  <a:lnTo>
                    <a:pt x="759" y="33603"/>
                  </a:lnTo>
                  <a:lnTo>
                    <a:pt x="351" y="33953"/>
                  </a:lnTo>
                  <a:lnTo>
                    <a:pt x="1" y="34186"/>
                  </a:lnTo>
                  <a:lnTo>
                    <a:pt x="11377" y="27536"/>
                  </a:lnTo>
                  <a:lnTo>
                    <a:pt x="11785" y="27303"/>
                  </a:lnTo>
                  <a:lnTo>
                    <a:pt x="12135" y="27011"/>
                  </a:lnTo>
                  <a:lnTo>
                    <a:pt x="12485" y="26661"/>
                  </a:lnTo>
                  <a:lnTo>
                    <a:pt x="12835" y="26252"/>
                  </a:lnTo>
                  <a:lnTo>
                    <a:pt x="13127" y="25844"/>
                  </a:lnTo>
                  <a:lnTo>
                    <a:pt x="13360" y="25377"/>
                  </a:lnTo>
                  <a:lnTo>
                    <a:pt x="13594" y="24852"/>
                  </a:lnTo>
                  <a:lnTo>
                    <a:pt x="13827" y="24327"/>
                  </a:lnTo>
                  <a:lnTo>
                    <a:pt x="14002" y="23686"/>
                  </a:lnTo>
                  <a:lnTo>
                    <a:pt x="14177" y="23044"/>
                  </a:lnTo>
                  <a:lnTo>
                    <a:pt x="14469" y="21644"/>
                  </a:lnTo>
                  <a:lnTo>
                    <a:pt x="14585" y="20127"/>
                  </a:lnTo>
                  <a:lnTo>
                    <a:pt x="14644" y="18377"/>
                  </a:lnTo>
                  <a:lnTo>
                    <a:pt x="147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5124025" y="1988250"/>
              <a:ext cx="561525" cy="325250"/>
            </a:xfrm>
            <a:custGeom>
              <a:avLst/>
              <a:gdLst/>
              <a:ahLst/>
              <a:cxnLst/>
              <a:rect l="l" t="t" r="r" b="b"/>
              <a:pathLst>
                <a:path w="22461" h="13010" extrusionOk="0">
                  <a:moveTo>
                    <a:pt x="11377" y="1"/>
                  </a:moveTo>
                  <a:lnTo>
                    <a:pt x="1" y="6593"/>
                  </a:lnTo>
                  <a:lnTo>
                    <a:pt x="11027" y="13010"/>
                  </a:lnTo>
                  <a:lnTo>
                    <a:pt x="22461" y="6359"/>
                  </a:lnTo>
                  <a:lnTo>
                    <a:pt x="113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4809000" y="1434050"/>
              <a:ext cx="592175" cy="1583900"/>
            </a:xfrm>
            <a:custGeom>
              <a:avLst/>
              <a:gdLst/>
              <a:ahLst/>
              <a:cxnLst/>
              <a:rect l="l" t="t" r="r" b="b"/>
              <a:pathLst>
                <a:path w="23687" h="63356" extrusionOk="0">
                  <a:moveTo>
                    <a:pt x="5718" y="0"/>
                  </a:moveTo>
                  <a:lnTo>
                    <a:pt x="5251" y="58"/>
                  </a:lnTo>
                  <a:lnTo>
                    <a:pt x="4785" y="117"/>
                  </a:lnTo>
                  <a:lnTo>
                    <a:pt x="4318" y="233"/>
                  </a:lnTo>
                  <a:lnTo>
                    <a:pt x="3910" y="350"/>
                  </a:lnTo>
                  <a:lnTo>
                    <a:pt x="3501" y="584"/>
                  </a:lnTo>
                  <a:lnTo>
                    <a:pt x="3093" y="817"/>
                  </a:lnTo>
                  <a:lnTo>
                    <a:pt x="2743" y="1050"/>
                  </a:lnTo>
                  <a:lnTo>
                    <a:pt x="2393" y="1400"/>
                  </a:lnTo>
                  <a:lnTo>
                    <a:pt x="2101" y="1750"/>
                  </a:lnTo>
                  <a:lnTo>
                    <a:pt x="1809" y="2100"/>
                  </a:lnTo>
                  <a:lnTo>
                    <a:pt x="1518" y="2567"/>
                  </a:lnTo>
                  <a:lnTo>
                    <a:pt x="1284" y="3034"/>
                  </a:lnTo>
                  <a:lnTo>
                    <a:pt x="1051" y="3500"/>
                  </a:lnTo>
                  <a:lnTo>
                    <a:pt x="876" y="4084"/>
                  </a:lnTo>
                  <a:lnTo>
                    <a:pt x="526" y="5309"/>
                  </a:lnTo>
                  <a:lnTo>
                    <a:pt x="293" y="6651"/>
                  </a:lnTo>
                  <a:lnTo>
                    <a:pt x="118" y="8167"/>
                  </a:lnTo>
                  <a:lnTo>
                    <a:pt x="118" y="9801"/>
                  </a:lnTo>
                  <a:lnTo>
                    <a:pt x="1" y="39903"/>
                  </a:lnTo>
                  <a:lnTo>
                    <a:pt x="59" y="41653"/>
                  </a:lnTo>
                  <a:lnTo>
                    <a:pt x="176" y="43287"/>
                  </a:lnTo>
                  <a:lnTo>
                    <a:pt x="409" y="44920"/>
                  </a:lnTo>
                  <a:lnTo>
                    <a:pt x="759" y="46554"/>
                  </a:lnTo>
                  <a:lnTo>
                    <a:pt x="1168" y="48071"/>
                  </a:lnTo>
                  <a:lnTo>
                    <a:pt x="1693" y="49529"/>
                  </a:lnTo>
                  <a:lnTo>
                    <a:pt x="2276" y="50988"/>
                  </a:lnTo>
                  <a:lnTo>
                    <a:pt x="2976" y="52388"/>
                  </a:lnTo>
                  <a:lnTo>
                    <a:pt x="3735" y="53729"/>
                  </a:lnTo>
                  <a:lnTo>
                    <a:pt x="4610" y="55013"/>
                  </a:lnTo>
                  <a:lnTo>
                    <a:pt x="5601" y="56180"/>
                  </a:lnTo>
                  <a:lnTo>
                    <a:pt x="6651" y="57346"/>
                  </a:lnTo>
                  <a:lnTo>
                    <a:pt x="7818" y="58455"/>
                  </a:lnTo>
                  <a:lnTo>
                    <a:pt x="9043" y="59447"/>
                  </a:lnTo>
                  <a:lnTo>
                    <a:pt x="10327" y="60380"/>
                  </a:lnTo>
                  <a:lnTo>
                    <a:pt x="11785" y="61255"/>
                  </a:lnTo>
                  <a:lnTo>
                    <a:pt x="13185" y="62013"/>
                  </a:lnTo>
                  <a:lnTo>
                    <a:pt x="14527" y="62597"/>
                  </a:lnTo>
                  <a:lnTo>
                    <a:pt x="15752" y="63005"/>
                  </a:lnTo>
                  <a:lnTo>
                    <a:pt x="16336" y="63180"/>
                  </a:lnTo>
                  <a:lnTo>
                    <a:pt x="16861" y="63239"/>
                  </a:lnTo>
                  <a:lnTo>
                    <a:pt x="17444" y="63297"/>
                  </a:lnTo>
                  <a:lnTo>
                    <a:pt x="17969" y="63355"/>
                  </a:lnTo>
                  <a:lnTo>
                    <a:pt x="18436" y="63297"/>
                  </a:lnTo>
                  <a:lnTo>
                    <a:pt x="18902" y="63239"/>
                  </a:lnTo>
                  <a:lnTo>
                    <a:pt x="19369" y="63122"/>
                  </a:lnTo>
                  <a:lnTo>
                    <a:pt x="19777" y="63005"/>
                  </a:lnTo>
                  <a:lnTo>
                    <a:pt x="20186" y="62772"/>
                  </a:lnTo>
                  <a:lnTo>
                    <a:pt x="20594" y="62538"/>
                  </a:lnTo>
                  <a:lnTo>
                    <a:pt x="20944" y="62305"/>
                  </a:lnTo>
                  <a:lnTo>
                    <a:pt x="21294" y="61955"/>
                  </a:lnTo>
                  <a:lnTo>
                    <a:pt x="21586" y="61605"/>
                  </a:lnTo>
                  <a:lnTo>
                    <a:pt x="21878" y="61255"/>
                  </a:lnTo>
                  <a:lnTo>
                    <a:pt x="22169" y="60788"/>
                  </a:lnTo>
                  <a:lnTo>
                    <a:pt x="22403" y="60322"/>
                  </a:lnTo>
                  <a:lnTo>
                    <a:pt x="22636" y="59855"/>
                  </a:lnTo>
                  <a:lnTo>
                    <a:pt x="22811" y="59272"/>
                  </a:lnTo>
                  <a:lnTo>
                    <a:pt x="23161" y="58046"/>
                  </a:lnTo>
                  <a:lnTo>
                    <a:pt x="23394" y="56705"/>
                  </a:lnTo>
                  <a:lnTo>
                    <a:pt x="23569" y="55188"/>
                  </a:lnTo>
                  <a:lnTo>
                    <a:pt x="23628" y="53554"/>
                  </a:lnTo>
                  <a:lnTo>
                    <a:pt x="23628" y="35178"/>
                  </a:lnTo>
                  <a:lnTo>
                    <a:pt x="12602" y="28761"/>
                  </a:lnTo>
                  <a:lnTo>
                    <a:pt x="12544" y="37045"/>
                  </a:lnTo>
                  <a:lnTo>
                    <a:pt x="16161" y="39145"/>
                  </a:lnTo>
                  <a:lnTo>
                    <a:pt x="16102" y="49821"/>
                  </a:lnTo>
                  <a:lnTo>
                    <a:pt x="16102" y="50521"/>
                  </a:lnTo>
                  <a:lnTo>
                    <a:pt x="16044" y="51163"/>
                  </a:lnTo>
                  <a:lnTo>
                    <a:pt x="15927" y="51746"/>
                  </a:lnTo>
                  <a:lnTo>
                    <a:pt x="15811" y="52271"/>
                  </a:lnTo>
                  <a:lnTo>
                    <a:pt x="15694" y="52679"/>
                  </a:lnTo>
                  <a:lnTo>
                    <a:pt x="15460" y="53029"/>
                  </a:lnTo>
                  <a:lnTo>
                    <a:pt x="15227" y="53321"/>
                  </a:lnTo>
                  <a:lnTo>
                    <a:pt x="14994" y="53496"/>
                  </a:lnTo>
                  <a:lnTo>
                    <a:pt x="14702" y="53671"/>
                  </a:lnTo>
                  <a:lnTo>
                    <a:pt x="14410" y="53729"/>
                  </a:lnTo>
                  <a:lnTo>
                    <a:pt x="14060" y="53788"/>
                  </a:lnTo>
                  <a:lnTo>
                    <a:pt x="13710" y="53729"/>
                  </a:lnTo>
                  <a:lnTo>
                    <a:pt x="13302" y="53671"/>
                  </a:lnTo>
                  <a:lnTo>
                    <a:pt x="12894" y="53496"/>
                  </a:lnTo>
                  <a:lnTo>
                    <a:pt x="12019" y="53029"/>
                  </a:lnTo>
                  <a:lnTo>
                    <a:pt x="11085" y="52446"/>
                  </a:lnTo>
                  <a:lnTo>
                    <a:pt x="10677" y="52154"/>
                  </a:lnTo>
                  <a:lnTo>
                    <a:pt x="10327" y="51746"/>
                  </a:lnTo>
                  <a:lnTo>
                    <a:pt x="9918" y="51396"/>
                  </a:lnTo>
                  <a:lnTo>
                    <a:pt x="9627" y="50988"/>
                  </a:lnTo>
                  <a:lnTo>
                    <a:pt x="9277" y="50521"/>
                  </a:lnTo>
                  <a:lnTo>
                    <a:pt x="8985" y="50054"/>
                  </a:lnTo>
                  <a:lnTo>
                    <a:pt x="8752" y="49587"/>
                  </a:lnTo>
                  <a:lnTo>
                    <a:pt x="8518" y="49004"/>
                  </a:lnTo>
                  <a:lnTo>
                    <a:pt x="8343" y="48479"/>
                  </a:lnTo>
                  <a:lnTo>
                    <a:pt x="8227" y="47837"/>
                  </a:lnTo>
                  <a:lnTo>
                    <a:pt x="8052" y="47196"/>
                  </a:lnTo>
                  <a:lnTo>
                    <a:pt x="7993" y="46554"/>
                  </a:lnTo>
                  <a:lnTo>
                    <a:pt x="7935" y="45795"/>
                  </a:lnTo>
                  <a:lnTo>
                    <a:pt x="7935" y="45037"/>
                  </a:lnTo>
                  <a:lnTo>
                    <a:pt x="7993" y="13826"/>
                  </a:lnTo>
                  <a:lnTo>
                    <a:pt x="8052" y="13068"/>
                  </a:lnTo>
                  <a:lnTo>
                    <a:pt x="8110" y="12426"/>
                  </a:lnTo>
                  <a:lnTo>
                    <a:pt x="8168" y="11843"/>
                  </a:lnTo>
                  <a:lnTo>
                    <a:pt x="8285" y="11318"/>
                  </a:lnTo>
                  <a:lnTo>
                    <a:pt x="8460" y="10909"/>
                  </a:lnTo>
                  <a:lnTo>
                    <a:pt x="8635" y="10559"/>
                  </a:lnTo>
                  <a:lnTo>
                    <a:pt x="8868" y="10268"/>
                  </a:lnTo>
                  <a:lnTo>
                    <a:pt x="9102" y="10034"/>
                  </a:lnTo>
                  <a:lnTo>
                    <a:pt x="9393" y="9918"/>
                  </a:lnTo>
                  <a:lnTo>
                    <a:pt x="9743" y="9801"/>
                  </a:lnTo>
                  <a:lnTo>
                    <a:pt x="10443" y="9801"/>
                  </a:lnTo>
                  <a:lnTo>
                    <a:pt x="10793" y="9918"/>
                  </a:lnTo>
                  <a:lnTo>
                    <a:pt x="11202" y="10034"/>
                  </a:lnTo>
                  <a:lnTo>
                    <a:pt x="11669" y="10209"/>
                  </a:lnTo>
                  <a:lnTo>
                    <a:pt x="12135" y="10501"/>
                  </a:lnTo>
                  <a:lnTo>
                    <a:pt x="13010" y="11084"/>
                  </a:lnTo>
                  <a:lnTo>
                    <a:pt x="13419" y="11434"/>
                  </a:lnTo>
                  <a:lnTo>
                    <a:pt x="13827" y="11784"/>
                  </a:lnTo>
                  <a:lnTo>
                    <a:pt x="14177" y="12134"/>
                  </a:lnTo>
                  <a:lnTo>
                    <a:pt x="14527" y="12601"/>
                  </a:lnTo>
                  <a:lnTo>
                    <a:pt x="14819" y="13010"/>
                  </a:lnTo>
                  <a:lnTo>
                    <a:pt x="15110" y="13535"/>
                  </a:lnTo>
                  <a:lnTo>
                    <a:pt x="15344" y="14001"/>
                  </a:lnTo>
                  <a:lnTo>
                    <a:pt x="15577" y="14585"/>
                  </a:lnTo>
                  <a:lnTo>
                    <a:pt x="15752" y="15110"/>
                  </a:lnTo>
                  <a:lnTo>
                    <a:pt x="15927" y="15751"/>
                  </a:lnTo>
                  <a:lnTo>
                    <a:pt x="16044" y="16393"/>
                  </a:lnTo>
                  <a:lnTo>
                    <a:pt x="16161" y="17093"/>
                  </a:lnTo>
                  <a:lnTo>
                    <a:pt x="16219" y="17793"/>
                  </a:lnTo>
                  <a:lnTo>
                    <a:pt x="16219" y="18552"/>
                  </a:lnTo>
                  <a:lnTo>
                    <a:pt x="16219" y="24735"/>
                  </a:lnTo>
                  <a:lnTo>
                    <a:pt x="23686" y="29052"/>
                  </a:lnTo>
                  <a:lnTo>
                    <a:pt x="23686" y="23452"/>
                  </a:lnTo>
                  <a:lnTo>
                    <a:pt x="23628" y="21702"/>
                  </a:lnTo>
                  <a:lnTo>
                    <a:pt x="23511" y="20068"/>
                  </a:lnTo>
                  <a:lnTo>
                    <a:pt x="23278" y="18435"/>
                  </a:lnTo>
                  <a:lnTo>
                    <a:pt x="22928" y="16860"/>
                  </a:lnTo>
                  <a:lnTo>
                    <a:pt x="22519" y="15285"/>
                  </a:lnTo>
                  <a:lnTo>
                    <a:pt x="22053" y="13826"/>
                  </a:lnTo>
                  <a:lnTo>
                    <a:pt x="21411" y="12368"/>
                  </a:lnTo>
                  <a:lnTo>
                    <a:pt x="20711" y="10968"/>
                  </a:lnTo>
                  <a:lnTo>
                    <a:pt x="19952" y="9626"/>
                  </a:lnTo>
                  <a:lnTo>
                    <a:pt x="19077" y="8401"/>
                  </a:lnTo>
                  <a:lnTo>
                    <a:pt x="18086" y="7176"/>
                  </a:lnTo>
                  <a:lnTo>
                    <a:pt x="17036" y="6009"/>
                  </a:lnTo>
                  <a:lnTo>
                    <a:pt x="15927" y="4901"/>
                  </a:lnTo>
                  <a:lnTo>
                    <a:pt x="14644" y="3909"/>
                  </a:lnTo>
                  <a:lnTo>
                    <a:pt x="13360" y="2975"/>
                  </a:lnTo>
                  <a:lnTo>
                    <a:pt x="11902" y="2100"/>
                  </a:lnTo>
                  <a:lnTo>
                    <a:pt x="10502" y="1342"/>
                  </a:lnTo>
                  <a:lnTo>
                    <a:pt x="9218" y="759"/>
                  </a:lnTo>
                  <a:lnTo>
                    <a:pt x="7935" y="350"/>
                  </a:lnTo>
                  <a:lnTo>
                    <a:pt x="7352" y="175"/>
                  </a:lnTo>
                  <a:lnTo>
                    <a:pt x="6826" y="117"/>
                  </a:lnTo>
                  <a:lnTo>
                    <a:pt x="6243" y="58"/>
                  </a:lnTo>
                  <a:lnTo>
                    <a:pt x="57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4810475" y="1434050"/>
              <a:ext cx="590700" cy="1051550"/>
            </a:xfrm>
            <a:custGeom>
              <a:avLst/>
              <a:gdLst/>
              <a:ahLst/>
              <a:cxnLst/>
              <a:rect l="l" t="t" r="r" b="b"/>
              <a:pathLst>
                <a:path w="23628" h="42062" extrusionOk="0">
                  <a:moveTo>
                    <a:pt x="5659" y="0"/>
                  </a:moveTo>
                  <a:lnTo>
                    <a:pt x="5192" y="58"/>
                  </a:lnTo>
                  <a:lnTo>
                    <a:pt x="4726" y="117"/>
                  </a:lnTo>
                  <a:lnTo>
                    <a:pt x="4259" y="233"/>
                  </a:lnTo>
                  <a:lnTo>
                    <a:pt x="3851" y="350"/>
                  </a:lnTo>
                  <a:lnTo>
                    <a:pt x="3442" y="584"/>
                  </a:lnTo>
                  <a:lnTo>
                    <a:pt x="3034" y="817"/>
                  </a:lnTo>
                  <a:lnTo>
                    <a:pt x="2684" y="1050"/>
                  </a:lnTo>
                  <a:lnTo>
                    <a:pt x="2334" y="1400"/>
                  </a:lnTo>
                  <a:lnTo>
                    <a:pt x="2042" y="1750"/>
                  </a:lnTo>
                  <a:lnTo>
                    <a:pt x="1750" y="2100"/>
                  </a:lnTo>
                  <a:lnTo>
                    <a:pt x="1459" y="2567"/>
                  </a:lnTo>
                  <a:lnTo>
                    <a:pt x="1225" y="3034"/>
                  </a:lnTo>
                  <a:lnTo>
                    <a:pt x="992" y="3500"/>
                  </a:lnTo>
                  <a:lnTo>
                    <a:pt x="817" y="4084"/>
                  </a:lnTo>
                  <a:lnTo>
                    <a:pt x="467" y="5309"/>
                  </a:lnTo>
                  <a:lnTo>
                    <a:pt x="234" y="6651"/>
                  </a:lnTo>
                  <a:lnTo>
                    <a:pt x="59" y="8167"/>
                  </a:lnTo>
                  <a:lnTo>
                    <a:pt x="59" y="9801"/>
                  </a:lnTo>
                  <a:lnTo>
                    <a:pt x="0" y="18493"/>
                  </a:lnTo>
                  <a:lnTo>
                    <a:pt x="7934" y="26369"/>
                  </a:lnTo>
                  <a:lnTo>
                    <a:pt x="7934" y="13826"/>
                  </a:lnTo>
                  <a:lnTo>
                    <a:pt x="7993" y="13068"/>
                  </a:lnTo>
                  <a:lnTo>
                    <a:pt x="8051" y="12426"/>
                  </a:lnTo>
                  <a:lnTo>
                    <a:pt x="8109" y="11843"/>
                  </a:lnTo>
                  <a:lnTo>
                    <a:pt x="8226" y="11318"/>
                  </a:lnTo>
                  <a:lnTo>
                    <a:pt x="8401" y="10909"/>
                  </a:lnTo>
                  <a:lnTo>
                    <a:pt x="8576" y="10559"/>
                  </a:lnTo>
                  <a:lnTo>
                    <a:pt x="8809" y="10268"/>
                  </a:lnTo>
                  <a:lnTo>
                    <a:pt x="9043" y="10034"/>
                  </a:lnTo>
                  <a:lnTo>
                    <a:pt x="9334" y="9918"/>
                  </a:lnTo>
                  <a:lnTo>
                    <a:pt x="9684" y="9801"/>
                  </a:lnTo>
                  <a:lnTo>
                    <a:pt x="10384" y="9801"/>
                  </a:lnTo>
                  <a:lnTo>
                    <a:pt x="10734" y="9918"/>
                  </a:lnTo>
                  <a:lnTo>
                    <a:pt x="11143" y="10034"/>
                  </a:lnTo>
                  <a:lnTo>
                    <a:pt x="11610" y="10209"/>
                  </a:lnTo>
                  <a:lnTo>
                    <a:pt x="12076" y="10501"/>
                  </a:lnTo>
                  <a:lnTo>
                    <a:pt x="12951" y="11084"/>
                  </a:lnTo>
                  <a:lnTo>
                    <a:pt x="13360" y="11434"/>
                  </a:lnTo>
                  <a:lnTo>
                    <a:pt x="13768" y="11784"/>
                  </a:lnTo>
                  <a:lnTo>
                    <a:pt x="14118" y="12134"/>
                  </a:lnTo>
                  <a:lnTo>
                    <a:pt x="14468" y="12601"/>
                  </a:lnTo>
                  <a:lnTo>
                    <a:pt x="14760" y="13010"/>
                  </a:lnTo>
                  <a:lnTo>
                    <a:pt x="15051" y="13535"/>
                  </a:lnTo>
                  <a:lnTo>
                    <a:pt x="15285" y="14001"/>
                  </a:lnTo>
                  <a:lnTo>
                    <a:pt x="15518" y="14585"/>
                  </a:lnTo>
                  <a:lnTo>
                    <a:pt x="15693" y="15110"/>
                  </a:lnTo>
                  <a:lnTo>
                    <a:pt x="15868" y="15751"/>
                  </a:lnTo>
                  <a:lnTo>
                    <a:pt x="15985" y="16393"/>
                  </a:lnTo>
                  <a:lnTo>
                    <a:pt x="16102" y="17093"/>
                  </a:lnTo>
                  <a:lnTo>
                    <a:pt x="16160" y="17793"/>
                  </a:lnTo>
                  <a:lnTo>
                    <a:pt x="16160" y="18552"/>
                  </a:lnTo>
                  <a:lnTo>
                    <a:pt x="16160" y="24735"/>
                  </a:lnTo>
                  <a:lnTo>
                    <a:pt x="23627" y="29052"/>
                  </a:lnTo>
                  <a:lnTo>
                    <a:pt x="23627" y="23452"/>
                  </a:lnTo>
                  <a:lnTo>
                    <a:pt x="23569" y="21702"/>
                  </a:lnTo>
                  <a:lnTo>
                    <a:pt x="23452" y="20068"/>
                  </a:lnTo>
                  <a:lnTo>
                    <a:pt x="23219" y="18435"/>
                  </a:lnTo>
                  <a:lnTo>
                    <a:pt x="22869" y="16860"/>
                  </a:lnTo>
                  <a:lnTo>
                    <a:pt x="22460" y="15285"/>
                  </a:lnTo>
                  <a:lnTo>
                    <a:pt x="21994" y="13826"/>
                  </a:lnTo>
                  <a:lnTo>
                    <a:pt x="21352" y="12368"/>
                  </a:lnTo>
                  <a:lnTo>
                    <a:pt x="20652" y="10968"/>
                  </a:lnTo>
                  <a:lnTo>
                    <a:pt x="19893" y="9626"/>
                  </a:lnTo>
                  <a:lnTo>
                    <a:pt x="19018" y="8401"/>
                  </a:lnTo>
                  <a:lnTo>
                    <a:pt x="18027" y="7176"/>
                  </a:lnTo>
                  <a:lnTo>
                    <a:pt x="16977" y="6009"/>
                  </a:lnTo>
                  <a:lnTo>
                    <a:pt x="15868" y="4901"/>
                  </a:lnTo>
                  <a:lnTo>
                    <a:pt x="14585" y="3909"/>
                  </a:lnTo>
                  <a:lnTo>
                    <a:pt x="13301" y="2975"/>
                  </a:lnTo>
                  <a:lnTo>
                    <a:pt x="11843" y="2100"/>
                  </a:lnTo>
                  <a:lnTo>
                    <a:pt x="10443" y="1342"/>
                  </a:lnTo>
                  <a:lnTo>
                    <a:pt x="9159" y="759"/>
                  </a:lnTo>
                  <a:lnTo>
                    <a:pt x="7876" y="350"/>
                  </a:lnTo>
                  <a:lnTo>
                    <a:pt x="7293" y="175"/>
                  </a:lnTo>
                  <a:lnTo>
                    <a:pt x="6767" y="117"/>
                  </a:lnTo>
                  <a:lnTo>
                    <a:pt x="6184" y="58"/>
                  </a:lnTo>
                  <a:lnTo>
                    <a:pt x="5659" y="0"/>
                  </a:lnTo>
                  <a:close/>
                  <a:moveTo>
                    <a:pt x="12543" y="28761"/>
                  </a:moveTo>
                  <a:lnTo>
                    <a:pt x="12485" y="30978"/>
                  </a:lnTo>
                  <a:lnTo>
                    <a:pt x="23569" y="42062"/>
                  </a:lnTo>
                  <a:lnTo>
                    <a:pt x="23569" y="35178"/>
                  </a:lnTo>
                  <a:lnTo>
                    <a:pt x="12543" y="2876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4892150" y="1269225"/>
              <a:ext cx="794875" cy="891150"/>
            </a:xfrm>
            <a:custGeom>
              <a:avLst/>
              <a:gdLst/>
              <a:ahLst/>
              <a:cxnLst/>
              <a:rect l="l" t="t" r="r" b="b"/>
              <a:pathLst>
                <a:path w="31795" h="35646" extrusionOk="0">
                  <a:moveTo>
                    <a:pt x="13535" y="1"/>
                  </a:moveTo>
                  <a:lnTo>
                    <a:pt x="13068" y="59"/>
                  </a:lnTo>
                  <a:lnTo>
                    <a:pt x="12660" y="118"/>
                  </a:lnTo>
                  <a:lnTo>
                    <a:pt x="12193" y="234"/>
                  </a:lnTo>
                  <a:lnTo>
                    <a:pt x="11843" y="409"/>
                  </a:lnTo>
                  <a:lnTo>
                    <a:pt x="11434" y="584"/>
                  </a:lnTo>
                  <a:lnTo>
                    <a:pt x="0" y="7235"/>
                  </a:lnTo>
                  <a:lnTo>
                    <a:pt x="0" y="7235"/>
                  </a:lnTo>
                  <a:lnTo>
                    <a:pt x="409" y="7060"/>
                  </a:lnTo>
                  <a:lnTo>
                    <a:pt x="817" y="6885"/>
                  </a:lnTo>
                  <a:lnTo>
                    <a:pt x="1225" y="6768"/>
                  </a:lnTo>
                  <a:lnTo>
                    <a:pt x="1692" y="6651"/>
                  </a:lnTo>
                  <a:lnTo>
                    <a:pt x="2159" y="6651"/>
                  </a:lnTo>
                  <a:lnTo>
                    <a:pt x="2625" y="6593"/>
                  </a:lnTo>
                  <a:lnTo>
                    <a:pt x="3150" y="6651"/>
                  </a:lnTo>
                  <a:lnTo>
                    <a:pt x="3675" y="6710"/>
                  </a:lnTo>
                  <a:lnTo>
                    <a:pt x="4784" y="6943"/>
                  </a:lnTo>
                  <a:lnTo>
                    <a:pt x="5951" y="7410"/>
                  </a:lnTo>
                  <a:lnTo>
                    <a:pt x="7234" y="7935"/>
                  </a:lnTo>
                  <a:lnTo>
                    <a:pt x="8576" y="8693"/>
                  </a:lnTo>
                  <a:lnTo>
                    <a:pt x="10034" y="9568"/>
                  </a:lnTo>
                  <a:lnTo>
                    <a:pt x="11318" y="10502"/>
                  </a:lnTo>
                  <a:lnTo>
                    <a:pt x="12601" y="11494"/>
                  </a:lnTo>
                  <a:lnTo>
                    <a:pt x="13710" y="12602"/>
                  </a:lnTo>
                  <a:lnTo>
                    <a:pt x="14760" y="13769"/>
                  </a:lnTo>
                  <a:lnTo>
                    <a:pt x="15751" y="14994"/>
                  </a:lnTo>
                  <a:lnTo>
                    <a:pt x="16626" y="16219"/>
                  </a:lnTo>
                  <a:lnTo>
                    <a:pt x="17385" y="17561"/>
                  </a:lnTo>
                  <a:lnTo>
                    <a:pt x="18085" y="18961"/>
                  </a:lnTo>
                  <a:lnTo>
                    <a:pt x="18727" y="20419"/>
                  </a:lnTo>
                  <a:lnTo>
                    <a:pt x="19193" y="21878"/>
                  </a:lnTo>
                  <a:lnTo>
                    <a:pt x="19602" y="23453"/>
                  </a:lnTo>
                  <a:lnTo>
                    <a:pt x="19952" y="25028"/>
                  </a:lnTo>
                  <a:lnTo>
                    <a:pt x="20185" y="26661"/>
                  </a:lnTo>
                  <a:lnTo>
                    <a:pt x="20302" y="28295"/>
                  </a:lnTo>
                  <a:lnTo>
                    <a:pt x="20360" y="30045"/>
                  </a:lnTo>
                  <a:lnTo>
                    <a:pt x="20360" y="35645"/>
                  </a:lnTo>
                  <a:lnTo>
                    <a:pt x="31736" y="29053"/>
                  </a:lnTo>
                  <a:lnTo>
                    <a:pt x="31794" y="23394"/>
                  </a:lnTo>
                  <a:lnTo>
                    <a:pt x="31736" y="21703"/>
                  </a:lnTo>
                  <a:lnTo>
                    <a:pt x="31619" y="20011"/>
                  </a:lnTo>
                  <a:lnTo>
                    <a:pt x="31386" y="18377"/>
                  </a:lnTo>
                  <a:lnTo>
                    <a:pt x="31036" y="16802"/>
                  </a:lnTo>
                  <a:lnTo>
                    <a:pt x="30628" y="15227"/>
                  </a:lnTo>
                  <a:lnTo>
                    <a:pt x="30103" y="13769"/>
                  </a:lnTo>
                  <a:lnTo>
                    <a:pt x="29519" y="12310"/>
                  </a:lnTo>
                  <a:lnTo>
                    <a:pt x="28819" y="10910"/>
                  </a:lnTo>
                  <a:lnTo>
                    <a:pt x="28061" y="9627"/>
                  </a:lnTo>
                  <a:lnTo>
                    <a:pt x="27186" y="8343"/>
                  </a:lnTo>
                  <a:lnTo>
                    <a:pt x="26194" y="7118"/>
                  </a:lnTo>
                  <a:lnTo>
                    <a:pt x="25144" y="5951"/>
                  </a:lnTo>
                  <a:lnTo>
                    <a:pt x="23977" y="4901"/>
                  </a:lnTo>
                  <a:lnTo>
                    <a:pt x="22752" y="3851"/>
                  </a:lnTo>
                  <a:lnTo>
                    <a:pt x="21410" y="2918"/>
                  </a:lnTo>
                  <a:lnTo>
                    <a:pt x="20010" y="2043"/>
                  </a:lnTo>
                  <a:lnTo>
                    <a:pt x="18668" y="1343"/>
                  </a:lnTo>
                  <a:lnTo>
                    <a:pt x="17385" y="759"/>
                  </a:lnTo>
                  <a:lnTo>
                    <a:pt x="16160" y="351"/>
                  </a:lnTo>
                  <a:lnTo>
                    <a:pt x="15051" y="59"/>
                  </a:lnTo>
                  <a:lnTo>
                    <a:pt x="145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4145425" y="558975"/>
              <a:ext cx="14600" cy="641750"/>
            </a:xfrm>
            <a:custGeom>
              <a:avLst/>
              <a:gdLst/>
              <a:ahLst/>
              <a:cxnLst/>
              <a:rect l="l" t="t" r="r" b="b"/>
              <a:pathLst>
                <a:path w="584" h="25670" extrusionOk="0">
                  <a:moveTo>
                    <a:pt x="0" y="0"/>
                  </a:moveTo>
                  <a:lnTo>
                    <a:pt x="0" y="25377"/>
                  </a:lnTo>
                  <a:lnTo>
                    <a:pt x="584" y="25669"/>
                  </a:lnTo>
                  <a:lnTo>
                    <a:pt x="584" y="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4744850" y="238125"/>
              <a:ext cx="14600" cy="641725"/>
            </a:xfrm>
            <a:custGeom>
              <a:avLst/>
              <a:gdLst/>
              <a:ahLst/>
              <a:cxnLst/>
              <a:rect l="l" t="t" r="r" b="b"/>
              <a:pathLst>
                <a:path w="584" h="25669" extrusionOk="0">
                  <a:moveTo>
                    <a:pt x="0" y="0"/>
                  </a:moveTo>
                  <a:lnTo>
                    <a:pt x="0" y="25377"/>
                  </a:lnTo>
                  <a:lnTo>
                    <a:pt x="583" y="25669"/>
                  </a:lnTo>
                  <a:lnTo>
                    <a:pt x="583" y="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4899425" y="1525925"/>
              <a:ext cx="14625" cy="641750"/>
            </a:xfrm>
            <a:custGeom>
              <a:avLst/>
              <a:gdLst/>
              <a:ahLst/>
              <a:cxnLst/>
              <a:rect l="l" t="t" r="r" b="b"/>
              <a:pathLst>
                <a:path w="585" h="25670" extrusionOk="0">
                  <a:moveTo>
                    <a:pt x="1" y="0"/>
                  </a:moveTo>
                  <a:lnTo>
                    <a:pt x="1" y="25377"/>
                  </a:lnTo>
                  <a:lnTo>
                    <a:pt x="584" y="25669"/>
                  </a:lnTo>
                  <a:lnTo>
                    <a:pt x="584" y="3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5064250" y="2284325"/>
              <a:ext cx="14600" cy="643200"/>
            </a:xfrm>
            <a:custGeom>
              <a:avLst/>
              <a:gdLst/>
              <a:ahLst/>
              <a:cxnLst/>
              <a:rect l="l" t="t" r="r" b="b"/>
              <a:pathLst>
                <a:path w="584" h="25728" extrusionOk="0">
                  <a:moveTo>
                    <a:pt x="0" y="0"/>
                  </a:moveTo>
                  <a:lnTo>
                    <a:pt x="0" y="25377"/>
                  </a:lnTo>
                  <a:lnTo>
                    <a:pt x="583" y="25727"/>
                  </a:lnTo>
                  <a:lnTo>
                    <a:pt x="583" y="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4333550" y="1785525"/>
              <a:ext cx="14625" cy="641750"/>
            </a:xfrm>
            <a:custGeom>
              <a:avLst/>
              <a:gdLst/>
              <a:ahLst/>
              <a:cxnLst/>
              <a:rect l="l" t="t" r="r" b="b"/>
              <a:pathLst>
                <a:path w="585" h="25670" extrusionOk="0">
                  <a:moveTo>
                    <a:pt x="1" y="1"/>
                  </a:moveTo>
                  <a:lnTo>
                    <a:pt x="1" y="25319"/>
                  </a:lnTo>
                  <a:lnTo>
                    <a:pt x="584" y="25669"/>
                  </a:lnTo>
                  <a:lnTo>
                    <a:pt x="584" y="2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4539200" y="1270700"/>
              <a:ext cx="14600" cy="641725"/>
            </a:xfrm>
            <a:custGeom>
              <a:avLst/>
              <a:gdLst/>
              <a:ahLst/>
              <a:cxnLst/>
              <a:rect l="l" t="t" r="r" b="b"/>
              <a:pathLst>
                <a:path w="584" h="25669" extrusionOk="0">
                  <a:moveTo>
                    <a:pt x="0" y="0"/>
                  </a:moveTo>
                  <a:lnTo>
                    <a:pt x="0" y="25319"/>
                  </a:lnTo>
                  <a:lnTo>
                    <a:pt x="584" y="25669"/>
                  </a:lnTo>
                  <a:lnTo>
                    <a:pt x="584" y="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5563025" y="1785525"/>
              <a:ext cx="14600" cy="641750"/>
            </a:xfrm>
            <a:custGeom>
              <a:avLst/>
              <a:gdLst/>
              <a:ahLst/>
              <a:cxnLst/>
              <a:rect l="l" t="t" r="r" b="b"/>
              <a:pathLst>
                <a:path w="584" h="25670" extrusionOk="0">
                  <a:moveTo>
                    <a:pt x="1" y="1"/>
                  </a:moveTo>
                  <a:lnTo>
                    <a:pt x="1" y="25319"/>
                  </a:lnTo>
                  <a:lnTo>
                    <a:pt x="584" y="25669"/>
                  </a:lnTo>
                  <a:lnTo>
                    <a:pt x="584" y="2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5813875" y="811275"/>
              <a:ext cx="14625" cy="643200"/>
            </a:xfrm>
            <a:custGeom>
              <a:avLst/>
              <a:gdLst/>
              <a:ahLst/>
              <a:cxnLst/>
              <a:rect l="l" t="t" r="r" b="b"/>
              <a:pathLst>
                <a:path w="585" h="25728" extrusionOk="0">
                  <a:moveTo>
                    <a:pt x="1" y="1"/>
                  </a:moveTo>
                  <a:lnTo>
                    <a:pt x="1" y="25378"/>
                  </a:lnTo>
                  <a:lnTo>
                    <a:pt x="584" y="25728"/>
                  </a:lnTo>
                  <a:lnTo>
                    <a:pt x="584" y="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6"/>
            <p:cNvSpPr/>
            <p:nvPr/>
          </p:nvSpPr>
          <p:spPr>
            <a:xfrm>
              <a:off x="5049650" y="675650"/>
              <a:ext cx="14625" cy="641750"/>
            </a:xfrm>
            <a:custGeom>
              <a:avLst/>
              <a:gdLst/>
              <a:ahLst/>
              <a:cxnLst/>
              <a:rect l="l" t="t" r="r" b="b"/>
              <a:pathLst>
                <a:path w="585" h="25670" extrusionOk="0">
                  <a:moveTo>
                    <a:pt x="1" y="0"/>
                  </a:moveTo>
                  <a:lnTo>
                    <a:pt x="1" y="25377"/>
                  </a:lnTo>
                  <a:lnTo>
                    <a:pt x="584" y="25669"/>
                  </a:lnTo>
                  <a:lnTo>
                    <a:pt x="584" y="3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5393850" y="996500"/>
              <a:ext cx="14600" cy="643200"/>
            </a:xfrm>
            <a:custGeom>
              <a:avLst/>
              <a:gdLst/>
              <a:ahLst/>
              <a:cxnLst/>
              <a:rect l="l" t="t" r="r" b="b"/>
              <a:pathLst>
                <a:path w="584" h="25728" extrusionOk="0">
                  <a:moveTo>
                    <a:pt x="0" y="1"/>
                  </a:moveTo>
                  <a:lnTo>
                    <a:pt x="0" y="25378"/>
                  </a:lnTo>
                  <a:lnTo>
                    <a:pt x="584" y="25728"/>
                  </a:lnTo>
                  <a:lnTo>
                    <a:pt x="584" y="35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5310725" y="1932825"/>
              <a:ext cx="14600" cy="641750"/>
            </a:xfrm>
            <a:custGeom>
              <a:avLst/>
              <a:gdLst/>
              <a:ahLst/>
              <a:cxnLst/>
              <a:rect l="l" t="t" r="r" b="b"/>
              <a:pathLst>
                <a:path w="584" h="25670" extrusionOk="0">
                  <a:moveTo>
                    <a:pt x="0" y="1"/>
                  </a:moveTo>
                  <a:lnTo>
                    <a:pt x="0" y="25319"/>
                  </a:lnTo>
                  <a:lnTo>
                    <a:pt x="584" y="25669"/>
                  </a:lnTo>
                  <a:lnTo>
                    <a:pt x="584" y="35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5538225" y="769000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526" y="175"/>
                  </a:moveTo>
                  <a:lnTo>
                    <a:pt x="643" y="233"/>
                  </a:lnTo>
                  <a:lnTo>
                    <a:pt x="876" y="467"/>
                  </a:lnTo>
                  <a:lnTo>
                    <a:pt x="1051" y="758"/>
                  </a:lnTo>
                  <a:lnTo>
                    <a:pt x="1109" y="1167"/>
                  </a:lnTo>
                  <a:lnTo>
                    <a:pt x="1168" y="1575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34" y="2450"/>
                  </a:lnTo>
                  <a:lnTo>
                    <a:pt x="759" y="2450"/>
                  </a:lnTo>
                  <a:lnTo>
                    <a:pt x="643" y="2392"/>
                  </a:lnTo>
                  <a:lnTo>
                    <a:pt x="409" y="2217"/>
                  </a:lnTo>
                  <a:lnTo>
                    <a:pt x="293" y="1925"/>
                  </a:lnTo>
                  <a:lnTo>
                    <a:pt x="176" y="1517"/>
                  </a:lnTo>
                  <a:lnTo>
                    <a:pt x="118" y="1050"/>
                  </a:lnTo>
                  <a:lnTo>
                    <a:pt x="176" y="583"/>
                  </a:lnTo>
                  <a:lnTo>
                    <a:pt x="293" y="350"/>
                  </a:lnTo>
                  <a:lnTo>
                    <a:pt x="351" y="233"/>
                  </a:lnTo>
                  <a:lnTo>
                    <a:pt x="468" y="175"/>
                  </a:lnTo>
                  <a:close/>
                  <a:moveTo>
                    <a:pt x="409" y="0"/>
                  </a:moveTo>
                  <a:lnTo>
                    <a:pt x="293" y="58"/>
                  </a:lnTo>
                  <a:lnTo>
                    <a:pt x="176" y="117"/>
                  </a:lnTo>
                  <a:lnTo>
                    <a:pt x="118" y="233"/>
                  </a:lnTo>
                  <a:lnTo>
                    <a:pt x="59" y="408"/>
                  </a:lnTo>
                  <a:lnTo>
                    <a:pt x="1" y="642"/>
                  </a:lnTo>
                  <a:lnTo>
                    <a:pt x="1" y="933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759" y="2625"/>
                  </a:lnTo>
                  <a:lnTo>
                    <a:pt x="993" y="2625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284" y="1692"/>
                  </a:lnTo>
                  <a:lnTo>
                    <a:pt x="1284" y="1108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5583450" y="79525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59" y="175"/>
                  </a:lnTo>
                  <a:lnTo>
                    <a:pt x="409" y="117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5" y="2450"/>
                  </a:lnTo>
                  <a:lnTo>
                    <a:pt x="525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5617000" y="81420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09" y="1167"/>
                  </a:lnTo>
                  <a:lnTo>
                    <a:pt x="1167" y="1634"/>
                  </a:lnTo>
                  <a:lnTo>
                    <a:pt x="1109" y="2042"/>
                  </a:lnTo>
                  <a:lnTo>
                    <a:pt x="992" y="2334"/>
                  </a:lnTo>
                  <a:lnTo>
                    <a:pt x="934" y="2451"/>
                  </a:lnTo>
                  <a:lnTo>
                    <a:pt x="642" y="2451"/>
                  </a:lnTo>
                  <a:lnTo>
                    <a:pt x="408" y="2217"/>
                  </a:lnTo>
                  <a:lnTo>
                    <a:pt x="292" y="1926"/>
                  </a:lnTo>
                  <a:lnTo>
                    <a:pt x="175" y="1517"/>
                  </a:lnTo>
                  <a:lnTo>
                    <a:pt x="117" y="1051"/>
                  </a:lnTo>
                  <a:lnTo>
                    <a:pt x="175" y="584"/>
                  </a:lnTo>
                  <a:lnTo>
                    <a:pt x="292" y="351"/>
                  </a:lnTo>
                  <a:lnTo>
                    <a:pt x="350" y="234"/>
                  </a:lnTo>
                  <a:lnTo>
                    <a:pt x="408" y="176"/>
                  </a:lnTo>
                  <a:close/>
                  <a:moveTo>
                    <a:pt x="408" y="1"/>
                  </a:moveTo>
                  <a:lnTo>
                    <a:pt x="292" y="59"/>
                  </a:lnTo>
                  <a:lnTo>
                    <a:pt x="175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8" y="1576"/>
                  </a:lnTo>
                  <a:lnTo>
                    <a:pt x="175" y="2042"/>
                  </a:lnTo>
                  <a:lnTo>
                    <a:pt x="350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992" y="2626"/>
                  </a:lnTo>
                  <a:lnTo>
                    <a:pt x="1109" y="2567"/>
                  </a:lnTo>
                  <a:lnTo>
                    <a:pt x="1167" y="2392"/>
                  </a:lnTo>
                  <a:lnTo>
                    <a:pt x="1225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351"/>
                  </a:lnTo>
                  <a:lnTo>
                    <a:pt x="642" y="117"/>
                  </a:lnTo>
                  <a:lnTo>
                    <a:pt x="525" y="59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5656375" y="837525"/>
              <a:ext cx="32100" cy="65675"/>
            </a:xfrm>
            <a:custGeom>
              <a:avLst/>
              <a:gdLst/>
              <a:ahLst/>
              <a:cxnLst/>
              <a:rect l="l" t="t" r="r" b="b"/>
              <a:pathLst>
                <a:path w="1284" h="2627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992" y="2334"/>
                  </a:lnTo>
                  <a:lnTo>
                    <a:pt x="934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34" y="1868"/>
                  </a:lnTo>
                  <a:lnTo>
                    <a:pt x="175" y="1459"/>
                  </a:lnTo>
                  <a:lnTo>
                    <a:pt x="117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0" y="234"/>
                  </a:lnTo>
                  <a:lnTo>
                    <a:pt x="409" y="176"/>
                  </a:lnTo>
                  <a:close/>
                  <a:moveTo>
                    <a:pt x="292" y="1"/>
                  </a:moveTo>
                  <a:lnTo>
                    <a:pt x="175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0" y="1518"/>
                  </a:lnTo>
                  <a:lnTo>
                    <a:pt x="175" y="1984"/>
                  </a:lnTo>
                  <a:lnTo>
                    <a:pt x="350" y="2334"/>
                  </a:lnTo>
                  <a:lnTo>
                    <a:pt x="584" y="2568"/>
                  </a:lnTo>
                  <a:lnTo>
                    <a:pt x="759" y="2626"/>
                  </a:lnTo>
                  <a:lnTo>
                    <a:pt x="875" y="2626"/>
                  </a:lnTo>
                  <a:lnTo>
                    <a:pt x="992" y="2568"/>
                  </a:lnTo>
                  <a:lnTo>
                    <a:pt x="1109" y="2509"/>
                  </a:lnTo>
                  <a:lnTo>
                    <a:pt x="1167" y="2393"/>
                  </a:lnTo>
                  <a:lnTo>
                    <a:pt x="1225" y="2218"/>
                  </a:lnTo>
                  <a:lnTo>
                    <a:pt x="1284" y="1634"/>
                  </a:lnTo>
                  <a:lnTo>
                    <a:pt x="1225" y="1109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642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6"/>
            <p:cNvSpPr/>
            <p:nvPr/>
          </p:nvSpPr>
          <p:spPr>
            <a:xfrm>
              <a:off x="5701575" y="8623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5740950" y="88567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1" y="175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450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5773050" y="9060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0" y="176"/>
                  </a:moveTo>
                  <a:lnTo>
                    <a:pt x="934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700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234" y="1459"/>
                  </a:lnTo>
                  <a:lnTo>
                    <a:pt x="175" y="993"/>
                  </a:lnTo>
                  <a:lnTo>
                    <a:pt x="234" y="584"/>
                  </a:lnTo>
                  <a:lnTo>
                    <a:pt x="350" y="292"/>
                  </a:lnTo>
                  <a:lnTo>
                    <a:pt x="409" y="176"/>
                  </a:lnTo>
                  <a:close/>
                  <a:moveTo>
                    <a:pt x="350" y="1"/>
                  </a:moveTo>
                  <a:lnTo>
                    <a:pt x="234" y="59"/>
                  </a:lnTo>
                  <a:lnTo>
                    <a:pt x="175" y="234"/>
                  </a:lnTo>
                  <a:lnTo>
                    <a:pt x="59" y="409"/>
                  </a:lnTo>
                  <a:lnTo>
                    <a:pt x="59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4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3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5812425" y="92795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0" y="234"/>
                  </a:lnTo>
                  <a:lnTo>
                    <a:pt x="934" y="468"/>
                  </a:lnTo>
                  <a:lnTo>
                    <a:pt x="1050" y="759"/>
                  </a:lnTo>
                  <a:lnTo>
                    <a:pt x="1167" y="1168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0" y="2334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700" y="2393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234" y="1518"/>
                  </a:lnTo>
                  <a:lnTo>
                    <a:pt x="175" y="993"/>
                  </a:lnTo>
                  <a:lnTo>
                    <a:pt x="234" y="584"/>
                  </a:lnTo>
                  <a:lnTo>
                    <a:pt x="292" y="293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59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0" y="118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5536775" y="8798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67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634"/>
                  </a:lnTo>
                  <a:lnTo>
                    <a:pt x="1167" y="2043"/>
                  </a:lnTo>
                  <a:lnTo>
                    <a:pt x="1051" y="2334"/>
                  </a:lnTo>
                  <a:lnTo>
                    <a:pt x="992" y="2451"/>
                  </a:lnTo>
                  <a:lnTo>
                    <a:pt x="701" y="2451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234" y="1517"/>
                  </a:lnTo>
                  <a:lnTo>
                    <a:pt x="176" y="1051"/>
                  </a:lnTo>
                  <a:lnTo>
                    <a:pt x="234" y="642"/>
                  </a:lnTo>
                  <a:lnTo>
                    <a:pt x="351" y="351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92"/>
                  </a:lnTo>
                  <a:lnTo>
                    <a:pt x="59" y="1576"/>
                  </a:lnTo>
                  <a:lnTo>
                    <a:pt x="234" y="2043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68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351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5583450" y="90607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1"/>
                  </a:moveTo>
                  <a:lnTo>
                    <a:pt x="0" y="176"/>
                  </a:lnTo>
                  <a:lnTo>
                    <a:pt x="350" y="176"/>
                  </a:lnTo>
                  <a:lnTo>
                    <a:pt x="350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5622825" y="9279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118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6"/>
            <p:cNvSpPr/>
            <p:nvPr/>
          </p:nvSpPr>
          <p:spPr>
            <a:xfrm>
              <a:off x="5654900" y="9483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8" y="1167"/>
                  </a:lnTo>
                  <a:lnTo>
                    <a:pt x="1168" y="1576"/>
                  </a:lnTo>
                  <a:lnTo>
                    <a:pt x="1168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876" y="2451"/>
                  </a:lnTo>
                  <a:lnTo>
                    <a:pt x="818" y="2451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3" y="292"/>
                  </a:lnTo>
                  <a:lnTo>
                    <a:pt x="409" y="234"/>
                  </a:lnTo>
                  <a:lnTo>
                    <a:pt x="468" y="176"/>
                  </a:lnTo>
                  <a:close/>
                  <a:moveTo>
                    <a:pt x="468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818" y="2626"/>
                  </a:lnTo>
                  <a:lnTo>
                    <a:pt x="1051" y="2626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6"/>
            <p:cNvSpPr/>
            <p:nvPr/>
          </p:nvSpPr>
          <p:spPr>
            <a:xfrm>
              <a:off x="5694300" y="97172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700" y="175"/>
                  </a:moveTo>
                  <a:lnTo>
                    <a:pt x="933" y="408"/>
                  </a:lnTo>
                  <a:lnTo>
                    <a:pt x="1050" y="700"/>
                  </a:lnTo>
                  <a:lnTo>
                    <a:pt x="1167" y="1108"/>
                  </a:lnTo>
                  <a:lnTo>
                    <a:pt x="1167" y="1575"/>
                  </a:lnTo>
                  <a:lnTo>
                    <a:pt x="1167" y="1983"/>
                  </a:lnTo>
                  <a:lnTo>
                    <a:pt x="1050" y="2275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817" y="2450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233" y="1458"/>
                  </a:lnTo>
                  <a:lnTo>
                    <a:pt x="175" y="992"/>
                  </a:lnTo>
                  <a:lnTo>
                    <a:pt x="233" y="583"/>
                  </a:lnTo>
                  <a:lnTo>
                    <a:pt x="292" y="292"/>
                  </a:lnTo>
                  <a:lnTo>
                    <a:pt x="408" y="175"/>
                  </a:lnTo>
                  <a:close/>
                  <a:moveTo>
                    <a:pt x="350" y="0"/>
                  </a:moveTo>
                  <a:lnTo>
                    <a:pt x="233" y="58"/>
                  </a:lnTo>
                  <a:lnTo>
                    <a:pt x="117" y="233"/>
                  </a:lnTo>
                  <a:lnTo>
                    <a:pt x="58" y="408"/>
                  </a:lnTo>
                  <a:lnTo>
                    <a:pt x="58" y="642"/>
                  </a:lnTo>
                  <a:lnTo>
                    <a:pt x="0" y="933"/>
                  </a:lnTo>
                  <a:lnTo>
                    <a:pt x="58" y="1517"/>
                  </a:lnTo>
                  <a:lnTo>
                    <a:pt x="233" y="1983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3" y="2625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3" y="2159"/>
                  </a:lnTo>
                  <a:lnTo>
                    <a:pt x="1342" y="1633"/>
                  </a:lnTo>
                  <a:lnTo>
                    <a:pt x="1283" y="1050"/>
                  </a:lnTo>
                  <a:lnTo>
                    <a:pt x="1167" y="642"/>
                  </a:lnTo>
                  <a:lnTo>
                    <a:pt x="933" y="292"/>
                  </a:lnTo>
                  <a:lnTo>
                    <a:pt x="700" y="5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5740950" y="9965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1" y="1"/>
                  </a:moveTo>
                  <a:lnTo>
                    <a:pt x="1" y="59"/>
                  </a:lnTo>
                  <a:lnTo>
                    <a:pt x="1" y="176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5773050" y="10169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0" y="175"/>
                  </a:moveTo>
                  <a:lnTo>
                    <a:pt x="875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350" y="0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6"/>
            <p:cNvSpPr/>
            <p:nvPr/>
          </p:nvSpPr>
          <p:spPr>
            <a:xfrm>
              <a:off x="5818250" y="1041725"/>
              <a:ext cx="14625" cy="62725"/>
            </a:xfrm>
            <a:custGeom>
              <a:avLst/>
              <a:gdLst/>
              <a:ahLst/>
              <a:cxnLst/>
              <a:rect l="l" t="t" r="r" b="b"/>
              <a:pathLst>
                <a:path w="585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84" y="2509"/>
                  </a:lnTo>
                  <a:lnTo>
                    <a:pt x="584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5536775" y="9921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17"/>
                  </a:moveTo>
                  <a:lnTo>
                    <a:pt x="701" y="176"/>
                  </a:lnTo>
                  <a:lnTo>
                    <a:pt x="934" y="409"/>
                  </a:lnTo>
                  <a:lnTo>
                    <a:pt x="1051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1" y="2276"/>
                  </a:lnTo>
                  <a:lnTo>
                    <a:pt x="992" y="2393"/>
                  </a:lnTo>
                  <a:lnTo>
                    <a:pt x="876" y="2451"/>
                  </a:lnTo>
                  <a:lnTo>
                    <a:pt x="817" y="2451"/>
                  </a:lnTo>
                  <a:lnTo>
                    <a:pt x="642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176"/>
                  </a:lnTo>
                  <a:lnTo>
                    <a:pt x="467" y="176"/>
                  </a:lnTo>
                  <a:lnTo>
                    <a:pt x="584" y="117"/>
                  </a:lnTo>
                  <a:close/>
                  <a:moveTo>
                    <a:pt x="351" y="1"/>
                  </a:moveTo>
                  <a:lnTo>
                    <a:pt x="234" y="59"/>
                  </a:lnTo>
                  <a:lnTo>
                    <a:pt x="117" y="176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7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584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6"/>
            <p:cNvSpPr/>
            <p:nvPr/>
          </p:nvSpPr>
          <p:spPr>
            <a:xfrm>
              <a:off x="5583450" y="101692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0" y="175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6"/>
            <p:cNvSpPr/>
            <p:nvPr/>
          </p:nvSpPr>
          <p:spPr>
            <a:xfrm>
              <a:off x="5621375" y="1038800"/>
              <a:ext cx="14600" cy="62750"/>
            </a:xfrm>
            <a:custGeom>
              <a:avLst/>
              <a:gdLst/>
              <a:ahLst/>
              <a:cxnLst/>
              <a:rect l="l" t="t" r="r" b="b"/>
              <a:pathLst>
                <a:path w="584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84" y="2509"/>
                  </a:lnTo>
                  <a:lnTo>
                    <a:pt x="584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5654900" y="10592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68" y="1167"/>
                  </a:lnTo>
                  <a:lnTo>
                    <a:pt x="1168" y="1575"/>
                  </a:lnTo>
                  <a:lnTo>
                    <a:pt x="1168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925"/>
                  </a:lnTo>
                  <a:lnTo>
                    <a:pt x="176" y="1517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409" y="234"/>
                  </a:lnTo>
                  <a:lnTo>
                    <a:pt x="468" y="175"/>
                  </a:lnTo>
                  <a:close/>
                  <a:moveTo>
                    <a:pt x="468" y="0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818" y="2625"/>
                  </a:lnTo>
                  <a:lnTo>
                    <a:pt x="1051" y="2625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5700125" y="1084025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9" y="0"/>
                  </a:moveTo>
                  <a:lnTo>
                    <a:pt x="0" y="58"/>
                  </a:lnTo>
                  <a:lnTo>
                    <a:pt x="59" y="233"/>
                  </a:lnTo>
                  <a:lnTo>
                    <a:pt x="409" y="175"/>
                  </a:lnTo>
                  <a:lnTo>
                    <a:pt x="409" y="2450"/>
                  </a:lnTo>
                  <a:lnTo>
                    <a:pt x="525" y="2509"/>
                  </a:lnTo>
                  <a:lnTo>
                    <a:pt x="584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5733675" y="110442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6"/>
                  </a:moveTo>
                  <a:lnTo>
                    <a:pt x="642" y="234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67" y="1168"/>
                  </a:lnTo>
                  <a:lnTo>
                    <a:pt x="1167" y="1634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92" y="2451"/>
                  </a:lnTo>
                  <a:lnTo>
                    <a:pt x="642" y="2451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175" y="1518"/>
                  </a:lnTo>
                  <a:lnTo>
                    <a:pt x="175" y="1051"/>
                  </a:lnTo>
                  <a:lnTo>
                    <a:pt x="175" y="584"/>
                  </a:lnTo>
                  <a:lnTo>
                    <a:pt x="292" y="351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8" y="1576"/>
                  </a:lnTo>
                  <a:lnTo>
                    <a:pt x="175" y="2043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1050" y="2626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117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5773050" y="11277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5" y="175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5"/>
                  </a:lnTo>
                  <a:lnTo>
                    <a:pt x="934" y="2625"/>
                  </a:lnTo>
                  <a:lnTo>
                    <a:pt x="1050" y="2567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6"/>
            <p:cNvSpPr/>
            <p:nvPr/>
          </p:nvSpPr>
          <p:spPr>
            <a:xfrm>
              <a:off x="5818250" y="11525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09"/>
                  </a:lnTo>
                  <a:lnTo>
                    <a:pt x="526" y="118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6"/>
            <p:cNvSpPr/>
            <p:nvPr/>
          </p:nvSpPr>
          <p:spPr>
            <a:xfrm>
              <a:off x="5536775" y="11029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5"/>
                  </a:moveTo>
                  <a:lnTo>
                    <a:pt x="876" y="409"/>
                  </a:lnTo>
                  <a:lnTo>
                    <a:pt x="1051" y="700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1" y="2276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5"/>
                  </a:lnTo>
                  <a:close/>
                  <a:moveTo>
                    <a:pt x="292" y="0"/>
                  </a:moveTo>
                  <a:lnTo>
                    <a:pt x="234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5582000" y="1127775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8" y="0"/>
                  </a:moveTo>
                  <a:lnTo>
                    <a:pt x="0" y="59"/>
                  </a:lnTo>
                  <a:lnTo>
                    <a:pt x="58" y="175"/>
                  </a:lnTo>
                  <a:lnTo>
                    <a:pt x="408" y="175"/>
                  </a:lnTo>
                  <a:lnTo>
                    <a:pt x="408" y="2392"/>
                  </a:lnTo>
                  <a:lnTo>
                    <a:pt x="525" y="2509"/>
                  </a:lnTo>
                  <a:lnTo>
                    <a:pt x="583" y="59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5621375" y="1149650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9" y="175"/>
                  </a:lnTo>
                  <a:lnTo>
                    <a:pt x="409" y="2450"/>
                  </a:lnTo>
                  <a:lnTo>
                    <a:pt x="525" y="2509"/>
                  </a:lnTo>
                  <a:lnTo>
                    <a:pt x="584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6"/>
            <p:cNvSpPr/>
            <p:nvPr/>
          </p:nvSpPr>
          <p:spPr>
            <a:xfrm>
              <a:off x="5660750" y="11729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6"/>
            <p:cNvSpPr/>
            <p:nvPr/>
          </p:nvSpPr>
          <p:spPr>
            <a:xfrm>
              <a:off x="5694300" y="119340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25" y="175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8" y="1109"/>
                  </a:lnTo>
                  <a:lnTo>
                    <a:pt x="1167" y="1575"/>
                  </a:lnTo>
                  <a:lnTo>
                    <a:pt x="1108" y="2042"/>
                  </a:lnTo>
                  <a:lnTo>
                    <a:pt x="1050" y="2334"/>
                  </a:lnTo>
                  <a:lnTo>
                    <a:pt x="933" y="2392"/>
                  </a:lnTo>
                  <a:lnTo>
                    <a:pt x="875" y="2451"/>
                  </a:lnTo>
                  <a:lnTo>
                    <a:pt x="758" y="2451"/>
                  </a:lnTo>
                  <a:lnTo>
                    <a:pt x="642" y="2392"/>
                  </a:lnTo>
                  <a:lnTo>
                    <a:pt x="408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175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758" y="2626"/>
                  </a:lnTo>
                  <a:lnTo>
                    <a:pt x="933" y="2626"/>
                  </a:lnTo>
                  <a:lnTo>
                    <a:pt x="1050" y="2567"/>
                  </a:lnTo>
                  <a:lnTo>
                    <a:pt x="1108" y="2509"/>
                  </a:lnTo>
                  <a:lnTo>
                    <a:pt x="1225" y="2392"/>
                  </a:lnTo>
                  <a:lnTo>
                    <a:pt x="1283" y="2217"/>
                  </a:lnTo>
                  <a:lnTo>
                    <a:pt x="1342" y="1634"/>
                  </a:lnTo>
                  <a:lnTo>
                    <a:pt x="1283" y="1109"/>
                  </a:lnTo>
                  <a:lnTo>
                    <a:pt x="1108" y="642"/>
                  </a:lnTo>
                  <a:lnTo>
                    <a:pt x="933" y="292"/>
                  </a:lnTo>
                  <a:lnTo>
                    <a:pt x="700" y="5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6"/>
            <p:cNvSpPr/>
            <p:nvPr/>
          </p:nvSpPr>
          <p:spPr>
            <a:xfrm>
              <a:off x="5739500" y="12182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8"/>
                  </a:lnTo>
                  <a:lnTo>
                    <a:pt x="59" y="233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6"/>
            <p:cNvSpPr/>
            <p:nvPr/>
          </p:nvSpPr>
          <p:spPr>
            <a:xfrm>
              <a:off x="5773050" y="1238600"/>
              <a:ext cx="32100" cy="65675"/>
            </a:xfrm>
            <a:custGeom>
              <a:avLst/>
              <a:gdLst/>
              <a:ahLst/>
              <a:cxnLst/>
              <a:rect l="l" t="t" r="r" b="b"/>
              <a:pathLst>
                <a:path w="1284" h="2627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34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17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175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1050" y="2626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284" y="1634"/>
                  </a:lnTo>
                  <a:lnTo>
                    <a:pt x="1284" y="1109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700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6"/>
            <p:cNvSpPr/>
            <p:nvPr/>
          </p:nvSpPr>
          <p:spPr>
            <a:xfrm>
              <a:off x="5818250" y="12634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5536775" y="12138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5"/>
                  </a:moveTo>
                  <a:lnTo>
                    <a:pt x="876" y="408"/>
                  </a:lnTo>
                  <a:lnTo>
                    <a:pt x="1051" y="758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1" y="2334"/>
                  </a:lnTo>
                  <a:lnTo>
                    <a:pt x="934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3"/>
                  </a:lnTo>
                  <a:lnTo>
                    <a:pt x="292" y="292"/>
                  </a:lnTo>
                  <a:lnTo>
                    <a:pt x="351" y="233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176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625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58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5582000" y="12386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8" y="1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8" y="176"/>
                  </a:lnTo>
                  <a:lnTo>
                    <a:pt x="408" y="2393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5621375" y="126195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58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5" y="2450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5654900" y="1282350"/>
              <a:ext cx="32125" cy="65675"/>
            </a:xfrm>
            <a:custGeom>
              <a:avLst/>
              <a:gdLst/>
              <a:ahLst/>
              <a:cxnLst/>
              <a:rect l="l" t="t" r="r" b="b"/>
              <a:pathLst>
                <a:path w="1285" h="2627" extrusionOk="0">
                  <a:moveTo>
                    <a:pt x="526" y="118"/>
                  </a:moveTo>
                  <a:lnTo>
                    <a:pt x="643" y="176"/>
                  </a:ln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993" y="2276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3"/>
                  </a:lnTo>
                  <a:lnTo>
                    <a:pt x="409" y="2159"/>
                  </a:lnTo>
                  <a:lnTo>
                    <a:pt x="293" y="1868"/>
                  </a:lnTo>
                  <a:lnTo>
                    <a:pt x="176" y="1459"/>
                  </a:lnTo>
                  <a:lnTo>
                    <a:pt x="118" y="993"/>
                  </a:lnTo>
                  <a:lnTo>
                    <a:pt x="176" y="584"/>
                  </a:lnTo>
                  <a:lnTo>
                    <a:pt x="293" y="293"/>
                  </a:lnTo>
                  <a:lnTo>
                    <a:pt x="351" y="176"/>
                  </a:lnTo>
                  <a:lnTo>
                    <a:pt x="468" y="118"/>
                  </a:lnTo>
                  <a:close/>
                  <a:moveTo>
                    <a:pt x="293" y="1"/>
                  </a:moveTo>
                  <a:lnTo>
                    <a:pt x="176" y="59"/>
                  </a:lnTo>
                  <a:lnTo>
                    <a:pt x="118" y="176"/>
                  </a:lnTo>
                  <a:lnTo>
                    <a:pt x="59" y="351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276"/>
                  </a:lnTo>
                  <a:lnTo>
                    <a:pt x="643" y="2510"/>
                  </a:lnTo>
                  <a:lnTo>
                    <a:pt x="759" y="2568"/>
                  </a:lnTo>
                  <a:lnTo>
                    <a:pt x="876" y="2626"/>
                  </a:lnTo>
                  <a:lnTo>
                    <a:pt x="993" y="2568"/>
                  </a:lnTo>
                  <a:lnTo>
                    <a:pt x="1109" y="2510"/>
                  </a:lnTo>
                  <a:lnTo>
                    <a:pt x="1226" y="2335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051"/>
                  </a:lnTo>
                  <a:lnTo>
                    <a:pt x="1109" y="584"/>
                  </a:lnTo>
                  <a:lnTo>
                    <a:pt x="934" y="293"/>
                  </a:lnTo>
                  <a:lnTo>
                    <a:pt x="643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5694300" y="130425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5"/>
                  </a:moveTo>
                  <a:lnTo>
                    <a:pt x="642" y="233"/>
                  </a:lnTo>
                  <a:lnTo>
                    <a:pt x="875" y="408"/>
                  </a:lnTo>
                  <a:lnTo>
                    <a:pt x="1050" y="758"/>
                  </a:lnTo>
                  <a:lnTo>
                    <a:pt x="1108" y="1108"/>
                  </a:lnTo>
                  <a:lnTo>
                    <a:pt x="1167" y="1575"/>
                  </a:lnTo>
                  <a:lnTo>
                    <a:pt x="1108" y="2042"/>
                  </a:lnTo>
                  <a:lnTo>
                    <a:pt x="992" y="2334"/>
                  </a:lnTo>
                  <a:lnTo>
                    <a:pt x="933" y="2392"/>
                  </a:lnTo>
                  <a:lnTo>
                    <a:pt x="875" y="2450"/>
                  </a:lnTo>
                  <a:lnTo>
                    <a:pt x="758" y="2450"/>
                  </a:lnTo>
                  <a:lnTo>
                    <a:pt x="642" y="2392"/>
                  </a:lnTo>
                  <a:lnTo>
                    <a:pt x="408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3"/>
                  </a:lnTo>
                  <a:lnTo>
                    <a:pt x="292" y="292"/>
                  </a:lnTo>
                  <a:lnTo>
                    <a:pt x="350" y="233"/>
                  </a:lnTo>
                  <a:lnTo>
                    <a:pt x="408" y="175"/>
                  </a:lnTo>
                  <a:close/>
                  <a:moveTo>
                    <a:pt x="408" y="0"/>
                  </a:moveTo>
                  <a:lnTo>
                    <a:pt x="292" y="58"/>
                  </a:lnTo>
                  <a:lnTo>
                    <a:pt x="175" y="117"/>
                  </a:lnTo>
                  <a:lnTo>
                    <a:pt x="117" y="233"/>
                  </a:lnTo>
                  <a:lnTo>
                    <a:pt x="58" y="408"/>
                  </a:lnTo>
                  <a:lnTo>
                    <a:pt x="0" y="642"/>
                  </a:lnTo>
                  <a:lnTo>
                    <a:pt x="0" y="933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350" y="2334"/>
                  </a:lnTo>
                  <a:lnTo>
                    <a:pt x="642" y="2567"/>
                  </a:lnTo>
                  <a:lnTo>
                    <a:pt x="758" y="2625"/>
                  </a:lnTo>
                  <a:lnTo>
                    <a:pt x="992" y="2625"/>
                  </a:lnTo>
                  <a:lnTo>
                    <a:pt x="1108" y="2509"/>
                  </a:lnTo>
                  <a:lnTo>
                    <a:pt x="1167" y="2392"/>
                  </a:lnTo>
                  <a:lnTo>
                    <a:pt x="1225" y="2217"/>
                  </a:lnTo>
                  <a:lnTo>
                    <a:pt x="1283" y="1634"/>
                  </a:lnTo>
                  <a:lnTo>
                    <a:pt x="1283" y="1108"/>
                  </a:lnTo>
                  <a:lnTo>
                    <a:pt x="1108" y="642"/>
                  </a:lnTo>
                  <a:lnTo>
                    <a:pt x="933" y="292"/>
                  </a:lnTo>
                  <a:lnTo>
                    <a:pt x="642" y="58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5739500" y="13290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351" y="176"/>
                  </a:lnTo>
                  <a:lnTo>
                    <a:pt x="409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5771575" y="13494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8" y="1167"/>
                  </a:lnTo>
                  <a:lnTo>
                    <a:pt x="1168" y="1576"/>
                  </a:lnTo>
                  <a:lnTo>
                    <a:pt x="1168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934" y="2451"/>
                  </a:lnTo>
                  <a:lnTo>
                    <a:pt x="818" y="2451"/>
                  </a:lnTo>
                  <a:lnTo>
                    <a:pt x="701" y="2392"/>
                  </a:lnTo>
                  <a:lnTo>
                    <a:pt x="468" y="2217"/>
                  </a:lnTo>
                  <a:lnTo>
                    <a:pt x="293" y="1867"/>
                  </a:lnTo>
                  <a:lnTo>
                    <a:pt x="234" y="1517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351" y="292"/>
                  </a:lnTo>
                  <a:lnTo>
                    <a:pt x="409" y="234"/>
                  </a:lnTo>
                  <a:lnTo>
                    <a:pt x="468" y="176"/>
                  </a:lnTo>
                  <a:close/>
                  <a:moveTo>
                    <a:pt x="468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818" y="2626"/>
                  </a:lnTo>
                  <a:lnTo>
                    <a:pt x="1051" y="2626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93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5810975" y="1372775"/>
              <a:ext cx="33550" cy="65675"/>
            </a:xfrm>
            <a:custGeom>
              <a:avLst/>
              <a:gdLst/>
              <a:ahLst/>
              <a:cxnLst/>
              <a:rect l="l" t="t" r="r" b="b"/>
              <a:pathLst>
                <a:path w="1342" h="2627" extrusionOk="0">
                  <a:moveTo>
                    <a:pt x="700" y="176"/>
                  </a:moveTo>
                  <a:lnTo>
                    <a:pt x="933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3"/>
                  </a:lnTo>
                  <a:lnTo>
                    <a:pt x="933" y="2451"/>
                  </a:lnTo>
                  <a:lnTo>
                    <a:pt x="817" y="2451"/>
                  </a:lnTo>
                  <a:lnTo>
                    <a:pt x="700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233" y="1459"/>
                  </a:lnTo>
                  <a:lnTo>
                    <a:pt x="175" y="993"/>
                  </a:lnTo>
                  <a:lnTo>
                    <a:pt x="233" y="584"/>
                  </a:lnTo>
                  <a:lnTo>
                    <a:pt x="350" y="293"/>
                  </a:lnTo>
                  <a:lnTo>
                    <a:pt x="408" y="176"/>
                  </a:lnTo>
                  <a:close/>
                  <a:moveTo>
                    <a:pt x="350" y="1"/>
                  </a:moveTo>
                  <a:lnTo>
                    <a:pt x="233" y="59"/>
                  </a:lnTo>
                  <a:lnTo>
                    <a:pt x="175" y="234"/>
                  </a:lnTo>
                  <a:lnTo>
                    <a:pt x="58" y="409"/>
                  </a:lnTo>
                  <a:lnTo>
                    <a:pt x="58" y="643"/>
                  </a:lnTo>
                  <a:lnTo>
                    <a:pt x="0" y="934"/>
                  </a:lnTo>
                  <a:lnTo>
                    <a:pt x="58" y="1518"/>
                  </a:lnTo>
                  <a:lnTo>
                    <a:pt x="233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3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3" y="2159"/>
                  </a:lnTo>
                  <a:lnTo>
                    <a:pt x="1342" y="1634"/>
                  </a:lnTo>
                  <a:lnTo>
                    <a:pt x="1283" y="1051"/>
                  </a:lnTo>
                  <a:lnTo>
                    <a:pt x="1167" y="643"/>
                  </a:lnTo>
                  <a:lnTo>
                    <a:pt x="992" y="293"/>
                  </a:lnTo>
                  <a:lnTo>
                    <a:pt x="700" y="59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5536775" y="132465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6" y="176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992" y="2334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17" y="993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09" y="176"/>
                  </a:lnTo>
                  <a:close/>
                  <a:moveTo>
                    <a:pt x="292" y="1"/>
                  </a:move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876" y="2626"/>
                  </a:lnTo>
                  <a:lnTo>
                    <a:pt x="992" y="2568"/>
                  </a:lnTo>
                  <a:lnTo>
                    <a:pt x="1109" y="2509"/>
                  </a:lnTo>
                  <a:lnTo>
                    <a:pt x="1167" y="2393"/>
                  </a:lnTo>
                  <a:lnTo>
                    <a:pt x="1284" y="2218"/>
                  </a:lnTo>
                  <a:lnTo>
                    <a:pt x="1284" y="1634"/>
                  </a:lnTo>
                  <a:lnTo>
                    <a:pt x="1284" y="1109"/>
                  </a:lnTo>
                  <a:lnTo>
                    <a:pt x="1109" y="643"/>
                  </a:lnTo>
                  <a:lnTo>
                    <a:pt x="934" y="292"/>
                  </a:lnTo>
                  <a:lnTo>
                    <a:pt x="642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5582000" y="13494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8" y="1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350" y="176"/>
                  </a:lnTo>
                  <a:lnTo>
                    <a:pt x="408" y="176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5621375" y="1372775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0" y="1"/>
                  </a:moveTo>
                  <a:lnTo>
                    <a:pt x="58" y="176"/>
                  </a:lnTo>
                  <a:lnTo>
                    <a:pt x="350" y="176"/>
                  </a:lnTo>
                  <a:lnTo>
                    <a:pt x="350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5653450" y="13932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6"/>
                  </a:moveTo>
                  <a:lnTo>
                    <a:pt x="934" y="409"/>
                  </a:lnTo>
                  <a:lnTo>
                    <a:pt x="1051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1" y="2276"/>
                  </a:lnTo>
                  <a:lnTo>
                    <a:pt x="992" y="2393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1" y="2393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351" y="292"/>
                  </a:lnTo>
                  <a:lnTo>
                    <a:pt x="409" y="176"/>
                  </a:lnTo>
                  <a:close/>
                  <a:moveTo>
                    <a:pt x="351" y="1"/>
                  </a:moveTo>
                  <a:lnTo>
                    <a:pt x="234" y="59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7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5700125" y="14180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409" y="0"/>
                  </a:moveTo>
                  <a:lnTo>
                    <a:pt x="0" y="59"/>
                  </a:lnTo>
                  <a:lnTo>
                    <a:pt x="0" y="175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5739500" y="14398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1" y="0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6"/>
                  </a:lnTo>
                  <a:lnTo>
                    <a:pt x="351" y="2451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6"/>
            <p:cNvSpPr/>
            <p:nvPr/>
          </p:nvSpPr>
          <p:spPr>
            <a:xfrm>
              <a:off x="5778875" y="14632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1" y="1"/>
                  </a:moveTo>
                  <a:lnTo>
                    <a:pt x="1" y="59"/>
                  </a:lnTo>
                  <a:lnTo>
                    <a:pt x="1" y="176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6"/>
            <p:cNvSpPr/>
            <p:nvPr/>
          </p:nvSpPr>
          <p:spPr>
            <a:xfrm>
              <a:off x="5818250" y="148655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1" y="175"/>
                  </a:lnTo>
                  <a:lnTo>
                    <a:pt x="351" y="117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6"/>
            <p:cNvSpPr/>
            <p:nvPr/>
          </p:nvSpPr>
          <p:spPr>
            <a:xfrm>
              <a:off x="5535325" y="143550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5"/>
                  </a:moveTo>
                  <a:lnTo>
                    <a:pt x="700" y="234"/>
                  </a:lnTo>
                  <a:lnTo>
                    <a:pt x="934" y="409"/>
                  </a:lnTo>
                  <a:lnTo>
                    <a:pt x="1050" y="759"/>
                  </a:lnTo>
                  <a:lnTo>
                    <a:pt x="1167" y="1167"/>
                  </a:lnTo>
                  <a:lnTo>
                    <a:pt x="1167" y="1576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0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350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9"/>
                  </a:lnTo>
                  <a:lnTo>
                    <a:pt x="234" y="117"/>
                  </a:lnTo>
                  <a:lnTo>
                    <a:pt x="175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6"/>
            <p:cNvSpPr/>
            <p:nvPr/>
          </p:nvSpPr>
          <p:spPr>
            <a:xfrm>
              <a:off x="5582000" y="14603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8" y="0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6"/>
            <p:cNvSpPr/>
            <p:nvPr/>
          </p:nvSpPr>
          <p:spPr>
            <a:xfrm>
              <a:off x="5621375" y="14836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0" y="1"/>
                  </a:moveTo>
                  <a:lnTo>
                    <a:pt x="0" y="59"/>
                  </a:lnTo>
                  <a:lnTo>
                    <a:pt x="0" y="176"/>
                  </a:lnTo>
                  <a:lnTo>
                    <a:pt x="350" y="176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3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6"/>
            <p:cNvSpPr/>
            <p:nvPr/>
          </p:nvSpPr>
          <p:spPr>
            <a:xfrm>
              <a:off x="5660750" y="15055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0" y="1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6"/>
                  </a:lnTo>
                  <a:lnTo>
                    <a:pt x="350" y="2451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3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6"/>
            <p:cNvSpPr/>
            <p:nvPr/>
          </p:nvSpPr>
          <p:spPr>
            <a:xfrm>
              <a:off x="5692825" y="15259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934" y="467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576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926"/>
                  </a:lnTo>
                  <a:lnTo>
                    <a:pt x="176" y="1517"/>
                  </a:lnTo>
                  <a:lnTo>
                    <a:pt x="176" y="1051"/>
                  </a:lnTo>
                  <a:lnTo>
                    <a:pt x="234" y="584"/>
                  </a:lnTo>
                  <a:lnTo>
                    <a:pt x="292" y="350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76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6"/>
            <p:cNvSpPr/>
            <p:nvPr/>
          </p:nvSpPr>
          <p:spPr>
            <a:xfrm>
              <a:off x="5732200" y="154925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1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68" y="1109"/>
                  </a:lnTo>
                  <a:lnTo>
                    <a:pt x="1168" y="1576"/>
                  </a:lnTo>
                  <a:lnTo>
                    <a:pt x="1168" y="1984"/>
                  </a:lnTo>
                  <a:lnTo>
                    <a:pt x="1051" y="2334"/>
                  </a:lnTo>
                  <a:lnTo>
                    <a:pt x="993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3"/>
                  </a:lnTo>
                  <a:lnTo>
                    <a:pt x="468" y="2218"/>
                  </a:lnTo>
                  <a:lnTo>
                    <a:pt x="293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293" y="293"/>
                  </a:lnTo>
                  <a:lnTo>
                    <a:pt x="409" y="234"/>
                  </a:lnTo>
                  <a:lnTo>
                    <a:pt x="468" y="176"/>
                  </a:lnTo>
                  <a:close/>
                  <a:moveTo>
                    <a:pt x="351" y="1"/>
                  </a:move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626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8" y="2509"/>
                  </a:lnTo>
                  <a:lnTo>
                    <a:pt x="1226" y="2393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109"/>
                  </a:lnTo>
                  <a:lnTo>
                    <a:pt x="1168" y="643"/>
                  </a:lnTo>
                  <a:lnTo>
                    <a:pt x="934" y="293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6"/>
            <p:cNvSpPr/>
            <p:nvPr/>
          </p:nvSpPr>
          <p:spPr>
            <a:xfrm>
              <a:off x="5777425" y="1574050"/>
              <a:ext cx="14600" cy="62750"/>
            </a:xfrm>
            <a:custGeom>
              <a:avLst/>
              <a:gdLst/>
              <a:ahLst/>
              <a:cxnLst/>
              <a:rect l="l" t="t" r="r" b="b"/>
              <a:pathLst>
                <a:path w="584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84" y="2509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6"/>
            <p:cNvSpPr/>
            <p:nvPr/>
          </p:nvSpPr>
          <p:spPr>
            <a:xfrm>
              <a:off x="5816800" y="1597375"/>
              <a:ext cx="14600" cy="61300"/>
            </a:xfrm>
            <a:custGeom>
              <a:avLst/>
              <a:gdLst/>
              <a:ahLst/>
              <a:cxnLst/>
              <a:rect l="l" t="t" r="r" b="b"/>
              <a:pathLst>
                <a:path w="584" h="2452" extrusionOk="0">
                  <a:moveTo>
                    <a:pt x="0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5" y="2451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6"/>
            <p:cNvSpPr/>
            <p:nvPr/>
          </p:nvSpPr>
          <p:spPr>
            <a:xfrm>
              <a:off x="5535325" y="154635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5"/>
                  </a:moveTo>
                  <a:lnTo>
                    <a:pt x="700" y="234"/>
                  </a:lnTo>
                  <a:lnTo>
                    <a:pt x="934" y="467"/>
                  </a:lnTo>
                  <a:lnTo>
                    <a:pt x="1050" y="759"/>
                  </a:lnTo>
                  <a:lnTo>
                    <a:pt x="1167" y="1167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817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925"/>
                  </a:lnTo>
                  <a:lnTo>
                    <a:pt x="175" y="1517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1050" y="2625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117"/>
                  </a:lnTo>
                  <a:lnTo>
                    <a:pt x="584" y="5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6"/>
            <p:cNvSpPr/>
            <p:nvPr/>
          </p:nvSpPr>
          <p:spPr>
            <a:xfrm>
              <a:off x="5574700" y="15696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0" y="176"/>
                  </a:moveTo>
                  <a:lnTo>
                    <a:pt x="875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350" y="1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6"/>
            <p:cNvSpPr/>
            <p:nvPr/>
          </p:nvSpPr>
          <p:spPr>
            <a:xfrm>
              <a:off x="5619900" y="1594475"/>
              <a:ext cx="14625" cy="62725"/>
            </a:xfrm>
            <a:custGeom>
              <a:avLst/>
              <a:gdLst/>
              <a:ahLst/>
              <a:cxnLst/>
              <a:rect l="l" t="t" r="r" b="b"/>
              <a:pathLst>
                <a:path w="585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84" y="2509"/>
                  </a:lnTo>
                  <a:lnTo>
                    <a:pt x="584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6"/>
            <p:cNvSpPr/>
            <p:nvPr/>
          </p:nvSpPr>
          <p:spPr>
            <a:xfrm>
              <a:off x="5653450" y="16149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642" y="233"/>
                  </a:lnTo>
                  <a:lnTo>
                    <a:pt x="876" y="408"/>
                  </a:lnTo>
                  <a:lnTo>
                    <a:pt x="1051" y="758"/>
                  </a:lnTo>
                  <a:lnTo>
                    <a:pt x="1167" y="1108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3"/>
                  </a:lnTo>
                  <a:lnTo>
                    <a:pt x="292" y="292"/>
                  </a:lnTo>
                  <a:lnTo>
                    <a:pt x="351" y="233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234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1" y="642"/>
                  </a:lnTo>
                  <a:lnTo>
                    <a:pt x="1" y="933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625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8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8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6"/>
            <p:cNvSpPr/>
            <p:nvPr/>
          </p:nvSpPr>
          <p:spPr>
            <a:xfrm>
              <a:off x="5692825" y="1638225"/>
              <a:ext cx="33575" cy="64200"/>
            </a:xfrm>
            <a:custGeom>
              <a:avLst/>
              <a:gdLst/>
              <a:ahLst/>
              <a:cxnLst/>
              <a:rect l="l" t="t" r="r" b="b"/>
              <a:pathLst>
                <a:path w="1343" h="2568" extrusionOk="0">
                  <a:moveTo>
                    <a:pt x="584" y="117"/>
                  </a:moveTo>
                  <a:lnTo>
                    <a:pt x="642" y="175"/>
                  </a:ln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92" y="2392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5"/>
                  </a:lnTo>
                  <a:lnTo>
                    <a:pt x="467" y="117"/>
                  </a:lnTo>
                  <a:close/>
                  <a:moveTo>
                    <a:pt x="292" y="0"/>
                  </a:moveTo>
                  <a:lnTo>
                    <a:pt x="234" y="59"/>
                  </a:lnTo>
                  <a:lnTo>
                    <a:pt x="117" y="175"/>
                  </a:lnTo>
                  <a:lnTo>
                    <a:pt x="59" y="350"/>
                  </a:lnTo>
                  <a:lnTo>
                    <a:pt x="1" y="584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276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584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6"/>
            <p:cNvSpPr/>
            <p:nvPr/>
          </p:nvSpPr>
          <p:spPr>
            <a:xfrm>
              <a:off x="5732200" y="16601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6"/>
                  </a:moveTo>
                  <a:lnTo>
                    <a:pt x="643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234"/>
                  </a:lnTo>
                  <a:lnTo>
                    <a:pt x="468" y="176"/>
                  </a:lnTo>
                  <a:close/>
                  <a:moveTo>
                    <a:pt x="409" y="1"/>
                  </a:moveTo>
                  <a:lnTo>
                    <a:pt x="293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759" y="2626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34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6"/>
            <p:cNvSpPr/>
            <p:nvPr/>
          </p:nvSpPr>
          <p:spPr>
            <a:xfrm>
              <a:off x="5771575" y="168342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26" y="118"/>
                  </a:moveTo>
                  <a:lnTo>
                    <a:pt x="643" y="176"/>
                  </a:ln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3"/>
                  </a:lnTo>
                  <a:lnTo>
                    <a:pt x="409" y="2159"/>
                  </a:lnTo>
                  <a:lnTo>
                    <a:pt x="293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176" y="584"/>
                  </a:lnTo>
                  <a:lnTo>
                    <a:pt x="293" y="293"/>
                  </a:lnTo>
                  <a:lnTo>
                    <a:pt x="351" y="176"/>
                  </a:lnTo>
                  <a:lnTo>
                    <a:pt x="468" y="176"/>
                  </a:lnTo>
                  <a:lnTo>
                    <a:pt x="526" y="118"/>
                  </a:lnTo>
                  <a:close/>
                  <a:moveTo>
                    <a:pt x="293" y="1"/>
                  </a:moveTo>
                  <a:lnTo>
                    <a:pt x="234" y="59"/>
                  </a:lnTo>
                  <a:lnTo>
                    <a:pt x="118" y="176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759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1"/>
                  </a:lnTo>
                  <a:lnTo>
                    <a:pt x="1109" y="584"/>
                  </a:lnTo>
                  <a:lnTo>
                    <a:pt x="934" y="293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6"/>
            <p:cNvSpPr/>
            <p:nvPr/>
          </p:nvSpPr>
          <p:spPr>
            <a:xfrm>
              <a:off x="5810975" y="170532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25" y="175"/>
                  </a:moveTo>
                  <a:lnTo>
                    <a:pt x="642" y="233"/>
                  </a:lnTo>
                  <a:lnTo>
                    <a:pt x="875" y="408"/>
                  </a:lnTo>
                  <a:lnTo>
                    <a:pt x="1050" y="758"/>
                  </a:lnTo>
                  <a:lnTo>
                    <a:pt x="1108" y="1167"/>
                  </a:lnTo>
                  <a:lnTo>
                    <a:pt x="1167" y="1575"/>
                  </a:lnTo>
                  <a:lnTo>
                    <a:pt x="1108" y="2042"/>
                  </a:lnTo>
                  <a:lnTo>
                    <a:pt x="1050" y="2334"/>
                  </a:lnTo>
                  <a:lnTo>
                    <a:pt x="933" y="2392"/>
                  </a:lnTo>
                  <a:lnTo>
                    <a:pt x="875" y="2450"/>
                  </a:lnTo>
                  <a:lnTo>
                    <a:pt x="758" y="2450"/>
                  </a:lnTo>
                  <a:lnTo>
                    <a:pt x="642" y="2392"/>
                  </a:lnTo>
                  <a:lnTo>
                    <a:pt x="408" y="2217"/>
                  </a:lnTo>
                  <a:lnTo>
                    <a:pt x="292" y="1867"/>
                  </a:lnTo>
                  <a:lnTo>
                    <a:pt x="175" y="1458"/>
                  </a:lnTo>
                  <a:lnTo>
                    <a:pt x="175" y="992"/>
                  </a:lnTo>
                  <a:lnTo>
                    <a:pt x="175" y="583"/>
                  </a:lnTo>
                  <a:lnTo>
                    <a:pt x="292" y="292"/>
                  </a:lnTo>
                  <a:lnTo>
                    <a:pt x="350" y="233"/>
                  </a:lnTo>
                  <a:lnTo>
                    <a:pt x="467" y="175"/>
                  </a:lnTo>
                  <a:close/>
                  <a:moveTo>
                    <a:pt x="408" y="0"/>
                  </a:moveTo>
                  <a:lnTo>
                    <a:pt x="292" y="58"/>
                  </a:lnTo>
                  <a:lnTo>
                    <a:pt x="175" y="117"/>
                  </a:lnTo>
                  <a:lnTo>
                    <a:pt x="117" y="233"/>
                  </a:lnTo>
                  <a:lnTo>
                    <a:pt x="58" y="408"/>
                  </a:lnTo>
                  <a:lnTo>
                    <a:pt x="0" y="642"/>
                  </a:lnTo>
                  <a:lnTo>
                    <a:pt x="0" y="933"/>
                  </a:lnTo>
                  <a:lnTo>
                    <a:pt x="58" y="1517"/>
                  </a:lnTo>
                  <a:lnTo>
                    <a:pt x="175" y="1983"/>
                  </a:lnTo>
                  <a:lnTo>
                    <a:pt x="408" y="2334"/>
                  </a:lnTo>
                  <a:lnTo>
                    <a:pt x="642" y="2567"/>
                  </a:lnTo>
                  <a:lnTo>
                    <a:pt x="758" y="2625"/>
                  </a:lnTo>
                  <a:lnTo>
                    <a:pt x="1050" y="2625"/>
                  </a:lnTo>
                  <a:lnTo>
                    <a:pt x="1108" y="2509"/>
                  </a:lnTo>
                  <a:lnTo>
                    <a:pt x="1225" y="2392"/>
                  </a:lnTo>
                  <a:lnTo>
                    <a:pt x="1283" y="2217"/>
                  </a:lnTo>
                  <a:lnTo>
                    <a:pt x="1342" y="1692"/>
                  </a:lnTo>
                  <a:lnTo>
                    <a:pt x="1283" y="1108"/>
                  </a:lnTo>
                  <a:lnTo>
                    <a:pt x="1108" y="642"/>
                  </a:lnTo>
                  <a:lnTo>
                    <a:pt x="933" y="292"/>
                  </a:lnTo>
                  <a:lnTo>
                    <a:pt x="700" y="58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6"/>
            <p:cNvSpPr/>
            <p:nvPr/>
          </p:nvSpPr>
          <p:spPr>
            <a:xfrm>
              <a:off x="5535325" y="1657175"/>
              <a:ext cx="33550" cy="65675"/>
            </a:xfrm>
            <a:custGeom>
              <a:avLst/>
              <a:gdLst/>
              <a:ahLst/>
              <a:cxnLst/>
              <a:rect l="l" t="t" r="r" b="b"/>
              <a:pathLst>
                <a:path w="1342" h="2627" extrusionOk="0">
                  <a:moveTo>
                    <a:pt x="584" y="176"/>
                  </a:moveTo>
                  <a:lnTo>
                    <a:pt x="642" y="234"/>
                  </a:lnTo>
                  <a:lnTo>
                    <a:pt x="875" y="468"/>
                  </a:lnTo>
                  <a:lnTo>
                    <a:pt x="1050" y="759"/>
                  </a:lnTo>
                  <a:lnTo>
                    <a:pt x="1109" y="1168"/>
                  </a:lnTo>
                  <a:lnTo>
                    <a:pt x="1167" y="1634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92" y="2451"/>
                  </a:lnTo>
                  <a:lnTo>
                    <a:pt x="642" y="2451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175" y="1518"/>
                  </a:lnTo>
                  <a:lnTo>
                    <a:pt x="175" y="1051"/>
                  </a:lnTo>
                  <a:lnTo>
                    <a:pt x="175" y="584"/>
                  </a:lnTo>
                  <a:lnTo>
                    <a:pt x="292" y="351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76"/>
                  </a:lnTo>
                  <a:lnTo>
                    <a:pt x="175" y="2043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1050" y="2626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0" y="118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6"/>
            <p:cNvSpPr/>
            <p:nvPr/>
          </p:nvSpPr>
          <p:spPr>
            <a:xfrm>
              <a:off x="5580525" y="1683425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1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6"/>
            <p:cNvSpPr/>
            <p:nvPr/>
          </p:nvSpPr>
          <p:spPr>
            <a:xfrm>
              <a:off x="5619900" y="17053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8"/>
                  </a:lnTo>
                  <a:lnTo>
                    <a:pt x="59" y="233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6"/>
            <p:cNvSpPr/>
            <p:nvPr/>
          </p:nvSpPr>
          <p:spPr>
            <a:xfrm>
              <a:off x="5653450" y="17257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6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1" y="2334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1051" y="2626"/>
                  </a:lnTo>
                  <a:lnTo>
                    <a:pt x="1109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6"/>
            <p:cNvSpPr/>
            <p:nvPr/>
          </p:nvSpPr>
          <p:spPr>
            <a:xfrm>
              <a:off x="5692825" y="1749075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642" y="175"/>
                  </a:moveTo>
                  <a:lnTo>
                    <a:pt x="876" y="409"/>
                  </a:lnTo>
                  <a:lnTo>
                    <a:pt x="1051" y="700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1" y="2275"/>
                  </a:lnTo>
                  <a:lnTo>
                    <a:pt x="934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09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5"/>
                  </a:lnTo>
                  <a:close/>
                  <a:moveTo>
                    <a:pt x="292" y="0"/>
                  </a:moveTo>
                  <a:lnTo>
                    <a:pt x="176" y="58"/>
                  </a:lnTo>
                  <a:lnTo>
                    <a:pt x="117" y="175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050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58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6"/>
            <p:cNvSpPr/>
            <p:nvPr/>
          </p:nvSpPr>
          <p:spPr>
            <a:xfrm>
              <a:off x="5738050" y="1773850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0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6"/>
            <p:cNvSpPr/>
            <p:nvPr/>
          </p:nvSpPr>
          <p:spPr>
            <a:xfrm>
              <a:off x="5771575" y="1794275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643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993" y="2276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2"/>
                  </a:lnTo>
                  <a:lnTo>
                    <a:pt x="409" y="2159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18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176"/>
                  </a:lnTo>
                  <a:close/>
                  <a:moveTo>
                    <a:pt x="293" y="1"/>
                  </a:moveTo>
                  <a:lnTo>
                    <a:pt x="176" y="59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759" y="2567"/>
                  </a:lnTo>
                  <a:lnTo>
                    <a:pt x="876" y="2626"/>
                  </a:lnTo>
                  <a:lnTo>
                    <a:pt x="993" y="2567"/>
                  </a:lnTo>
                  <a:lnTo>
                    <a:pt x="1109" y="2509"/>
                  </a:lnTo>
                  <a:lnTo>
                    <a:pt x="1168" y="2392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051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3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6"/>
            <p:cNvSpPr/>
            <p:nvPr/>
          </p:nvSpPr>
          <p:spPr>
            <a:xfrm>
              <a:off x="5816800" y="18190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6"/>
            <p:cNvSpPr/>
            <p:nvPr/>
          </p:nvSpPr>
          <p:spPr>
            <a:xfrm>
              <a:off x="5535325" y="1769475"/>
              <a:ext cx="33550" cy="65675"/>
            </a:xfrm>
            <a:custGeom>
              <a:avLst/>
              <a:gdLst/>
              <a:ahLst/>
              <a:cxnLst/>
              <a:rect l="l" t="t" r="r" b="b"/>
              <a:pathLst>
                <a:path w="1342" h="2627" extrusionOk="0">
                  <a:moveTo>
                    <a:pt x="525" y="118"/>
                  </a:moveTo>
                  <a:lnTo>
                    <a:pt x="642" y="176"/>
                  </a:lnTo>
                  <a:lnTo>
                    <a:pt x="875" y="409"/>
                  </a:lnTo>
                  <a:lnTo>
                    <a:pt x="1050" y="701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0" y="2276"/>
                  </a:lnTo>
                  <a:lnTo>
                    <a:pt x="934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159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17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0" y="176"/>
                  </a:lnTo>
                  <a:lnTo>
                    <a:pt x="467" y="118"/>
                  </a:lnTo>
                  <a:close/>
                  <a:moveTo>
                    <a:pt x="292" y="1"/>
                  </a:moveTo>
                  <a:lnTo>
                    <a:pt x="175" y="59"/>
                  </a:lnTo>
                  <a:lnTo>
                    <a:pt x="117" y="176"/>
                  </a:lnTo>
                  <a:lnTo>
                    <a:pt x="59" y="351"/>
                  </a:lnTo>
                  <a:lnTo>
                    <a:pt x="0" y="584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276"/>
                  </a:lnTo>
                  <a:lnTo>
                    <a:pt x="642" y="2509"/>
                  </a:lnTo>
                  <a:lnTo>
                    <a:pt x="759" y="2568"/>
                  </a:lnTo>
                  <a:lnTo>
                    <a:pt x="934" y="2626"/>
                  </a:lnTo>
                  <a:lnTo>
                    <a:pt x="1050" y="2568"/>
                  </a:lnTo>
                  <a:lnTo>
                    <a:pt x="1109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09" y="584"/>
                  </a:lnTo>
                  <a:lnTo>
                    <a:pt x="934" y="293"/>
                  </a:lnTo>
                  <a:lnTo>
                    <a:pt x="700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6"/>
            <p:cNvSpPr/>
            <p:nvPr/>
          </p:nvSpPr>
          <p:spPr>
            <a:xfrm>
              <a:off x="5574700" y="1791350"/>
              <a:ext cx="32100" cy="65675"/>
            </a:xfrm>
            <a:custGeom>
              <a:avLst/>
              <a:gdLst/>
              <a:ahLst/>
              <a:cxnLst/>
              <a:rect l="l" t="t" r="r" b="b"/>
              <a:pathLst>
                <a:path w="1284" h="2627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34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17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175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992" y="2626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284" y="1634"/>
                  </a:lnTo>
                  <a:lnTo>
                    <a:pt x="1284" y="1109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700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6"/>
            <p:cNvSpPr/>
            <p:nvPr/>
          </p:nvSpPr>
          <p:spPr>
            <a:xfrm>
              <a:off x="5619900" y="18161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6"/>
            <p:cNvSpPr/>
            <p:nvPr/>
          </p:nvSpPr>
          <p:spPr>
            <a:xfrm>
              <a:off x="5653450" y="183657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6" y="175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992" y="2334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6" y="1517"/>
                  </a:lnTo>
                  <a:lnTo>
                    <a:pt x="117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09" y="175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992" y="2626"/>
                  </a:lnTo>
                  <a:lnTo>
                    <a:pt x="1109" y="2509"/>
                  </a:lnTo>
                  <a:lnTo>
                    <a:pt x="1167" y="2392"/>
                  </a:lnTo>
                  <a:lnTo>
                    <a:pt x="1226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5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6"/>
            <p:cNvSpPr/>
            <p:nvPr/>
          </p:nvSpPr>
          <p:spPr>
            <a:xfrm>
              <a:off x="5692825" y="1859900"/>
              <a:ext cx="32125" cy="65675"/>
            </a:xfrm>
            <a:custGeom>
              <a:avLst/>
              <a:gdLst/>
              <a:ahLst/>
              <a:cxnLst/>
              <a:rect l="l" t="t" r="r" b="b"/>
              <a:pathLst>
                <a:path w="1285" h="2627" extrusionOk="0">
                  <a:moveTo>
                    <a:pt x="642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09" y="1576"/>
                  </a:lnTo>
                  <a:lnTo>
                    <a:pt x="1109" y="1984"/>
                  </a:lnTo>
                  <a:lnTo>
                    <a:pt x="992" y="2276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159"/>
                  </a:lnTo>
                  <a:lnTo>
                    <a:pt x="234" y="1868"/>
                  </a:lnTo>
                  <a:lnTo>
                    <a:pt x="176" y="1459"/>
                  </a:lnTo>
                  <a:lnTo>
                    <a:pt x="117" y="993"/>
                  </a:lnTo>
                  <a:lnTo>
                    <a:pt x="176" y="584"/>
                  </a:lnTo>
                  <a:lnTo>
                    <a:pt x="292" y="293"/>
                  </a:lnTo>
                  <a:lnTo>
                    <a:pt x="351" y="176"/>
                  </a:lnTo>
                  <a:close/>
                  <a:moveTo>
                    <a:pt x="292" y="1"/>
                  </a:moveTo>
                  <a:lnTo>
                    <a:pt x="176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1" y="1518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642" y="2509"/>
                  </a:lnTo>
                  <a:lnTo>
                    <a:pt x="759" y="2568"/>
                  </a:lnTo>
                  <a:lnTo>
                    <a:pt x="876" y="2626"/>
                  </a:lnTo>
                  <a:lnTo>
                    <a:pt x="992" y="2568"/>
                  </a:lnTo>
                  <a:lnTo>
                    <a:pt x="1109" y="2509"/>
                  </a:lnTo>
                  <a:lnTo>
                    <a:pt x="1167" y="2393"/>
                  </a:lnTo>
                  <a:lnTo>
                    <a:pt x="1226" y="2159"/>
                  </a:lnTo>
                  <a:lnTo>
                    <a:pt x="1284" y="1634"/>
                  </a:lnTo>
                  <a:lnTo>
                    <a:pt x="1226" y="1051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642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6"/>
            <p:cNvSpPr/>
            <p:nvPr/>
          </p:nvSpPr>
          <p:spPr>
            <a:xfrm>
              <a:off x="5730750" y="188177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68"/>
                  </a:lnTo>
                  <a:lnTo>
                    <a:pt x="1051" y="759"/>
                  </a:lnTo>
                  <a:lnTo>
                    <a:pt x="1167" y="1168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1" y="2334"/>
                  </a:lnTo>
                  <a:lnTo>
                    <a:pt x="992" y="2393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1" y="2393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234" y="1518"/>
                  </a:lnTo>
                  <a:lnTo>
                    <a:pt x="175" y="993"/>
                  </a:lnTo>
                  <a:lnTo>
                    <a:pt x="234" y="584"/>
                  </a:lnTo>
                  <a:lnTo>
                    <a:pt x="351" y="293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8"/>
                  </a:lnTo>
                  <a:lnTo>
                    <a:pt x="175" y="234"/>
                  </a:lnTo>
                  <a:lnTo>
                    <a:pt x="59" y="409"/>
                  </a:lnTo>
                  <a:lnTo>
                    <a:pt x="59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92" y="293"/>
                  </a:lnTo>
                  <a:lnTo>
                    <a:pt x="701" y="118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6"/>
            <p:cNvSpPr/>
            <p:nvPr/>
          </p:nvSpPr>
          <p:spPr>
            <a:xfrm>
              <a:off x="5770125" y="19051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1" y="2275"/>
                  </a:lnTo>
                  <a:lnTo>
                    <a:pt x="992" y="2392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1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351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351" y="0"/>
                  </a:moveTo>
                  <a:lnTo>
                    <a:pt x="234" y="117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6"/>
            <p:cNvSpPr/>
            <p:nvPr/>
          </p:nvSpPr>
          <p:spPr>
            <a:xfrm>
              <a:off x="5809500" y="19270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934" y="467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634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451"/>
                  </a:lnTo>
                  <a:lnTo>
                    <a:pt x="701" y="2451"/>
                  </a:lnTo>
                  <a:lnTo>
                    <a:pt x="467" y="2217"/>
                  </a:lnTo>
                  <a:lnTo>
                    <a:pt x="292" y="1926"/>
                  </a:lnTo>
                  <a:lnTo>
                    <a:pt x="234" y="1517"/>
                  </a:lnTo>
                  <a:lnTo>
                    <a:pt x="176" y="1050"/>
                  </a:lnTo>
                  <a:lnTo>
                    <a:pt x="234" y="584"/>
                  </a:lnTo>
                  <a:lnTo>
                    <a:pt x="351" y="350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76"/>
                  </a:lnTo>
                  <a:lnTo>
                    <a:pt x="234" y="2042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6"/>
            <p:cNvSpPr/>
            <p:nvPr/>
          </p:nvSpPr>
          <p:spPr>
            <a:xfrm>
              <a:off x="5535325" y="188032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642" y="176"/>
                  </a:moveTo>
                  <a:lnTo>
                    <a:pt x="875" y="409"/>
                  </a:lnTo>
                  <a:lnTo>
                    <a:pt x="1050" y="701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992" y="2276"/>
                  </a:lnTo>
                  <a:lnTo>
                    <a:pt x="934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159"/>
                  </a:lnTo>
                  <a:lnTo>
                    <a:pt x="234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176"/>
                  </a:lnTo>
                  <a:close/>
                  <a:moveTo>
                    <a:pt x="292" y="1"/>
                  </a:moveTo>
                  <a:lnTo>
                    <a:pt x="175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0" y="1517"/>
                  </a:lnTo>
                  <a:lnTo>
                    <a:pt x="175" y="1984"/>
                  </a:lnTo>
                  <a:lnTo>
                    <a:pt x="350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875" y="2626"/>
                  </a:lnTo>
                  <a:lnTo>
                    <a:pt x="992" y="2567"/>
                  </a:lnTo>
                  <a:lnTo>
                    <a:pt x="1109" y="2509"/>
                  </a:lnTo>
                  <a:lnTo>
                    <a:pt x="1167" y="2334"/>
                  </a:lnTo>
                  <a:lnTo>
                    <a:pt x="1225" y="2159"/>
                  </a:lnTo>
                  <a:lnTo>
                    <a:pt x="1284" y="1634"/>
                  </a:lnTo>
                  <a:lnTo>
                    <a:pt x="1225" y="1051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6"/>
            <p:cNvSpPr/>
            <p:nvPr/>
          </p:nvSpPr>
          <p:spPr>
            <a:xfrm>
              <a:off x="5580525" y="19051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1" y="175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6"/>
            <p:cNvSpPr/>
            <p:nvPr/>
          </p:nvSpPr>
          <p:spPr>
            <a:xfrm>
              <a:off x="5619900" y="19270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5"/>
                  </a:lnTo>
                  <a:lnTo>
                    <a:pt x="351" y="2451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6"/>
            <p:cNvSpPr/>
            <p:nvPr/>
          </p:nvSpPr>
          <p:spPr>
            <a:xfrm>
              <a:off x="5652000" y="194742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5"/>
                  </a:moveTo>
                  <a:lnTo>
                    <a:pt x="700" y="233"/>
                  </a:lnTo>
                  <a:lnTo>
                    <a:pt x="934" y="467"/>
                  </a:lnTo>
                  <a:lnTo>
                    <a:pt x="1050" y="759"/>
                  </a:lnTo>
                  <a:lnTo>
                    <a:pt x="1167" y="1167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450"/>
                  </a:lnTo>
                  <a:lnTo>
                    <a:pt x="817" y="2450"/>
                  </a:lnTo>
                  <a:lnTo>
                    <a:pt x="700" y="2392"/>
                  </a:lnTo>
                  <a:lnTo>
                    <a:pt x="467" y="2217"/>
                  </a:lnTo>
                  <a:lnTo>
                    <a:pt x="292" y="1925"/>
                  </a:lnTo>
                  <a:lnTo>
                    <a:pt x="234" y="1517"/>
                  </a:lnTo>
                  <a:lnTo>
                    <a:pt x="175" y="1050"/>
                  </a:lnTo>
                  <a:lnTo>
                    <a:pt x="234" y="583"/>
                  </a:lnTo>
                  <a:lnTo>
                    <a:pt x="350" y="350"/>
                  </a:lnTo>
                  <a:lnTo>
                    <a:pt x="409" y="233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8"/>
                  </a:lnTo>
                  <a:lnTo>
                    <a:pt x="234" y="117"/>
                  </a:lnTo>
                  <a:lnTo>
                    <a:pt x="175" y="233"/>
                  </a:lnTo>
                  <a:lnTo>
                    <a:pt x="59" y="408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1050" y="2625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117"/>
                  </a:lnTo>
                  <a:lnTo>
                    <a:pt x="584" y="58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6"/>
            <p:cNvSpPr/>
            <p:nvPr/>
          </p:nvSpPr>
          <p:spPr>
            <a:xfrm>
              <a:off x="5698675" y="19722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0" y="1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6"/>
                  </a:lnTo>
                  <a:lnTo>
                    <a:pt x="350" y="2451"/>
                  </a:lnTo>
                  <a:lnTo>
                    <a:pt x="525" y="2509"/>
                  </a:lnTo>
                  <a:lnTo>
                    <a:pt x="525" y="118"/>
                  </a:lnTo>
                  <a:lnTo>
                    <a:pt x="3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6"/>
            <p:cNvSpPr/>
            <p:nvPr/>
          </p:nvSpPr>
          <p:spPr>
            <a:xfrm>
              <a:off x="5738050" y="199555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350" y="0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6"/>
            <p:cNvSpPr/>
            <p:nvPr/>
          </p:nvSpPr>
          <p:spPr>
            <a:xfrm>
              <a:off x="5777425" y="201887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1"/>
                  </a:moveTo>
                  <a:lnTo>
                    <a:pt x="0" y="176"/>
                  </a:lnTo>
                  <a:lnTo>
                    <a:pt x="350" y="176"/>
                  </a:lnTo>
                  <a:lnTo>
                    <a:pt x="350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3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6"/>
            <p:cNvSpPr/>
            <p:nvPr/>
          </p:nvSpPr>
          <p:spPr>
            <a:xfrm>
              <a:off x="5809500" y="20393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17"/>
                  </a:moveTo>
                  <a:lnTo>
                    <a:pt x="701" y="175"/>
                  </a:lnTo>
                  <a:lnTo>
                    <a:pt x="876" y="409"/>
                  </a:lnTo>
                  <a:lnTo>
                    <a:pt x="1051" y="700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1" y="2276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175"/>
                  </a:lnTo>
                  <a:lnTo>
                    <a:pt x="467" y="117"/>
                  </a:lnTo>
                  <a:close/>
                  <a:moveTo>
                    <a:pt x="351" y="0"/>
                  </a:moveTo>
                  <a:lnTo>
                    <a:pt x="234" y="59"/>
                  </a:lnTo>
                  <a:lnTo>
                    <a:pt x="117" y="175"/>
                  </a:lnTo>
                  <a:lnTo>
                    <a:pt x="59" y="350"/>
                  </a:lnTo>
                  <a:lnTo>
                    <a:pt x="1" y="584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584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6"/>
            <p:cNvSpPr/>
            <p:nvPr/>
          </p:nvSpPr>
          <p:spPr>
            <a:xfrm>
              <a:off x="5533850" y="19911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5"/>
                  </a:moveTo>
                  <a:lnTo>
                    <a:pt x="934" y="409"/>
                  </a:lnTo>
                  <a:lnTo>
                    <a:pt x="1051" y="700"/>
                  </a:lnTo>
                  <a:lnTo>
                    <a:pt x="1168" y="1109"/>
                  </a:lnTo>
                  <a:lnTo>
                    <a:pt x="1168" y="1575"/>
                  </a:lnTo>
                  <a:lnTo>
                    <a:pt x="1168" y="1984"/>
                  </a:lnTo>
                  <a:lnTo>
                    <a:pt x="1051" y="2275"/>
                  </a:lnTo>
                  <a:lnTo>
                    <a:pt x="993" y="2392"/>
                  </a:lnTo>
                  <a:lnTo>
                    <a:pt x="876" y="2450"/>
                  </a:lnTo>
                  <a:lnTo>
                    <a:pt x="818" y="2450"/>
                  </a:lnTo>
                  <a:lnTo>
                    <a:pt x="701" y="2392"/>
                  </a:lnTo>
                  <a:lnTo>
                    <a:pt x="468" y="2159"/>
                  </a:lnTo>
                  <a:lnTo>
                    <a:pt x="293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3" y="292"/>
                  </a:lnTo>
                  <a:lnTo>
                    <a:pt x="409" y="234"/>
                  </a:lnTo>
                  <a:lnTo>
                    <a:pt x="468" y="175"/>
                  </a:lnTo>
                  <a:close/>
                  <a:moveTo>
                    <a:pt x="351" y="0"/>
                  </a:move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0"/>
                  </a:lnTo>
                  <a:lnTo>
                    <a:pt x="1168" y="642"/>
                  </a:lnTo>
                  <a:lnTo>
                    <a:pt x="993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6"/>
            <p:cNvSpPr/>
            <p:nvPr/>
          </p:nvSpPr>
          <p:spPr>
            <a:xfrm>
              <a:off x="5580525" y="20159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1" y="1"/>
                  </a:moveTo>
                  <a:lnTo>
                    <a:pt x="1" y="59"/>
                  </a:lnTo>
                  <a:lnTo>
                    <a:pt x="1" y="176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10"/>
                  </a:lnTo>
                  <a:lnTo>
                    <a:pt x="526" y="59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6"/>
            <p:cNvSpPr/>
            <p:nvPr/>
          </p:nvSpPr>
          <p:spPr>
            <a:xfrm>
              <a:off x="5619900" y="20393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1" y="175"/>
                  </a:lnTo>
                  <a:lnTo>
                    <a:pt x="351" y="117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6"/>
            <p:cNvSpPr/>
            <p:nvPr/>
          </p:nvSpPr>
          <p:spPr>
            <a:xfrm>
              <a:off x="5652000" y="205825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6"/>
                  </a:moveTo>
                  <a:lnTo>
                    <a:pt x="700" y="234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67" y="1168"/>
                  </a:lnTo>
                  <a:lnTo>
                    <a:pt x="1167" y="1634"/>
                  </a:lnTo>
                  <a:lnTo>
                    <a:pt x="1167" y="2043"/>
                  </a:lnTo>
                  <a:lnTo>
                    <a:pt x="1050" y="2334"/>
                  </a:lnTo>
                  <a:lnTo>
                    <a:pt x="992" y="2451"/>
                  </a:lnTo>
                  <a:lnTo>
                    <a:pt x="642" y="2451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175" y="1518"/>
                  </a:lnTo>
                  <a:lnTo>
                    <a:pt x="175" y="1051"/>
                  </a:lnTo>
                  <a:lnTo>
                    <a:pt x="234" y="584"/>
                  </a:lnTo>
                  <a:lnTo>
                    <a:pt x="292" y="351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76"/>
                  </a:lnTo>
                  <a:lnTo>
                    <a:pt x="234" y="2043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68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351"/>
                  </a:lnTo>
                  <a:lnTo>
                    <a:pt x="700" y="117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6"/>
            <p:cNvSpPr/>
            <p:nvPr/>
          </p:nvSpPr>
          <p:spPr>
            <a:xfrm>
              <a:off x="5691375" y="20816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0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934" y="2625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6"/>
            <p:cNvSpPr/>
            <p:nvPr/>
          </p:nvSpPr>
          <p:spPr>
            <a:xfrm>
              <a:off x="5730750" y="21049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17"/>
                  </a:moveTo>
                  <a:lnTo>
                    <a:pt x="642" y="176"/>
                  </a:lnTo>
                  <a:lnTo>
                    <a:pt x="876" y="409"/>
                  </a:lnTo>
                  <a:lnTo>
                    <a:pt x="1051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1" y="2276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1" y="176"/>
                  </a:lnTo>
                  <a:lnTo>
                    <a:pt x="467" y="176"/>
                  </a:lnTo>
                  <a:lnTo>
                    <a:pt x="584" y="117"/>
                  </a:lnTo>
                  <a:close/>
                  <a:moveTo>
                    <a:pt x="292" y="1"/>
                  </a:moveTo>
                  <a:lnTo>
                    <a:pt x="234" y="59"/>
                  </a:lnTo>
                  <a:lnTo>
                    <a:pt x="117" y="176"/>
                  </a:lnTo>
                  <a:lnTo>
                    <a:pt x="59" y="351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584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6"/>
            <p:cNvSpPr/>
            <p:nvPr/>
          </p:nvSpPr>
          <p:spPr>
            <a:xfrm>
              <a:off x="5775950" y="2129725"/>
              <a:ext cx="14625" cy="61275"/>
            </a:xfrm>
            <a:custGeom>
              <a:avLst/>
              <a:gdLst/>
              <a:ahLst/>
              <a:cxnLst/>
              <a:rect l="l" t="t" r="r" b="b"/>
              <a:pathLst>
                <a:path w="585" h="2451" extrusionOk="0">
                  <a:moveTo>
                    <a:pt x="1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451"/>
                  </a:lnTo>
                  <a:lnTo>
                    <a:pt x="584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6"/>
            <p:cNvSpPr/>
            <p:nvPr/>
          </p:nvSpPr>
          <p:spPr>
            <a:xfrm>
              <a:off x="5815350" y="2151600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8" y="0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8" y="175"/>
                  </a:lnTo>
                  <a:lnTo>
                    <a:pt x="408" y="2392"/>
                  </a:lnTo>
                  <a:lnTo>
                    <a:pt x="525" y="2509"/>
                  </a:lnTo>
                  <a:lnTo>
                    <a:pt x="583" y="117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6"/>
            <p:cNvSpPr/>
            <p:nvPr/>
          </p:nvSpPr>
          <p:spPr>
            <a:xfrm>
              <a:off x="5533850" y="210200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1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68" y="1109"/>
                  </a:lnTo>
                  <a:lnTo>
                    <a:pt x="1168" y="1576"/>
                  </a:lnTo>
                  <a:lnTo>
                    <a:pt x="1168" y="1984"/>
                  </a:lnTo>
                  <a:lnTo>
                    <a:pt x="1051" y="2334"/>
                  </a:lnTo>
                  <a:lnTo>
                    <a:pt x="993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3"/>
                  </a:lnTo>
                  <a:lnTo>
                    <a:pt x="468" y="2218"/>
                  </a:lnTo>
                  <a:lnTo>
                    <a:pt x="293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176" y="584"/>
                  </a:lnTo>
                  <a:lnTo>
                    <a:pt x="293" y="293"/>
                  </a:lnTo>
                  <a:lnTo>
                    <a:pt x="409" y="234"/>
                  </a:lnTo>
                  <a:lnTo>
                    <a:pt x="468" y="176"/>
                  </a:lnTo>
                  <a:close/>
                  <a:moveTo>
                    <a:pt x="351" y="1"/>
                  </a:moveTo>
                  <a:lnTo>
                    <a:pt x="234" y="118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626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8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3" y="1634"/>
                  </a:lnTo>
                  <a:lnTo>
                    <a:pt x="1284" y="1109"/>
                  </a:lnTo>
                  <a:lnTo>
                    <a:pt x="1168" y="643"/>
                  </a:lnTo>
                  <a:lnTo>
                    <a:pt x="934" y="293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6"/>
            <p:cNvSpPr/>
            <p:nvPr/>
          </p:nvSpPr>
          <p:spPr>
            <a:xfrm>
              <a:off x="5579075" y="2126800"/>
              <a:ext cx="14600" cy="62750"/>
            </a:xfrm>
            <a:custGeom>
              <a:avLst/>
              <a:gdLst/>
              <a:ahLst/>
              <a:cxnLst/>
              <a:rect l="l" t="t" r="r" b="b"/>
              <a:pathLst>
                <a:path w="584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84" y="2509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6"/>
            <p:cNvSpPr/>
            <p:nvPr/>
          </p:nvSpPr>
          <p:spPr>
            <a:xfrm>
              <a:off x="5618450" y="2150150"/>
              <a:ext cx="14600" cy="61275"/>
            </a:xfrm>
            <a:custGeom>
              <a:avLst/>
              <a:gdLst/>
              <a:ahLst/>
              <a:cxnLst/>
              <a:rect l="l" t="t" r="r" b="b"/>
              <a:pathLst>
                <a:path w="584" h="2451" extrusionOk="0">
                  <a:moveTo>
                    <a:pt x="0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450"/>
                  </a:lnTo>
                  <a:lnTo>
                    <a:pt x="584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6"/>
            <p:cNvSpPr/>
            <p:nvPr/>
          </p:nvSpPr>
          <p:spPr>
            <a:xfrm>
              <a:off x="5657825" y="2172025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9" y="0"/>
                  </a:moveTo>
                  <a:lnTo>
                    <a:pt x="1" y="58"/>
                  </a:lnTo>
                  <a:lnTo>
                    <a:pt x="59" y="234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84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6"/>
            <p:cNvSpPr/>
            <p:nvPr/>
          </p:nvSpPr>
          <p:spPr>
            <a:xfrm>
              <a:off x="5691375" y="219242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68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1050" y="2626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0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6"/>
            <p:cNvSpPr/>
            <p:nvPr/>
          </p:nvSpPr>
          <p:spPr>
            <a:xfrm>
              <a:off x="5736575" y="22172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6"/>
            <p:cNvSpPr/>
            <p:nvPr/>
          </p:nvSpPr>
          <p:spPr>
            <a:xfrm>
              <a:off x="5770125" y="22376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5"/>
                  </a:moveTo>
                  <a:lnTo>
                    <a:pt x="642" y="234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7" y="1575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926"/>
                  </a:lnTo>
                  <a:lnTo>
                    <a:pt x="176" y="1517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5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1051" y="2626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6"/>
            <p:cNvSpPr/>
            <p:nvPr/>
          </p:nvSpPr>
          <p:spPr>
            <a:xfrm>
              <a:off x="5809500" y="2260975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642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17" y="993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6"/>
                  </a:lnTo>
                  <a:close/>
                  <a:moveTo>
                    <a:pt x="292" y="1"/>
                  </a:move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09" y="2509"/>
                  </a:lnTo>
                  <a:lnTo>
                    <a:pt x="1226" y="2393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051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6"/>
            <p:cNvSpPr/>
            <p:nvPr/>
          </p:nvSpPr>
          <p:spPr>
            <a:xfrm>
              <a:off x="5533850" y="22128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6"/>
                  </a:moveTo>
                  <a:lnTo>
                    <a:pt x="643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234"/>
                  </a:lnTo>
                  <a:lnTo>
                    <a:pt x="468" y="176"/>
                  </a:lnTo>
                  <a:close/>
                  <a:moveTo>
                    <a:pt x="409" y="1"/>
                  </a:moveTo>
                  <a:lnTo>
                    <a:pt x="293" y="59"/>
                  </a:ln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759" y="2626"/>
                  </a:lnTo>
                  <a:lnTo>
                    <a:pt x="1051" y="2626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34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6"/>
            <p:cNvSpPr/>
            <p:nvPr/>
          </p:nvSpPr>
          <p:spPr>
            <a:xfrm>
              <a:off x="5573225" y="22362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17"/>
                  </a:moveTo>
                  <a:lnTo>
                    <a:pt x="643" y="175"/>
                  </a:lnTo>
                  <a:lnTo>
                    <a:pt x="876" y="408"/>
                  </a:lnTo>
                  <a:lnTo>
                    <a:pt x="1051" y="700"/>
                  </a:lnTo>
                  <a:lnTo>
                    <a:pt x="1109" y="1108"/>
                  </a:lnTo>
                  <a:lnTo>
                    <a:pt x="1168" y="1575"/>
                  </a:lnTo>
                  <a:lnTo>
                    <a:pt x="1109" y="1984"/>
                  </a:lnTo>
                  <a:lnTo>
                    <a:pt x="1051" y="2275"/>
                  </a:lnTo>
                  <a:lnTo>
                    <a:pt x="934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3" y="2392"/>
                  </a:lnTo>
                  <a:lnTo>
                    <a:pt x="409" y="2159"/>
                  </a:lnTo>
                  <a:lnTo>
                    <a:pt x="293" y="1867"/>
                  </a:lnTo>
                  <a:lnTo>
                    <a:pt x="176" y="1458"/>
                  </a:lnTo>
                  <a:lnTo>
                    <a:pt x="176" y="992"/>
                  </a:lnTo>
                  <a:lnTo>
                    <a:pt x="176" y="583"/>
                  </a:lnTo>
                  <a:lnTo>
                    <a:pt x="293" y="292"/>
                  </a:lnTo>
                  <a:lnTo>
                    <a:pt x="351" y="175"/>
                  </a:lnTo>
                  <a:lnTo>
                    <a:pt x="468" y="175"/>
                  </a:lnTo>
                  <a:lnTo>
                    <a:pt x="526" y="117"/>
                  </a:lnTo>
                  <a:close/>
                  <a:moveTo>
                    <a:pt x="293" y="0"/>
                  </a:moveTo>
                  <a:lnTo>
                    <a:pt x="234" y="58"/>
                  </a:lnTo>
                  <a:lnTo>
                    <a:pt x="118" y="175"/>
                  </a:lnTo>
                  <a:lnTo>
                    <a:pt x="59" y="408"/>
                  </a:lnTo>
                  <a:lnTo>
                    <a:pt x="1" y="642"/>
                  </a:lnTo>
                  <a:lnTo>
                    <a:pt x="1" y="933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759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3" y="1633"/>
                  </a:lnTo>
                  <a:lnTo>
                    <a:pt x="1284" y="1050"/>
                  </a:lnTo>
                  <a:lnTo>
                    <a:pt x="1109" y="583"/>
                  </a:lnTo>
                  <a:lnTo>
                    <a:pt x="934" y="292"/>
                  </a:lnTo>
                  <a:lnTo>
                    <a:pt x="701" y="58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6"/>
            <p:cNvSpPr/>
            <p:nvPr/>
          </p:nvSpPr>
          <p:spPr>
            <a:xfrm>
              <a:off x="5618450" y="226097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6"/>
            <p:cNvSpPr/>
            <p:nvPr/>
          </p:nvSpPr>
          <p:spPr>
            <a:xfrm>
              <a:off x="5652000" y="228140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642" y="176"/>
                  </a:moveTo>
                  <a:lnTo>
                    <a:pt x="875" y="409"/>
                  </a:lnTo>
                  <a:lnTo>
                    <a:pt x="1050" y="701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0" y="2276"/>
                  </a:lnTo>
                  <a:lnTo>
                    <a:pt x="934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159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176"/>
                  </a:lnTo>
                  <a:close/>
                  <a:moveTo>
                    <a:pt x="292" y="1"/>
                  </a:moveTo>
                  <a:lnTo>
                    <a:pt x="175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09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051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6"/>
            <p:cNvSpPr/>
            <p:nvPr/>
          </p:nvSpPr>
          <p:spPr>
            <a:xfrm>
              <a:off x="5691375" y="230327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09" y="1167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1050" y="2334"/>
                  </a:lnTo>
                  <a:lnTo>
                    <a:pt x="934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926"/>
                  </a:lnTo>
                  <a:lnTo>
                    <a:pt x="175" y="1517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175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992" y="2626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0" y="117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6"/>
            <p:cNvSpPr/>
            <p:nvPr/>
          </p:nvSpPr>
          <p:spPr>
            <a:xfrm>
              <a:off x="5730750" y="2326600"/>
              <a:ext cx="32100" cy="65675"/>
            </a:xfrm>
            <a:custGeom>
              <a:avLst/>
              <a:gdLst/>
              <a:ahLst/>
              <a:cxnLst/>
              <a:rect l="l" t="t" r="r" b="b"/>
              <a:pathLst>
                <a:path w="1284" h="2627" extrusionOk="0">
                  <a:moveTo>
                    <a:pt x="642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992" y="2276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17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1" y="234"/>
                  </a:lnTo>
                  <a:lnTo>
                    <a:pt x="409" y="176"/>
                  </a:lnTo>
                  <a:close/>
                  <a:moveTo>
                    <a:pt x="292" y="1"/>
                  </a:moveTo>
                  <a:lnTo>
                    <a:pt x="175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351" y="2335"/>
                  </a:lnTo>
                  <a:lnTo>
                    <a:pt x="642" y="2510"/>
                  </a:lnTo>
                  <a:lnTo>
                    <a:pt x="759" y="2626"/>
                  </a:lnTo>
                  <a:lnTo>
                    <a:pt x="876" y="2626"/>
                  </a:lnTo>
                  <a:lnTo>
                    <a:pt x="992" y="2568"/>
                  </a:lnTo>
                  <a:lnTo>
                    <a:pt x="1109" y="2510"/>
                  </a:lnTo>
                  <a:lnTo>
                    <a:pt x="1167" y="2393"/>
                  </a:lnTo>
                  <a:lnTo>
                    <a:pt x="1226" y="2159"/>
                  </a:lnTo>
                  <a:lnTo>
                    <a:pt x="1284" y="1634"/>
                  </a:lnTo>
                  <a:lnTo>
                    <a:pt x="1284" y="1109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642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6"/>
            <p:cNvSpPr/>
            <p:nvPr/>
          </p:nvSpPr>
          <p:spPr>
            <a:xfrm>
              <a:off x="5770125" y="2348500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526" y="175"/>
                  </a:moveTo>
                  <a:lnTo>
                    <a:pt x="642" y="233"/>
                  </a:lnTo>
                  <a:lnTo>
                    <a:pt x="876" y="467"/>
                  </a:lnTo>
                  <a:lnTo>
                    <a:pt x="1051" y="758"/>
                  </a:lnTo>
                  <a:lnTo>
                    <a:pt x="1109" y="1167"/>
                  </a:lnTo>
                  <a:lnTo>
                    <a:pt x="1167" y="1634"/>
                  </a:lnTo>
                  <a:lnTo>
                    <a:pt x="1109" y="2042"/>
                  </a:lnTo>
                  <a:lnTo>
                    <a:pt x="992" y="2334"/>
                  </a:lnTo>
                  <a:lnTo>
                    <a:pt x="934" y="2450"/>
                  </a:lnTo>
                  <a:lnTo>
                    <a:pt x="642" y="2450"/>
                  </a:lnTo>
                  <a:lnTo>
                    <a:pt x="409" y="2217"/>
                  </a:lnTo>
                  <a:lnTo>
                    <a:pt x="234" y="1925"/>
                  </a:lnTo>
                  <a:lnTo>
                    <a:pt x="176" y="1517"/>
                  </a:lnTo>
                  <a:lnTo>
                    <a:pt x="117" y="1050"/>
                  </a:lnTo>
                  <a:lnTo>
                    <a:pt x="176" y="583"/>
                  </a:lnTo>
                  <a:lnTo>
                    <a:pt x="292" y="350"/>
                  </a:lnTo>
                  <a:lnTo>
                    <a:pt x="351" y="233"/>
                  </a:lnTo>
                  <a:lnTo>
                    <a:pt x="409" y="175"/>
                  </a:lnTo>
                  <a:close/>
                  <a:moveTo>
                    <a:pt x="409" y="0"/>
                  </a:moveTo>
                  <a:lnTo>
                    <a:pt x="292" y="58"/>
                  </a:lnTo>
                  <a:lnTo>
                    <a:pt x="176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1" y="642"/>
                  </a:lnTo>
                  <a:lnTo>
                    <a:pt x="1" y="933"/>
                  </a:lnTo>
                  <a:lnTo>
                    <a:pt x="59" y="1575"/>
                  </a:lnTo>
                  <a:lnTo>
                    <a:pt x="176" y="2042"/>
                  </a:lnTo>
                  <a:lnTo>
                    <a:pt x="351" y="2334"/>
                  </a:lnTo>
                  <a:lnTo>
                    <a:pt x="642" y="2567"/>
                  </a:lnTo>
                  <a:lnTo>
                    <a:pt x="759" y="2625"/>
                  </a:lnTo>
                  <a:lnTo>
                    <a:pt x="992" y="2625"/>
                  </a:lnTo>
                  <a:lnTo>
                    <a:pt x="1109" y="2509"/>
                  </a:lnTo>
                  <a:lnTo>
                    <a:pt x="1167" y="2392"/>
                  </a:lnTo>
                  <a:lnTo>
                    <a:pt x="1226" y="2217"/>
                  </a:lnTo>
                  <a:lnTo>
                    <a:pt x="1284" y="1692"/>
                  </a:lnTo>
                  <a:lnTo>
                    <a:pt x="1284" y="1108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117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6"/>
            <p:cNvSpPr/>
            <p:nvPr/>
          </p:nvSpPr>
          <p:spPr>
            <a:xfrm>
              <a:off x="5808050" y="23718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0" y="234"/>
                  </a:lnTo>
                  <a:lnTo>
                    <a:pt x="934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0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350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350" y="0"/>
                  </a:moveTo>
                  <a:lnTo>
                    <a:pt x="234" y="117"/>
                  </a:lnTo>
                  <a:lnTo>
                    <a:pt x="175" y="234"/>
                  </a:lnTo>
                  <a:lnTo>
                    <a:pt x="117" y="409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6"/>
            <p:cNvSpPr/>
            <p:nvPr/>
          </p:nvSpPr>
          <p:spPr>
            <a:xfrm>
              <a:off x="5533850" y="2323700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526" y="175"/>
                  </a:moveTo>
                  <a:lnTo>
                    <a:pt x="643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8" y="1575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2"/>
                  </a:lnTo>
                  <a:lnTo>
                    <a:pt x="409" y="2217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18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234"/>
                  </a:lnTo>
                  <a:lnTo>
                    <a:pt x="468" y="175"/>
                  </a:lnTo>
                  <a:close/>
                  <a:moveTo>
                    <a:pt x="409" y="0"/>
                  </a:moveTo>
                  <a:lnTo>
                    <a:pt x="293" y="59"/>
                  </a:lnTo>
                  <a:lnTo>
                    <a:pt x="176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759" y="2626"/>
                  </a:lnTo>
                  <a:lnTo>
                    <a:pt x="993" y="2626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3" y="117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6"/>
            <p:cNvSpPr/>
            <p:nvPr/>
          </p:nvSpPr>
          <p:spPr>
            <a:xfrm>
              <a:off x="5579075" y="23485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8"/>
                  </a:lnTo>
                  <a:lnTo>
                    <a:pt x="59" y="233"/>
                  </a:lnTo>
                  <a:lnTo>
                    <a:pt x="350" y="175"/>
                  </a:lnTo>
                  <a:lnTo>
                    <a:pt x="409" y="175"/>
                  </a:lnTo>
                  <a:lnTo>
                    <a:pt x="350" y="2450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6"/>
            <p:cNvSpPr/>
            <p:nvPr/>
          </p:nvSpPr>
          <p:spPr>
            <a:xfrm>
              <a:off x="5618450" y="23718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350" y="2392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6"/>
            <p:cNvSpPr/>
            <p:nvPr/>
          </p:nvSpPr>
          <p:spPr>
            <a:xfrm>
              <a:off x="5650525" y="23922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5"/>
                  </a:moveTo>
                  <a:lnTo>
                    <a:pt x="934" y="409"/>
                  </a:lnTo>
                  <a:lnTo>
                    <a:pt x="1109" y="700"/>
                  </a:lnTo>
                  <a:lnTo>
                    <a:pt x="1168" y="1109"/>
                  </a:lnTo>
                  <a:lnTo>
                    <a:pt x="1168" y="1575"/>
                  </a:lnTo>
                  <a:lnTo>
                    <a:pt x="1168" y="1984"/>
                  </a:lnTo>
                  <a:lnTo>
                    <a:pt x="1051" y="2275"/>
                  </a:lnTo>
                  <a:lnTo>
                    <a:pt x="993" y="2392"/>
                  </a:lnTo>
                  <a:lnTo>
                    <a:pt x="934" y="2450"/>
                  </a:lnTo>
                  <a:lnTo>
                    <a:pt x="818" y="2450"/>
                  </a:lnTo>
                  <a:lnTo>
                    <a:pt x="701" y="2392"/>
                  </a:lnTo>
                  <a:lnTo>
                    <a:pt x="468" y="2217"/>
                  </a:lnTo>
                  <a:lnTo>
                    <a:pt x="293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351" y="292"/>
                  </a:lnTo>
                  <a:lnTo>
                    <a:pt x="409" y="234"/>
                  </a:lnTo>
                  <a:lnTo>
                    <a:pt x="468" y="175"/>
                  </a:lnTo>
                  <a:close/>
                  <a:moveTo>
                    <a:pt x="351" y="0"/>
                  </a:moveTo>
                  <a:lnTo>
                    <a:pt x="234" y="117"/>
                  </a:lnTo>
                  <a:lnTo>
                    <a:pt x="176" y="234"/>
                  </a:lnTo>
                  <a:lnTo>
                    <a:pt x="118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93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6"/>
            <p:cNvSpPr/>
            <p:nvPr/>
          </p:nvSpPr>
          <p:spPr>
            <a:xfrm>
              <a:off x="5697200" y="24170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6"/>
            <p:cNvSpPr/>
            <p:nvPr/>
          </p:nvSpPr>
          <p:spPr>
            <a:xfrm>
              <a:off x="5729300" y="243745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6"/>
                  </a:moveTo>
                  <a:lnTo>
                    <a:pt x="700" y="234"/>
                  </a:lnTo>
                  <a:lnTo>
                    <a:pt x="934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3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0" y="2393"/>
                  </a:lnTo>
                  <a:lnTo>
                    <a:pt x="467" y="2218"/>
                  </a:lnTo>
                  <a:lnTo>
                    <a:pt x="292" y="1867"/>
                  </a:lnTo>
                  <a:lnTo>
                    <a:pt x="233" y="1459"/>
                  </a:lnTo>
                  <a:lnTo>
                    <a:pt x="175" y="992"/>
                  </a:lnTo>
                  <a:lnTo>
                    <a:pt x="233" y="584"/>
                  </a:lnTo>
                  <a:lnTo>
                    <a:pt x="350" y="292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350" y="1"/>
                  </a:moveTo>
                  <a:lnTo>
                    <a:pt x="233" y="117"/>
                  </a:lnTo>
                  <a:lnTo>
                    <a:pt x="175" y="234"/>
                  </a:lnTo>
                  <a:lnTo>
                    <a:pt x="58" y="409"/>
                  </a:lnTo>
                  <a:lnTo>
                    <a:pt x="58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233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6"/>
            <p:cNvSpPr/>
            <p:nvPr/>
          </p:nvSpPr>
          <p:spPr>
            <a:xfrm>
              <a:off x="5768675" y="2460800"/>
              <a:ext cx="33575" cy="64175"/>
            </a:xfrm>
            <a:custGeom>
              <a:avLst/>
              <a:gdLst/>
              <a:ahLst/>
              <a:cxnLst/>
              <a:rect l="l" t="t" r="r" b="b"/>
              <a:pathLst>
                <a:path w="1343" h="2567" extrusionOk="0">
                  <a:moveTo>
                    <a:pt x="584" y="117"/>
                  </a:moveTo>
                  <a:lnTo>
                    <a:pt x="700" y="175"/>
                  </a:lnTo>
                  <a:lnTo>
                    <a:pt x="934" y="408"/>
                  </a:lnTo>
                  <a:lnTo>
                    <a:pt x="1050" y="700"/>
                  </a:lnTo>
                  <a:lnTo>
                    <a:pt x="1167" y="1108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0" y="2275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817" y="2450"/>
                  </a:lnTo>
                  <a:lnTo>
                    <a:pt x="700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3"/>
                  </a:lnTo>
                  <a:lnTo>
                    <a:pt x="292" y="292"/>
                  </a:lnTo>
                  <a:lnTo>
                    <a:pt x="409" y="175"/>
                  </a:lnTo>
                  <a:lnTo>
                    <a:pt x="467" y="117"/>
                  </a:lnTo>
                  <a:close/>
                  <a:moveTo>
                    <a:pt x="350" y="0"/>
                  </a:moveTo>
                  <a:lnTo>
                    <a:pt x="234" y="58"/>
                  </a:lnTo>
                  <a:lnTo>
                    <a:pt x="117" y="175"/>
                  </a:lnTo>
                  <a:lnTo>
                    <a:pt x="59" y="350"/>
                  </a:lnTo>
                  <a:lnTo>
                    <a:pt x="59" y="583"/>
                  </a:lnTo>
                  <a:lnTo>
                    <a:pt x="0" y="933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275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583"/>
                  </a:lnTo>
                  <a:lnTo>
                    <a:pt x="992" y="292"/>
                  </a:lnTo>
                  <a:lnTo>
                    <a:pt x="700" y="58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6"/>
            <p:cNvSpPr/>
            <p:nvPr/>
          </p:nvSpPr>
          <p:spPr>
            <a:xfrm>
              <a:off x="5815350" y="2485575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0" y="1"/>
                  </a:moveTo>
                  <a:lnTo>
                    <a:pt x="0" y="176"/>
                  </a:lnTo>
                  <a:lnTo>
                    <a:pt x="350" y="176"/>
                  </a:lnTo>
                  <a:lnTo>
                    <a:pt x="350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3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6"/>
            <p:cNvSpPr/>
            <p:nvPr/>
          </p:nvSpPr>
          <p:spPr>
            <a:xfrm>
              <a:off x="5532400" y="243452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68"/>
                  </a:lnTo>
                  <a:lnTo>
                    <a:pt x="1051" y="759"/>
                  </a:lnTo>
                  <a:lnTo>
                    <a:pt x="1167" y="1168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1" y="2335"/>
                  </a:lnTo>
                  <a:lnTo>
                    <a:pt x="992" y="2451"/>
                  </a:lnTo>
                  <a:lnTo>
                    <a:pt x="817" y="2451"/>
                  </a:lnTo>
                  <a:lnTo>
                    <a:pt x="701" y="2393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234" y="1518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351" y="293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8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5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10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92" y="293"/>
                  </a:lnTo>
                  <a:lnTo>
                    <a:pt x="701" y="118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6"/>
            <p:cNvSpPr/>
            <p:nvPr/>
          </p:nvSpPr>
          <p:spPr>
            <a:xfrm>
              <a:off x="5579075" y="24593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6"/>
                  </a:lnTo>
                  <a:lnTo>
                    <a:pt x="350" y="234"/>
                  </a:lnTo>
                  <a:lnTo>
                    <a:pt x="350" y="2451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6"/>
            <p:cNvSpPr/>
            <p:nvPr/>
          </p:nvSpPr>
          <p:spPr>
            <a:xfrm>
              <a:off x="5618450" y="24826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8"/>
                  </a:lnTo>
                  <a:lnTo>
                    <a:pt x="0" y="233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6" y="2509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6"/>
            <p:cNvSpPr/>
            <p:nvPr/>
          </p:nvSpPr>
          <p:spPr>
            <a:xfrm>
              <a:off x="5657825" y="25060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1"/>
                  </a:moveTo>
                  <a:lnTo>
                    <a:pt x="1" y="176"/>
                  </a:lnTo>
                  <a:lnTo>
                    <a:pt x="351" y="176"/>
                  </a:lnTo>
                  <a:lnTo>
                    <a:pt x="351" y="2392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6"/>
            <p:cNvSpPr/>
            <p:nvPr/>
          </p:nvSpPr>
          <p:spPr>
            <a:xfrm>
              <a:off x="5689925" y="252642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3" y="117"/>
                  </a:moveTo>
                  <a:lnTo>
                    <a:pt x="700" y="175"/>
                  </a:lnTo>
                  <a:lnTo>
                    <a:pt x="933" y="409"/>
                  </a:lnTo>
                  <a:lnTo>
                    <a:pt x="1050" y="700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0" y="2275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817" y="2450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233" y="584"/>
                  </a:lnTo>
                  <a:lnTo>
                    <a:pt x="292" y="292"/>
                  </a:lnTo>
                  <a:lnTo>
                    <a:pt x="408" y="175"/>
                  </a:lnTo>
                  <a:lnTo>
                    <a:pt x="467" y="117"/>
                  </a:lnTo>
                  <a:close/>
                  <a:moveTo>
                    <a:pt x="350" y="0"/>
                  </a:moveTo>
                  <a:lnTo>
                    <a:pt x="233" y="59"/>
                  </a:lnTo>
                  <a:lnTo>
                    <a:pt x="117" y="175"/>
                  </a:lnTo>
                  <a:lnTo>
                    <a:pt x="58" y="350"/>
                  </a:lnTo>
                  <a:lnTo>
                    <a:pt x="0" y="584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233" y="1984"/>
                  </a:lnTo>
                  <a:lnTo>
                    <a:pt x="408" y="2275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3" y="2625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3" y="2159"/>
                  </a:lnTo>
                  <a:lnTo>
                    <a:pt x="1342" y="1634"/>
                  </a:lnTo>
                  <a:lnTo>
                    <a:pt x="1283" y="1050"/>
                  </a:lnTo>
                  <a:lnTo>
                    <a:pt x="1167" y="584"/>
                  </a:lnTo>
                  <a:lnTo>
                    <a:pt x="933" y="292"/>
                  </a:lnTo>
                  <a:lnTo>
                    <a:pt x="700" y="59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6"/>
            <p:cNvSpPr/>
            <p:nvPr/>
          </p:nvSpPr>
          <p:spPr>
            <a:xfrm>
              <a:off x="5729300" y="254830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5"/>
                  </a:moveTo>
                  <a:lnTo>
                    <a:pt x="700" y="234"/>
                  </a:lnTo>
                  <a:lnTo>
                    <a:pt x="934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233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9"/>
                  </a:lnTo>
                  <a:lnTo>
                    <a:pt x="233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233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6"/>
            <p:cNvSpPr/>
            <p:nvPr/>
          </p:nvSpPr>
          <p:spPr>
            <a:xfrm>
              <a:off x="5774500" y="2573100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9" y="0"/>
                  </a:moveTo>
                  <a:lnTo>
                    <a:pt x="1" y="58"/>
                  </a:lnTo>
                  <a:lnTo>
                    <a:pt x="59" y="233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84" y="2509"/>
                  </a:lnTo>
                  <a:lnTo>
                    <a:pt x="584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6"/>
            <p:cNvSpPr/>
            <p:nvPr/>
          </p:nvSpPr>
          <p:spPr>
            <a:xfrm>
              <a:off x="5813875" y="2596425"/>
              <a:ext cx="14625" cy="61275"/>
            </a:xfrm>
            <a:custGeom>
              <a:avLst/>
              <a:gdLst/>
              <a:ahLst/>
              <a:cxnLst/>
              <a:rect l="l" t="t" r="r" b="b"/>
              <a:pathLst>
                <a:path w="585" h="2451" extrusionOk="0">
                  <a:moveTo>
                    <a:pt x="409" y="1"/>
                  </a:moveTo>
                  <a:lnTo>
                    <a:pt x="1" y="59"/>
                  </a:lnTo>
                  <a:lnTo>
                    <a:pt x="59" y="176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84" y="2451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6"/>
            <p:cNvSpPr/>
            <p:nvPr/>
          </p:nvSpPr>
          <p:spPr>
            <a:xfrm>
              <a:off x="5532400" y="25453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67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634"/>
                  </a:lnTo>
                  <a:lnTo>
                    <a:pt x="1167" y="2043"/>
                  </a:lnTo>
                  <a:lnTo>
                    <a:pt x="1051" y="2334"/>
                  </a:lnTo>
                  <a:lnTo>
                    <a:pt x="992" y="2451"/>
                  </a:lnTo>
                  <a:lnTo>
                    <a:pt x="642" y="2451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176" y="1517"/>
                  </a:lnTo>
                  <a:lnTo>
                    <a:pt x="176" y="1051"/>
                  </a:lnTo>
                  <a:lnTo>
                    <a:pt x="234" y="584"/>
                  </a:lnTo>
                  <a:lnTo>
                    <a:pt x="292" y="351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76"/>
                  </a:lnTo>
                  <a:lnTo>
                    <a:pt x="234" y="2043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68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351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6"/>
            <p:cNvSpPr/>
            <p:nvPr/>
          </p:nvSpPr>
          <p:spPr>
            <a:xfrm>
              <a:off x="5579075" y="257162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1"/>
                  </a:moveTo>
                  <a:lnTo>
                    <a:pt x="0" y="176"/>
                  </a:lnTo>
                  <a:lnTo>
                    <a:pt x="350" y="176"/>
                  </a:lnTo>
                  <a:lnTo>
                    <a:pt x="350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3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6"/>
            <p:cNvSpPr/>
            <p:nvPr/>
          </p:nvSpPr>
          <p:spPr>
            <a:xfrm>
              <a:off x="5617000" y="2593500"/>
              <a:ext cx="14600" cy="62750"/>
            </a:xfrm>
            <a:custGeom>
              <a:avLst/>
              <a:gdLst/>
              <a:ahLst/>
              <a:cxnLst/>
              <a:rect l="l" t="t" r="r" b="b"/>
              <a:pathLst>
                <a:path w="584" h="2510" extrusionOk="0">
                  <a:moveTo>
                    <a:pt x="408" y="1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8" y="176"/>
                  </a:lnTo>
                  <a:lnTo>
                    <a:pt x="408" y="2393"/>
                  </a:lnTo>
                  <a:lnTo>
                    <a:pt x="584" y="2509"/>
                  </a:lnTo>
                  <a:lnTo>
                    <a:pt x="584" y="118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6"/>
            <p:cNvSpPr/>
            <p:nvPr/>
          </p:nvSpPr>
          <p:spPr>
            <a:xfrm>
              <a:off x="5650525" y="26139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68" y="1167"/>
                  </a:lnTo>
                  <a:lnTo>
                    <a:pt x="1168" y="1576"/>
                  </a:lnTo>
                  <a:lnTo>
                    <a:pt x="1168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234"/>
                  </a:lnTo>
                  <a:lnTo>
                    <a:pt x="468" y="176"/>
                  </a:lnTo>
                  <a:close/>
                  <a:moveTo>
                    <a:pt x="468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818" y="2626"/>
                  </a:lnTo>
                  <a:lnTo>
                    <a:pt x="1051" y="2626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6"/>
            <p:cNvSpPr/>
            <p:nvPr/>
          </p:nvSpPr>
          <p:spPr>
            <a:xfrm>
              <a:off x="5695750" y="2638725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5" y="2509"/>
                  </a:lnTo>
                  <a:lnTo>
                    <a:pt x="584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6"/>
            <p:cNvSpPr/>
            <p:nvPr/>
          </p:nvSpPr>
          <p:spPr>
            <a:xfrm>
              <a:off x="5735125" y="2662050"/>
              <a:ext cx="14600" cy="62750"/>
            </a:xfrm>
            <a:custGeom>
              <a:avLst/>
              <a:gdLst/>
              <a:ahLst/>
              <a:cxnLst/>
              <a:rect l="l" t="t" r="r" b="b"/>
              <a:pathLst>
                <a:path w="584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09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6"/>
            <p:cNvSpPr/>
            <p:nvPr/>
          </p:nvSpPr>
          <p:spPr>
            <a:xfrm>
              <a:off x="5774500" y="26839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451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6"/>
            <p:cNvSpPr/>
            <p:nvPr/>
          </p:nvSpPr>
          <p:spPr>
            <a:xfrm>
              <a:off x="5808050" y="27043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09" y="1167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1050" y="2334"/>
                  </a:lnTo>
                  <a:lnTo>
                    <a:pt x="934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926"/>
                  </a:lnTo>
                  <a:lnTo>
                    <a:pt x="175" y="1517"/>
                  </a:lnTo>
                  <a:lnTo>
                    <a:pt x="175" y="1051"/>
                  </a:lnTo>
                  <a:lnTo>
                    <a:pt x="175" y="584"/>
                  </a:lnTo>
                  <a:lnTo>
                    <a:pt x="292" y="351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1050" y="2626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117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6"/>
            <p:cNvSpPr/>
            <p:nvPr/>
          </p:nvSpPr>
          <p:spPr>
            <a:xfrm>
              <a:off x="5532400" y="26576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17"/>
                  </a:moveTo>
                  <a:lnTo>
                    <a:pt x="642" y="176"/>
                  </a:lnTo>
                  <a:lnTo>
                    <a:pt x="876" y="409"/>
                  </a:lnTo>
                  <a:lnTo>
                    <a:pt x="1051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92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6"/>
                  </a:lnTo>
                  <a:lnTo>
                    <a:pt x="467" y="176"/>
                  </a:lnTo>
                  <a:lnTo>
                    <a:pt x="584" y="117"/>
                  </a:lnTo>
                  <a:close/>
                  <a:moveTo>
                    <a:pt x="292" y="1"/>
                  </a:moveTo>
                  <a:lnTo>
                    <a:pt x="234" y="59"/>
                  </a:lnTo>
                  <a:lnTo>
                    <a:pt x="117" y="176"/>
                  </a:lnTo>
                  <a:lnTo>
                    <a:pt x="59" y="351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7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584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6"/>
            <p:cNvSpPr/>
            <p:nvPr/>
          </p:nvSpPr>
          <p:spPr>
            <a:xfrm>
              <a:off x="5577625" y="2682475"/>
              <a:ext cx="14600" cy="61275"/>
            </a:xfrm>
            <a:custGeom>
              <a:avLst/>
              <a:gdLst/>
              <a:ahLst/>
              <a:cxnLst/>
              <a:rect l="l" t="t" r="r" b="b"/>
              <a:pathLst>
                <a:path w="584" h="2451" extrusionOk="0">
                  <a:moveTo>
                    <a:pt x="0" y="0"/>
                  </a:moveTo>
                  <a:lnTo>
                    <a:pt x="58" y="175"/>
                  </a:lnTo>
                  <a:lnTo>
                    <a:pt x="408" y="175"/>
                  </a:lnTo>
                  <a:lnTo>
                    <a:pt x="408" y="2392"/>
                  </a:lnTo>
                  <a:lnTo>
                    <a:pt x="525" y="2451"/>
                  </a:lnTo>
                  <a:lnTo>
                    <a:pt x="583" y="59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6"/>
            <p:cNvSpPr/>
            <p:nvPr/>
          </p:nvSpPr>
          <p:spPr>
            <a:xfrm>
              <a:off x="5617000" y="27043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8" y="1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8" y="176"/>
                  </a:lnTo>
                  <a:lnTo>
                    <a:pt x="408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6"/>
            <p:cNvSpPr/>
            <p:nvPr/>
          </p:nvSpPr>
          <p:spPr>
            <a:xfrm>
              <a:off x="5650525" y="27247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5"/>
                  </a:moveTo>
                  <a:lnTo>
                    <a:pt x="643" y="234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8" y="1575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34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925"/>
                  </a:lnTo>
                  <a:lnTo>
                    <a:pt x="176" y="1517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234"/>
                  </a:lnTo>
                  <a:lnTo>
                    <a:pt x="468" y="175"/>
                  </a:lnTo>
                  <a:close/>
                  <a:moveTo>
                    <a:pt x="409" y="0"/>
                  </a:moveTo>
                  <a:lnTo>
                    <a:pt x="293" y="59"/>
                  </a:ln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759" y="2625"/>
                  </a:lnTo>
                  <a:lnTo>
                    <a:pt x="1051" y="2625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6"/>
            <p:cNvSpPr/>
            <p:nvPr/>
          </p:nvSpPr>
          <p:spPr>
            <a:xfrm>
              <a:off x="5689925" y="274810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642" y="176"/>
                  </a:moveTo>
                  <a:lnTo>
                    <a:pt x="875" y="409"/>
                  </a:lnTo>
                  <a:lnTo>
                    <a:pt x="1050" y="701"/>
                  </a:lnTo>
                  <a:lnTo>
                    <a:pt x="1108" y="1109"/>
                  </a:lnTo>
                  <a:lnTo>
                    <a:pt x="1167" y="1576"/>
                  </a:lnTo>
                  <a:lnTo>
                    <a:pt x="1108" y="1984"/>
                  </a:lnTo>
                  <a:lnTo>
                    <a:pt x="1050" y="2276"/>
                  </a:lnTo>
                  <a:lnTo>
                    <a:pt x="933" y="2393"/>
                  </a:lnTo>
                  <a:lnTo>
                    <a:pt x="875" y="2451"/>
                  </a:lnTo>
                  <a:lnTo>
                    <a:pt x="758" y="2451"/>
                  </a:lnTo>
                  <a:lnTo>
                    <a:pt x="642" y="2393"/>
                  </a:lnTo>
                  <a:lnTo>
                    <a:pt x="408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292" y="1"/>
                  </a:moveTo>
                  <a:lnTo>
                    <a:pt x="175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758" y="2568"/>
                  </a:lnTo>
                  <a:lnTo>
                    <a:pt x="933" y="2626"/>
                  </a:lnTo>
                  <a:lnTo>
                    <a:pt x="1050" y="2568"/>
                  </a:lnTo>
                  <a:lnTo>
                    <a:pt x="1108" y="2509"/>
                  </a:lnTo>
                  <a:lnTo>
                    <a:pt x="1225" y="2393"/>
                  </a:lnTo>
                  <a:lnTo>
                    <a:pt x="1283" y="2159"/>
                  </a:lnTo>
                  <a:lnTo>
                    <a:pt x="1342" y="1634"/>
                  </a:lnTo>
                  <a:lnTo>
                    <a:pt x="1283" y="1051"/>
                  </a:lnTo>
                  <a:lnTo>
                    <a:pt x="1108" y="642"/>
                  </a:lnTo>
                  <a:lnTo>
                    <a:pt x="933" y="292"/>
                  </a:lnTo>
                  <a:lnTo>
                    <a:pt x="700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6"/>
            <p:cNvSpPr/>
            <p:nvPr/>
          </p:nvSpPr>
          <p:spPr>
            <a:xfrm>
              <a:off x="5735125" y="27729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6"/>
            <p:cNvSpPr/>
            <p:nvPr/>
          </p:nvSpPr>
          <p:spPr>
            <a:xfrm>
              <a:off x="5768675" y="279332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5"/>
                  </a:moveTo>
                  <a:lnTo>
                    <a:pt x="642" y="233"/>
                  </a:lnTo>
                  <a:lnTo>
                    <a:pt x="875" y="408"/>
                  </a:lnTo>
                  <a:lnTo>
                    <a:pt x="1050" y="759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0" y="2334"/>
                  </a:lnTo>
                  <a:lnTo>
                    <a:pt x="934" y="2392"/>
                  </a:lnTo>
                  <a:lnTo>
                    <a:pt x="875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3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175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625"/>
                  </a:lnTo>
                  <a:lnTo>
                    <a:pt x="934" y="2625"/>
                  </a:lnTo>
                  <a:lnTo>
                    <a:pt x="1050" y="2567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284" y="1634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0" y="58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6"/>
            <p:cNvSpPr/>
            <p:nvPr/>
          </p:nvSpPr>
          <p:spPr>
            <a:xfrm>
              <a:off x="5813875" y="28181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6"/>
            <p:cNvSpPr/>
            <p:nvPr/>
          </p:nvSpPr>
          <p:spPr>
            <a:xfrm>
              <a:off x="5532400" y="27685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5"/>
                  </a:moveTo>
                  <a:lnTo>
                    <a:pt x="876" y="409"/>
                  </a:lnTo>
                  <a:lnTo>
                    <a:pt x="1051" y="700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5"/>
                  </a:lnTo>
                  <a:close/>
                  <a:moveTo>
                    <a:pt x="292" y="0"/>
                  </a:moveTo>
                  <a:lnTo>
                    <a:pt x="176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6"/>
            <p:cNvSpPr/>
            <p:nvPr/>
          </p:nvSpPr>
          <p:spPr>
            <a:xfrm>
              <a:off x="5577625" y="27933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8" y="0"/>
                  </a:moveTo>
                  <a:lnTo>
                    <a:pt x="0" y="58"/>
                  </a:lnTo>
                  <a:lnTo>
                    <a:pt x="58" y="175"/>
                  </a:lnTo>
                  <a:lnTo>
                    <a:pt x="408" y="175"/>
                  </a:lnTo>
                  <a:lnTo>
                    <a:pt x="408" y="2392"/>
                  </a:lnTo>
                  <a:lnTo>
                    <a:pt x="525" y="2509"/>
                  </a:lnTo>
                  <a:lnTo>
                    <a:pt x="525" y="58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6"/>
            <p:cNvSpPr/>
            <p:nvPr/>
          </p:nvSpPr>
          <p:spPr>
            <a:xfrm>
              <a:off x="5617000" y="28152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8" y="0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8" y="175"/>
                  </a:lnTo>
                  <a:lnTo>
                    <a:pt x="408" y="2450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6"/>
            <p:cNvSpPr/>
            <p:nvPr/>
          </p:nvSpPr>
          <p:spPr>
            <a:xfrm>
              <a:off x="5656375" y="28385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176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6"/>
            <p:cNvSpPr/>
            <p:nvPr/>
          </p:nvSpPr>
          <p:spPr>
            <a:xfrm>
              <a:off x="5689925" y="285895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5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8" y="1109"/>
                  </a:lnTo>
                  <a:lnTo>
                    <a:pt x="1167" y="1575"/>
                  </a:lnTo>
                  <a:lnTo>
                    <a:pt x="1108" y="1984"/>
                  </a:lnTo>
                  <a:lnTo>
                    <a:pt x="992" y="2334"/>
                  </a:lnTo>
                  <a:lnTo>
                    <a:pt x="933" y="2392"/>
                  </a:lnTo>
                  <a:lnTo>
                    <a:pt x="875" y="2451"/>
                  </a:lnTo>
                  <a:lnTo>
                    <a:pt x="758" y="2451"/>
                  </a:lnTo>
                  <a:lnTo>
                    <a:pt x="642" y="2392"/>
                  </a:lnTo>
                  <a:lnTo>
                    <a:pt x="408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08" y="175"/>
                  </a:lnTo>
                  <a:close/>
                  <a:moveTo>
                    <a:pt x="292" y="0"/>
                  </a:moveTo>
                  <a:lnTo>
                    <a:pt x="175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350" y="2334"/>
                  </a:lnTo>
                  <a:lnTo>
                    <a:pt x="642" y="2509"/>
                  </a:lnTo>
                  <a:lnTo>
                    <a:pt x="758" y="2626"/>
                  </a:lnTo>
                  <a:lnTo>
                    <a:pt x="875" y="2626"/>
                  </a:lnTo>
                  <a:lnTo>
                    <a:pt x="992" y="2567"/>
                  </a:lnTo>
                  <a:lnTo>
                    <a:pt x="1108" y="2509"/>
                  </a:lnTo>
                  <a:lnTo>
                    <a:pt x="1167" y="2392"/>
                  </a:lnTo>
                  <a:lnTo>
                    <a:pt x="1225" y="2217"/>
                  </a:lnTo>
                  <a:lnTo>
                    <a:pt x="1283" y="1634"/>
                  </a:lnTo>
                  <a:lnTo>
                    <a:pt x="1283" y="1109"/>
                  </a:lnTo>
                  <a:lnTo>
                    <a:pt x="1108" y="642"/>
                  </a:lnTo>
                  <a:lnTo>
                    <a:pt x="933" y="292"/>
                  </a:lnTo>
                  <a:lnTo>
                    <a:pt x="642" y="5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6"/>
            <p:cNvSpPr/>
            <p:nvPr/>
          </p:nvSpPr>
          <p:spPr>
            <a:xfrm>
              <a:off x="5735125" y="288375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8"/>
                  </a:lnTo>
                  <a:lnTo>
                    <a:pt x="59" y="233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6"/>
            <p:cNvSpPr/>
            <p:nvPr/>
          </p:nvSpPr>
          <p:spPr>
            <a:xfrm>
              <a:off x="5767200" y="290415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8" y="1109"/>
                  </a:lnTo>
                  <a:lnTo>
                    <a:pt x="1168" y="1576"/>
                  </a:lnTo>
                  <a:lnTo>
                    <a:pt x="1168" y="2043"/>
                  </a:lnTo>
                  <a:lnTo>
                    <a:pt x="1051" y="2334"/>
                  </a:lnTo>
                  <a:lnTo>
                    <a:pt x="993" y="2393"/>
                  </a:lnTo>
                  <a:lnTo>
                    <a:pt x="934" y="2451"/>
                  </a:lnTo>
                  <a:lnTo>
                    <a:pt x="818" y="2451"/>
                  </a:lnTo>
                  <a:lnTo>
                    <a:pt x="701" y="2393"/>
                  </a:lnTo>
                  <a:lnTo>
                    <a:pt x="468" y="2218"/>
                  </a:lnTo>
                  <a:lnTo>
                    <a:pt x="293" y="1868"/>
                  </a:lnTo>
                  <a:lnTo>
                    <a:pt x="234" y="1459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351" y="293"/>
                  </a:lnTo>
                  <a:lnTo>
                    <a:pt x="409" y="234"/>
                  </a:lnTo>
                  <a:lnTo>
                    <a:pt x="468" y="176"/>
                  </a:lnTo>
                  <a:close/>
                  <a:moveTo>
                    <a:pt x="468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68"/>
                  </a:lnTo>
                  <a:lnTo>
                    <a:pt x="818" y="2626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8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3" y="1634"/>
                  </a:lnTo>
                  <a:lnTo>
                    <a:pt x="1284" y="1109"/>
                  </a:lnTo>
                  <a:lnTo>
                    <a:pt x="1168" y="643"/>
                  </a:lnTo>
                  <a:lnTo>
                    <a:pt x="993" y="293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6"/>
            <p:cNvSpPr/>
            <p:nvPr/>
          </p:nvSpPr>
          <p:spPr>
            <a:xfrm>
              <a:off x="5806600" y="292750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700" y="175"/>
                  </a:moveTo>
                  <a:lnTo>
                    <a:pt x="933" y="409"/>
                  </a:lnTo>
                  <a:lnTo>
                    <a:pt x="1050" y="700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0" y="2275"/>
                  </a:lnTo>
                  <a:lnTo>
                    <a:pt x="992" y="2392"/>
                  </a:lnTo>
                  <a:lnTo>
                    <a:pt x="933" y="2450"/>
                  </a:lnTo>
                  <a:lnTo>
                    <a:pt x="817" y="2450"/>
                  </a:lnTo>
                  <a:lnTo>
                    <a:pt x="700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233" y="1459"/>
                  </a:lnTo>
                  <a:lnTo>
                    <a:pt x="175" y="992"/>
                  </a:lnTo>
                  <a:lnTo>
                    <a:pt x="233" y="584"/>
                  </a:lnTo>
                  <a:lnTo>
                    <a:pt x="350" y="292"/>
                  </a:lnTo>
                  <a:lnTo>
                    <a:pt x="408" y="175"/>
                  </a:lnTo>
                  <a:close/>
                  <a:moveTo>
                    <a:pt x="350" y="0"/>
                  </a:moveTo>
                  <a:lnTo>
                    <a:pt x="233" y="59"/>
                  </a:lnTo>
                  <a:lnTo>
                    <a:pt x="175" y="175"/>
                  </a:lnTo>
                  <a:lnTo>
                    <a:pt x="58" y="409"/>
                  </a:lnTo>
                  <a:lnTo>
                    <a:pt x="58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233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3" y="2625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3" y="2159"/>
                  </a:lnTo>
                  <a:lnTo>
                    <a:pt x="1342" y="1634"/>
                  </a:lnTo>
                  <a:lnTo>
                    <a:pt x="1283" y="1050"/>
                  </a:lnTo>
                  <a:lnTo>
                    <a:pt x="1167" y="584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6"/>
            <p:cNvSpPr/>
            <p:nvPr/>
          </p:nvSpPr>
          <p:spPr>
            <a:xfrm>
              <a:off x="4582950" y="24228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5"/>
                  </a:moveTo>
                  <a:lnTo>
                    <a:pt x="934" y="409"/>
                  </a:lnTo>
                  <a:lnTo>
                    <a:pt x="1051" y="700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1" y="2275"/>
                  </a:lnTo>
                  <a:lnTo>
                    <a:pt x="992" y="2392"/>
                  </a:lnTo>
                  <a:lnTo>
                    <a:pt x="876" y="2450"/>
                  </a:lnTo>
                  <a:lnTo>
                    <a:pt x="817" y="2450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175"/>
                  </a:lnTo>
                  <a:close/>
                  <a:moveTo>
                    <a:pt x="351" y="0"/>
                  </a:moveTo>
                  <a:lnTo>
                    <a:pt x="234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6"/>
            <p:cNvSpPr/>
            <p:nvPr/>
          </p:nvSpPr>
          <p:spPr>
            <a:xfrm>
              <a:off x="4628175" y="2447675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8" y="0"/>
                  </a:moveTo>
                  <a:lnTo>
                    <a:pt x="0" y="58"/>
                  </a:lnTo>
                  <a:lnTo>
                    <a:pt x="58" y="175"/>
                  </a:lnTo>
                  <a:lnTo>
                    <a:pt x="408" y="175"/>
                  </a:lnTo>
                  <a:lnTo>
                    <a:pt x="408" y="2392"/>
                  </a:lnTo>
                  <a:lnTo>
                    <a:pt x="583" y="2509"/>
                  </a:lnTo>
                  <a:lnTo>
                    <a:pt x="583" y="58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6"/>
            <p:cNvSpPr/>
            <p:nvPr/>
          </p:nvSpPr>
          <p:spPr>
            <a:xfrm>
              <a:off x="4661700" y="24680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3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68" y="1109"/>
                  </a:lnTo>
                  <a:lnTo>
                    <a:pt x="1168" y="1576"/>
                  </a:lnTo>
                  <a:lnTo>
                    <a:pt x="1168" y="1984"/>
                  </a:lnTo>
                  <a:lnTo>
                    <a:pt x="1051" y="2276"/>
                  </a:lnTo>
                  <a:lnTo>
                    <a:pt x="993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3"/>
                  </a:lnTo>
                  <a:lnTo>
                    <a:pt x="468" y="2218"/>
                  </a:lnTo>
                  <a:lnTo>
                    <a:pt x="293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234"/>
                  </a:lnTo>
                  <a:lnTo>
                    <a:pt x="468" y="176"/>
                  </a:lnTo>
                  <a:close/>
                  <a:moveTo>
                    <a:pt x="351" y="1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8" y="2509"/>
                  </a:lnTo>
                  <a:lnTo>
                    <a:pt x="1226" y="2393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6"/>
            <p:cNvSpPr/>
            <p:nvPr/>
          </p:nvSpPr>
          <p:spPr>
            <a:xfrm>
              <a:off x="4701075" y="248995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643" y="234"/>
                  </a:lnTo>
                  <a:lnTo>
                    <a:pt x="876" y="468"/>
                  </a:lnTo>
                  <a:lnTo>
                    <a:pt x="1051" y="759"/>
                  </a:lnTo>
                  <a:lnTo>
                    <a:pt x="1168" y="1168"/>
                  </a:lnTo>
                  <a:lnTo>
                    <a:pt x="1168" y="1634"/>
                  </a:lnTo>
                  <a:lnTo>
                    <a:pt x="1109" y="2043"/>
                  </a:lnTo>
                  <a:lnTo>
                    <a:pt x="1051" y="2334"/>
                  </a:lnTo>
                  <a:lnTo>
                    <a:pt x="993" y="2451"/>
                  </a:lnTo>
                  <a:lnTo>
                    <a:pt x="643" y="2451"/>
                  </a:lnTo>
                  <a:lnTo>
                    <a:pt x="468" y="2218"/>
                  </a:lnTo>
                  <a:lnTo>
                    <a:pt x="293" y="1926"/>
                  </a:lnTo>
                  <a:lnTo>
                    <a:pt x="176" y="1518"/>
                  </a:lnTo>
                  <a:lnTo>
                    <a:pt x="176" y="1051"/>
                  </a:lnTo>
                  <a:lnTo>
                    <a:pt x="176" y="584"/>
                  </a:lnTo>
                  <a:lnTo>
                    <a:pt x="293" y="351"/>
                  </a:lnTo>
                  <a:lnTo>
                    <a:pt x="351" y="234"/>
                  </a:lnTo>
                  <a:lnTo>
                    <a:pt x="468" y="176"/>
                  </a:lnTo>
                  <a:close/>
                  <a:moveTo>
                    <a:pt x="409" y="1"/>
                  </a:moveTo>
                  <a:lnTo>
                    <a:pt x="293" y="59"/>
                  </a:lnTo>
                  <a:lnTo>
                    <a:pt x="234" y="118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76"/>
                  </a:lnTo>
                  <a:lnTo>
                    <a:pt x="176" y="2043"/>
                  </a:lnTo>
                  <a:lnTo>
                    <a:pt x="409" y="2334"/>
                  </a:lnTo>
                  <a:lnTo>
                    <a:pt x="643" y="2568"/>
                  </a:lnTo>
                  <a:lnTo>
                    <a:pt x="818" y="2626"/>
                  </a:lnTo>
                  <a:lnTo>
                    <a:pt x="1051" y="2626"/>
                  </a:lnTo>
                  <a:lnTo>
                    <a:pt x="1168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3" y="1693"/>
                  </a:lnTo>
                  <a:lnTo>
                    <a:pt x="1284" y="1109"/>
                  </a:lnTo>
                  <a:lnTo>
                    <a:pt x="1168" y="643"/>
                  </a:lnTo>
                  <a:lnTo>
                    <a:pt x="934" y="293"/>
                  </a:lnTo>
                  <a:lnTo>
                    <a:pt x="701" y="118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6"/>
            <p:cNvSpPr/>
            <p:nvPr/>
          </p:nvSpPr>
          <p:spPr>
            <a:xfrm>
              <a:off x="4746300" y="2516200"/>
              <a:ext cx="14600" cy="61300"/>
            </a:xfrm>
            <a:custGeom>
              <a:avLst/>
              <a:gdLst/>
              <a:ahLst/>
              <a:cxnLst/>
              <a:rect l="l" t="t" r="r" b="b"/>
              <a:pathLst>
                <a:path w="584" h="2452" extrusionOk="0">
                  <a:moveTo>
                    <a:pt x="0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5" y="2451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6"/>
            <p:cNvSpPr/>
            <p:nvPr/>
          </p:nvSpPr>
          <p:spPr>
            <a:xfrm>
              <a:off x="4785675" y="25380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10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6"/>
            <p:cNvSpPr/>
            <p:nvPr/>
          </p:nvSpPr>
          <p:spPr>
            <a:xfrm>
              <a:off x="4819225" y="25585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34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934" y="2626"/>
                  </a:lnTo>
                  <a:lnTo>
                    <a:pt x="1050" y="2568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6"/>
            <p:cNvSpPr/>
            <p:nvPr/>
          </p:nvSpPr>
          <p:spPr>
            <a:xfrm>
              <a:off x="4858600" y="25818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5"/>
                  </a:moveTo>
                  <a:lnTo>
                    <a:pt x="876" y="408"/>
                  </a:lnTo>
                  <a:lnTo>
                    <a:pt x="1051" y="700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1" y="2275"/>
                  </a:lnTo>
                  <a:lnTo>
                    <a:pt x="934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09" y="2159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175"/>
                  </a:lnTo>
                  <a:close/>
                  <a:moveTo>
                    <a:pt x="292" y="0"/>
                  </a:moveTo>
                  <a:lnTo>
                    <a:pt x="175" y="58"/>
                  </a:lnTo>
                  <a:lnTo>
                    <a:pt x="117" y="175"/>
                  </a:lnTo>
                  <a:lnTo>
                    <a:pt x="59" y="408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09" y="584"/>
                  </a:lnTo>
                  <a:lnTo>
                    <a:pt x="934" y="292"/>
                  </a:lnTo>
                  <a:lnTo>
                    <a:pt x="700" y="58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6"/>
            <p:cNvSpPr/>
            <p:nvPr/>
          </p:nvSpPr>
          <p:spPr>
            <a:xfrm>
              <a:off x="4582950" y="253370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642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92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176" y="584"/>
                  </a:lnTo>
                  <a:lnTo>
                    <a:pt x="292" y="293"/>
                  </a:lnTo>
                  <a:lnTo>
                    <a:pt x="351" y="234"/>
                  </a:lnTo>
                  <a:lnTo>
                    <a:pt x="467" y="176"/>
                  </a:lnTo>
                  <a:close/>
                  <a:moveTo>
                    <a:pt x="292" y="1"/>
                  </a:move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10"/>
                  </a:lnTo>
                  <a:lnTo>
                    <a:pt x="759" y="2626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09" y="2510"/>
                  </a:lnTo>
                  <a:lnTo>
                    <a:pt x="1226" y="2393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6"/>
            <p:cNvSpPr/>
            <p:nvPr/>
          </p:nvSpPr>
          <p:spPr>
            <a:xfrm>
              <a:off x="4628175" y="25585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8" y="1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8" y="176"/>
                  </a:lnTo>
                  <a:lnTo>
                    <a:pt x="408" y="2393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6"/>
            <p:cNvSpPr/>
            <p:nvPr/>
          </p:nvSpPr>
          <p:spPr>
            <a:xfrm>
              <a:off x="4667550" y="258185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5" y="2450"/>
                  </a:lnTo>
                  <a:lnTo>
                    <a:pt x="525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6"/>
            <p:cNvSpPr/>
            <p:nvPr/>
          </p:nvSpPr>
          <p:spPr>
            <a:xfrm>
              <a:off x="4701075" y="2602250"/>
              <a:ext cx="33575" cy="64200"/>
            </a:xfrm>
            <a:custGeom>
              <a:avLst/>
              <a:gdLst/>
              <a:ahLst/>
              <a:cxnLst/>
              <a:rect l="l" t="t" r="r" b="b"/>
              <a:pathLst>
                <a:path w="1343" h="2568" extrusionOk="0">
                  <a:moveTo>
                    <a:pt x="526" y="118"/>
                  </a:moveTo>
                  <a:lnTo>
                    <a:pt x="643" y="176"/>
                  </a:ln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3"/>
                  </a:lnTo>
                  <a:lnTo>
                    <a:pt x="409" y="2159"/>
                  </a:lnTo>
                  <a:lnTo>
                    <a:pt x="293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176" y="584"/>
                  </a:lnTo>
                  <a:lnTo>
                    <a:pt x="293" y="293"/>
                  </a:lnTo>
                  <a:lnTo>
                    <a:pt x="351" y="176"/>
                  </a:lnTo>
                  <a:lnTo>
                    <a:pt x="468" y="118"/>
                  </a:lnTo>
                  <a:close/>
                  <a:moveTo>
                    <a:pt x="293" y="1"/>
                  </a:moveTo>
                  <a:lnTo>
                    <a:pt x="176" y="59"/>
                  </a:lnTo>
                  <a:lnTo>
                    <a:pt x="118" y="176"/>
                  </a:lnTo>
                  <a:lnTo>
                    <a:pt x="59" y="351"/>
                  </a:lnTo>
                  <a:lnTo>
                    <a:pt x="1" y="584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276"/>
                  </a:lnTo>
                  <a:lnTo>
                    <a:pt x="643" y="2509"/>
                  </a:lnTo>
                  <a:lnTo>
                    <a:pt x="759" y="2568"/>
                  </a:lnTo>
                  <a:lnTo>
                    <a:pt x="1051" y="2568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1"/>
                  </a:lnTo>
                  <a:lnTo>
                    <a:pt x="1109" y="584"/>
                  </a:lnTo>
                  <a:lnTo>
                    <a:pt x="934" y="293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6"/>
            <p:cNvSpPr/>
            <p:nvPr/>
          </p:nvSpPr>
          <p:spPr>
            <a:xfrm>
              <a:off x="4740475" y="2624125"/>
              <a:ext cx="32100" cy="65675"/>
            </a:xfrm>
            <a:custGeom>
              <a:avLst/>
              <a:gdLst/>
              <a:ahLst/>
              <a:cxnLst/>
              <a:rect l="l" t="t" r="r" b="b"/>
              <a:pathLst>
                <a:path w="1284" h="2627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8" y="1109"/>
                  </a:lnTo>
                  <a:lnTo>
                    <a:pt x="1167" y="1576"/>
                  </a:lnTo>
                  <a:lnTo>
                    <a:pt x="1108" y="2043"/>
                  </a:lnTo>
                  <a:lnTo>
                    <a:pt x="1050" y="2334"/>
                  </a:lnTo>
                  <a:lnTo>
                    <a:pt x="933" y="2393"/>
                  </a:lnTo>
                  <a:lnTo>
                    <a:pt x="875" y="2451"/>
                  </a:lnTo>
                  <a:lnTo>
                    <a:pt x="758" y="2451"/>
                  </a:lnTo>
                  <a:lnTo>
                    <a:pt x="642" y="2393"/>
                  </a:lnTo>
                  <a:lnTo>
                    <a:pt x="408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8" y="1"/>
                  </a:moveTo>
                  <a:lnTo>
                    <a:pt x="292" y="59"/>
                  </a:lnTo>
                  <a:lnTo>
                    <a:pt x="175" y="118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8" y="1518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68"/>
                  </a:lnTo>
                  <a:lnTo>
                    <a:pt x="758" y="2626"/>
                  </a:lnTo>
                  <a:lnTo>
                    <a:pt x="1050" y="2626"/>
                  </a:lnTo>
                  <a:lnTo>
                    <a:pt x="1108" y="2509"/>
                  </a:lnTo>
                  <a:lnTo>
                    <a:pt x="1225" y="2393"/>
                  </a:lnTo>
                  <a:lnTo>
                    <a:pt x="1283" y="2218"/>
                  </a:lnTo>
                  <a:lnTo>
                    <a:pt x="1283" y="1634"/>
                  </a:lnTo>
                  <a:lnTo>
                    <a:pt x="1283" y="1109"/>
                  </a:lnTo>
                  <a:lnTo>
                    <a:pt x="1108" y="643"/>
                  </a:lnTo>
                  <a:lnTo>
                    <a:pt x="933" y="293"/>
                  </a:lnTo>
                  <a:lnTo>
                    <a:pt x="700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6"/>
            <p:cNvSpPr/>
            <p:nvPr/>
          </p:nvSpPr>
          <p:spPr>
            <a:xfrm>
              <a:off x="4785675" y="26489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6"/>
            <p:cNvSpPr/>
            <p:nvPr/>
          </p:nvSpPr>
          <p:spPr>
            <a:xfrm>
              <a:off x="4819225" y="266935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5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67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992" y="2334"/>
                  </a:lnTo>
                  <a:lnTo>
                    <a:pt x="934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5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175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992" y="2626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59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6"/>
            <p:cNvSpPr/>
            <p:nvPr/>
          </p:nvSpPr>
          <p:spPr>
            <a:xfrm>
              <a:off x="4864425" y="269415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8"/>
                  </a:lnTo>
                  <a:lnTo>
                    <a:pt x="59" y="234"/>
                  </a:lnTo>
                  <a:lnTo>
                    <a:pt x="351" y="175"/>
                  </a:lnTo>
                  <a:lnTo>
                    <a:pt x="409" y="175"/>
                  </a:lnTo>
                  <a:lnTo>
                    <a:pt x="351" y="2450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6"/>
            <p:cNvSpPr/>
            <p:nvPr/>
          </p:nvSpPr>
          <p:spPr>
            <a:xfrm>
              <a:off x="4582950" y="26445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6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6"/>
                  </a:lnTo>
                  <a:close/>
                  <a:moveTo>
                    <a:pt x="292" y="1"/>
                  </a:move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09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6"/>
            <p:cNvSpPr/>
            <p:nvPr/>
          </p:nvSpPr>
          <p:spPr>
            <a:xfrm>
              <a:off x="4628175" y="266935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8" y="0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8" y="175"/>
                  </a:lnTo>
                  <a:lnTo>
                    <a:pt x="408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6"/>
            <p:cNvSpPr/>
            <p:nvPr/>
          </p:nvSpPr>
          <p:spPr>
            <a:xfrm>
              <a:off x="4667550" y="269267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6"/>
            <p:cNvSpPr/>
            <p:nvPr/>
          </p:nvSpPr>
          <p:spPr>
            <a:xfrm>
              <a:off x="4701075" y="2713100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643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993" y="2276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2"/>
                  </a:lnTo>
                  <a:lnTo>
                    <a:pt x="409" y="2159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18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176"/>
                  </a:lnTo>
                  <a:close/>
                  <a:moveTo>
                    <a:pt x="293" y="1"/>
                  </a:moveTo>
                  <a:lnTo>
                    <a:pt x="176" y="59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643" y="2509"/>
                  </a:lnTo>
                  <a:lnTo>
                    <a:pt x="759" y="2567"/>
                  </a:lnTo>
                  <a:lnTo>
                    <a:pt x="876" y="2626"/>
                  </a:lnTo>
                  <a:lnTo>
                    <a:pt x="993" y="2567"/>
                  </a:lnTo>
                  <a:lnTo>
                    <a:pt x="1109" y="2509"/>
                  </a:lnTo>
                  <a:lnTo>
                    <a:pt x="1168" y="2334"/>
                  </a:lnTo>
                  <a:lnTo>
                    <a:pt x="1226" y="2159"/>
                  </a:lnTo>
                  <a:lnTo>
                    <a:pt x="1284" y="1634"/>
                  </a:lnTo>
                  <a:lnTo>
                    <a:pt x="1284" y="1051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3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6"/>
            <p:cNvSpPr/>
            <p:nvPr/>
          </p:nvSpPr>
          <p:spPr>
            <a:xfrm>
              <a:off x="4746300" y="27379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350" y="2392"/>
                  </a:lnTo>
                  <a:lnTo>
                    <a:pt x="525" y="2450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6"/>
            <p:cNvSpPr/>
            <p:nvPr/>
          </p:nvSpPr>
          <p:spPr>
            <a:xfrm>
              <a:off x="4778375" y="27583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5"/>
                  </a:moveTo>
                  <a:lnTo>
                    <a:pt x="934" y="408"/>
                  </a:lnTo>
                  <a:lnTo>
                    <a:pt x="1051" y="700"/>
                  </a:lnTo>
                  <a:lnTo>
                    <a:pt x="1168" y="1108"/>
                  </a:lnTo>
                  <a:lnTo>
                    <a:pt x="1168" y="1575"/>
                  </a:lnTo>
                  <a:lnTo>
                    <a:pt x="1168" y="1984"/>
                  </a:lnTo>
                  <a:lnTo>
                    <a:pt x="1051" y="2275"/>
                  </a:lnTo>
                  <a:lnTo>
                    <a:pt x="993" y="2392"/>
                  </a:lnTo>
                  <a:lnTo>
                    <a:pt x="934" y="2450"/>
                  </a:lnTo>
                  <a:lnTo>
                    <a:pt x="818" y="2450"/>
                  </a:lnTo>
                  <a:lnTo>
                    <a:pt x="701" y="2392"/>
                  </a:lnTo>
                  <a:lnTo>
                    <a:pt x="468" y="2159"/>
                  </a:lnTo>
                  <a:lnTo>
                    <a:pt x="293" y="1867"/>
                  </a:lnTo>
                  <a:lnTo>
                    <a:pt x="234" y="1458"/>
                  </a:lnTo>
                  <a:lnTo>
                    <a:pt x="176" y="992"/>
                  </a:lnTo>
                  <a:lnTo>
                    <a:pt x="234" y="583"/>
                  </a:lnTo>
                  <a:lnTo>
                    <a:pt x="351" y="292"/>
                  </a:lnTo>
                  <a:lnTo>
                    <a:pt x="409" y="175"/>
                  </a:lnTo>
                  <a:close/>
                  <a:moveTo>
                    <a:pt x="351" y="0"/>
                  </a:moveTo>
                  <a:lnTo>
                    <a:pt x="234" y="117"/>
                  </a:lnTo>
                  <a:lnTo>
                    <a:pt x="176" y="233"/>
                  </a:lnTo>
                  <a:lnTo>
                    <a:pt x="59" y="408"/>
                  </a:lnTo>
                  <a:lnTo>
                    <a:pt x="59" y="642"/>
                  </a:lnTo>
                  <a:lnTo>
                    <a:pt x="1" y="933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3" y="1633"/>
                  </a:lnTo>
                  <a:lnTo>
                    <a:pt x="1284" y="1050"/>
                  </a:lnTo>
                  <a:lnTo>
                    <a:pt x="1168" y="642"/>
                  </a:lnTo>
                  <a:lnTo>
                    <a:pt x="993" y="292"/>
                  </a:lnTo>
                  <a:lnTo>
                    <a:pt x="701" y="58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6"/>
            <p:cNvSpPr/>
            <p:nvPr/>
          </p:nvSpPr>
          <p:spPr>
            <a:xfrm>
              <a:off x="4817750" y="27802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3"/>
                  </a:lnTo>
                  <a:lnTo>
                    <a:pt x="934" y="467"/>
                  </a:lnTo>
                  <a:lnTo>
                    <a:pt x="1051" y="758"/>
                  </a:lnTo>
                  <a:lnTo>
                    <a:pt x="1168" y="1167"/>
                  </a:lnTo>
                  <a:lnTo>
                    <a:pt x="1168" y="1575"/>
                  </a:lnTo>
                  <a:lnTo>
                    <a:pt x="1168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934" y="2450"/>
                  </a:lnTo>
                  <a:lnTo>
                    <a:pt x="818" y="2450"/>
                  </a:lnTo>
                  <a:lnTo>
                    <a:pt x="701" y="2392"/>
                  </a:lnTo>
                  <a:lnTo>
                    <a:pt x="468" y="2217"/>
                  </a:lnTo>
                  <a:lnTo>
                    <a:pt x="293" y="1925"/>
                  </a:lnTo>
                  <a:lnTo>
                    <a:pt x="234" y="1517"/>
                  </a:lnTo>
                  <a:lnTo>
                    <a:pt x="176" y="992"/>
                  </a:lnTo>
                  <a:lnTo>
                    <a:pt x="234" y="583"/>
                  </a:lnTo>
                  <a:lnTo>
                    <a:pt x="351" y="292"/>
                  </a:lnTo>
                  <a:lnTo>
                    <a:pt x="409" y="233"/>
                  </a:lnTo>
                  <a:lnTo>
                    <a:pt x="468" y="175"/>
                  </a:lnTo>
                  <a:close/>
                  <a:moveTo>
                    <a:pt x="468" y="0"/>
                  </a:moveTo>
                  <a:lnTo>
                    <a:pt x="351" y="58"/>
                  </a:lnTo>
                  <a:lnTo>
                    <a:pt x="234" y="117"/>
                  </a:lnTo>
                  <a:lnTo>
                    <a:pt x="176" y="233"/>
                  </a:lnTo>
                  <a:lnTo>
                    <a:pt x="59" y="408"/>
                  </a:lnTo>
                  <a:lnTo>
                    <a:pt x="59" y="642"/>
                  </a:lnTo>
                  <a:lnTo>
                    <a:pt x="1" y="933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818" y="2625"/>
                  </a:lnTo>
                  <a:lnTo>
                    <a:pt x="1051" y="2625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93" y="292"/>
                  </a:lnTo>
                  <a:lnTo>
                    <a:pt x="701" y="117"/>
                  </a:lnTo>
                  <a:lnTo>
                    <a:pt x="584" y="58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6"/>
            <p:cNvSpPr/>
            <p:nvPr/>
          </p:nvSpPr>
          <p:spPr>
            <a:xfrm>
              <a:off x="4864425" y="28049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6"/>
                  </a:lnTo>
                  <a:lnTo>
                    <a:pt x="351" y="2451"/>
                  </a:lnTo>
                  <a:lnTo>
                    <a:pt x="526" y="2509"/>
                  </a:lnTo>
                  <a:lnTo>
                    <a:pt x="526" y="118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6"/>
            <p:cNvSpPr/>
            <p:nvPr/>
          </p:nvSpPr>
          <p:spPr>
            <a:xfrm>
              <a:off x="4582950" y="275540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6" y="175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2042"/>
                  </a:lnTo>
                  <a:lnTo>
                    <a:pt x="992" y="2334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34" y="1867"/>
                  </a:lnTo>
                  <a:lnTo>
                    <a:pt x="176" y="1459"/>
                  </a:lnTo>
                  <a:lnTo>
                    <a:pt x="117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09" y="175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992" y="2626"/>
                  </a:lnTo>
                  <a:lnTo>
                    <a:pt x="1109" y="2509"/>
                  </a:lnTo>
                  <a:lnTo>
                    <a:pt x="1167" y="2392"/>
                  </a:lnTo>
                  <a:lnTo>
                    <a:pt x="1226" y="2217"/>
                  </a:lnTo>
                  <a:lnTo>
                    <a:pt x="1284" y="1692"/>
                  </a:lnTo>
                  <a:lnTo>
                    <a:pt x="1226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5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4628175" y="27802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8" y="0"/>
                  </a:moveTo>
                  <a:lnTo>
                    <a:pt x="0" y="58"/>
                  </a:lnTo>
                  <a:lnTo>
                    <a:pt x="0" y="233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4667550" y="280352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409" y="0"/>
                  </a:moveTo>
                  <a:lnTo>
                    <a:pt x="0" y="59"/>
                  </a:lnTo>
                  <a:lnTo>
                    <a:pt x="0" y="176"/>
                  </a:lnTo>
                  <a:lnTo>
                    <a:pt x="350" y="176"/>
                  </a:lnTo>
                  <a:lnTo>
                    <a:pt x="350" y="2392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4706925" y="28254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6"/>
                  </a:lnTo>
                  <a:lnTo>
                    <a:pt x="350" y="2451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4739000" y="28458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934" y="467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450"/>
                  </a:lnTo>
                  <a:lnTo>
                    <a:pt x="817" y="2450"/>
                  </a:lnTo>
                  <a:lnTo>
                    <a:pt x="701" y="2392"/>
                  </a:lnTo>
                  <a:lnTo>
                    <a:pt x="467" y="2217"/>
                  </a:lnTo>
                  <a:lnTo>
                    <a:pt x="292" y="1925"/>
                  </a:lnTo>
                  <a:lnTo>
                    <a:pt x="234" y="1517"/>
                  </a:lnTo>
                  <a:lnTo>
                    <a:pt x="176" y="1050"/>
                  </a:lnTo>
                  <a:lnTo>
                    <a:pt x="234" y="584"/>
                  </a:lnTo>
                  <a:lnTo>
                    <a:pt x="292" y="350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4785675" y="28706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351" y="0"/>
                  </a:moveTo>
                  <a:lnTo>
                    <a:pt x="1" y="58"/>
                  </a:lnTo>
                  <a:lnTo>
                    <a:pt x="1" y="233"/>
                  </a:lnTo>
                  <a:lnTo>
                    <a:pt x="351" y="175"/>
                  </a:lnTo>
                  <a:lnTo>
                    <a:pt x="351" y="233"/>
                  </a:lnTo>
                  <a:lnTo>
                    <a:pt x="351" y="2450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4817750" y="28910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67"/>
                  </a:lnTo>
                  <a:lnTo>
                    <a:pt x="1051" y="759"/>
                  </a:lnTo>
                  <a:lnTo>
                    <a:pt x="1168" y="1168"/>
                  </a:lnTo>
                  <a:lnTo>
                    <a:pt x="1168" y="1634"/>
                  </a:lnTo>
                  <a:lnTo>
                    <a:pt x="1168" y="2043"/>
                  </a:lnTo>
                  <a:lnTo>
                    <a:pt x="1051" y="2334"/>
                  </a:lnTo>
                  <a:lnTo>
                    <a:pt x="993" y="2451"/>
                  </a:lnTo>
                  <a:lnTo>
                    <a:pt x="643" y="2451"/>
                  </a:lnTo>
                  <a:lnTo>
                    <a:pt x="468" y="2218"/>
                  </a:lnTo>
                  <a:lnTo>
                    <a:pt x="293" y="1926"/>
                  </a:lnTo>
                  <a:lnTo>
                    <a:pt x="176" y="1518"/>
                  </a:lnTo>
                  <a:lnTo>
                    <a:pt x="176" y="1051"/>
                  </a:lnTo>
                  <a:lnTo>
                    <a:pt x="234" y="584"/>
                  </a:lnTo>
                  <a:lnTo>
                    <a:pt x="293" y="351"/>
                  </a:lnTo>
                  <a:lnTo>
                    <a:pt x="409" y="234"/>
                  </a:lnTo>
                  <a:lnTo>
                    <a:pt x="468" y="176"/>
                  </a:lnTo>
                  <a:close/>
                  <a:moveTo>
                    <a:pt x="468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76"/>
                  </a:lnTo>
                  <a:lnTo>
                    <a:pt x="234" y="2043"/>
                  </a:lnTo>
                  <a:lnTo>
                    <a:pt x="409" y="2334"/>
                  </a:lnTo>
                  <a:lnTo>
                    <a:pt x="643" y="2568"/>
                  </a:lnTo>
                  <a:lnTo>
                    <a:pt x="818" y="2626"/>
                  </a:lnTo>
                  <a:lnTo>
                    <a:pt x="1051" y="2626"/>
                  </a:lnTo>
                  <a:lnTo>
                    <a:pt x="1168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3" y="1693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351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4864425" y="2917275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1" y="1"/>
                  </a:moveTo>
                  <a:lnTo>
                    <a:pt x="1" y="176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4581500" y="286625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5"/>
                  </a:moveTo>
                  <a:lnTo>
                    <a:pt x="700" y="233"/>
                  </a:lnTo>
                  <a:lnTo>
                    <a:pt x="934" y="408"/>
                  </a:lnTo>
                  <a:lnTo>
                    <a:pt x="1050" y="758"/>
                  </a:lnTo>
                  <a:lnTo>
                    <a:pt x="1167" y="1167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817" y="2450"/>
                  </a:lnTo>
                  <a:lnTo>
                    <a:pt x="700" y="2392"/>
                  </a:lnTo>
                  <a:lnTo>
                    <a:pt x="467" y="2217"/>
                  </a:lnTo>
                  <a:lnTo>
                    <a:pt x="292" y="1925"/>
                  </a:lnTo>
                  <a:lnTo>
                    <a:pt x="234" y="1517"/>
                  </a:lnTo>
                  <a:lnTo>
                    <a:pt x="175" y="992"/>
                  </a:lnTo>
                  <a:lnTo>
                    <a:pt x="234" y="583"/>
                  </a:lnTo>
                  <a:lnTo>
                    <a:pt x="292" y="292"/>
                  </a:lnTo>
                  <a:lnTo>
                    <a:pt x="409" y="233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8"/>
                  </a:lnTo>
                  <a:lnTo>
                    <a:pt x="234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59" y="642"/>
                  </a:lnTo>
                  <a:lnTo>
                    <a:pt x="0" y="933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1050" y="2625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8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117"/>
                  </a:lnTo>
                  <a:lnTo>
                    <a:pt x="584" y="58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4628175" y="28910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0" y="1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6"/>
                  </a:lnTo>
                  <a:lnTo>
                    <a:pt x="350" y="2451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3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4667550" y="29143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350" y="0"/>
                  </a:moveTo>
                  <a:lnTo>
                    <a:pt x="0" y="59"/>
                  </a:lnTo>
                  <a:lnTo>
                    <a:pt x="0" y="175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4699625" y="293477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1" y="2334"/>
                  </a:lnTo>
                  <a:lnTo>
                    <a:pt x="992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292" y="293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351" y="1"/>
                  </a:move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7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4739000" y="295665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1" y="234"/>
                  </a:lnTo>
                  <a:lnTo>
                    <a:pt x="876" y="468"/>
                  </a:lnTo>
                  <a:lnTo>
                    <a:pt x="1051" y="759"/>
                  </a:lnTo>
                  <a:lnTo>
                    <a:pt x="1167" y="1168"/>
                  </a:lnTo>
                  <a:lnTo>
                    <a:pt x="1167" y="1634"/>
                  </a:lnTo>
                  <a:lnTo>
                    <a:pt x="1167" y="2043"/>
                  </a:lnTo>
                  <a:lnTo>
                    <a:pt x="1051" y="2335"/>
                  </a:lnTo>
                  <a:lnTo>
                    <a:pt x="992" y="2451"/>
                  </a:lnTo>
                  <a:lnTo>
                    <a:pt x="642" y="2451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176" y="1518"/>
                  </a:lnTo>
                  <a:lnTo>
                    <a:pt x="176" y="1051"/>
                  </a:lnTo>
                  <a:lnTo>
                    <a:pt x="234" y="584"/>
                  </a:lnTo>
                  <a:lnTo>
                    <a:pt x="292" y="351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93"/>
                  </a:lnTo>
                  <a:lnTo>
                    <a:pt x="59" y="1576"/>
                  </a:lnTo>
                  <a:lnTo>
                    <a:pt x="234" y="2043"/>
                  </a:lnTo>
                  <a:lnTo>
                    <a:pt x="409" y="2335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68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351"/>
                  </a:lnTo>
                  <a:lnTo>
                    <a:pt x="701" y="118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4784225" y="2982925"/>
              <a:ext cx="14600" cy="61275"/>
            </a:xfrm>
            <a:custGeom>
              <a:avLst/>
              <a:gdLst/>
              <a:ahLst/>
              <a:cxnLst/>
              <a:rect l="l" t="t" r="r" b="b"/>
              <a:pathLst>
                <a:path w="584" h="2451" extrusionOk="0">
                  <a:moveTo>
                    <a:pt x="0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84" y="2450"/>
                  </a:lnTo>
                  <a:lnTo>
                    <a:pt x="584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4817750" y="300332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17"/>
                  </a:moveTo>
                  <a:lnTo>
                    <a:pt x="643" y="176"/>
                  </a:lnTo>
                  <a:lnTo>
                    <a:pt x="876" y="409"/>
                  </a:lnTo>
                  <a:lnTo>
                    <a:pt x="1051" y="701"/>
                  </a:lnTo>
                  <a:lnTo>
                    <a:pt x="1168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93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3"/>
                  </a:lnTo>
                  <a:lnTo>
                    <a:pt x="468" y="2159"/>
                  </a:lnTo>
                  <a:lnTo>
                    <a:pt x="293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176"/>
                  </a:lnTo>
                  <a:lnTo>
                    <a:pt x="468" y="176"/>
                  </a:lnTo>
                  <a:lnTo>
                    <a:pt x="584" y="117"/>
                  </a:lnTo>
                  <a:close/>
                  <a:moveTo>
                    <a:pt x="293" y="1"/>
                  </a:moveTo>
                  <a:lnTo>
                    <a:pt x="234" y="59"/>
                  </a:lnTo>
                  <a:lnTo>
                    <a:pt x="118" y="176"/>
                  </a:lnTo>
                  <a:lnTo>
                    <a:pt x="59" y="351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1"/>
                  </a:lnTo>
                  <a:lnTo>
                    <a:pt x="1168" y="584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4857150" y="3025200"/>
              <a:ext cx="33550" cy="65675"/>
            </a:xfrm>
            <a:custGeom>
              <a:avLst/>
              <a:gdLst/>
              <a:ahLst/>
              <a:cxnLst/>
              <a:rect l="l" t="t" r="r" b="b"/>
              <a:pathLst>
                <a:path w="1342" h="2627" extrusionOk="0">
                  <a:moveTo>
                    <a:pt x="583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68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758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8" y="1"/>
                  </a:moveTo>
                  <a:lnTo>
                    <a:pt x="292" y="59"/>
                  </a:lnTo>
                  <a:lnTo>
                    <a:pt x="233" y="118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8" y="1518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68"/>
                  </a:lnTo>
                  <a:lnTo>
                    <a:pt x="758" y="2626"/>
                  </a:lnTo>
                  <a:lnTo>
                    <a:pt x="1050" y="2626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0" y="59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4581500" y="297707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6"/>
                  </a:moveTo>
                  <a:lnTo>
                    <a:pt x="700" y="234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67" y="1167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0" y="2334"/>
                  </a:lnTo>
                  <a:lnTo>
                    <a:pt x="992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175" y="1518"/>
                  </a:lnTo>
                  <a:lnTo>
                    <a:pt x="175" y="1051"/>
                  </a:lnTo>
                  <a:lnTo>
                    <a:pt x="175" y="584"/>
                  </a:lnTo>
                  <a:lnTo>
                    <a:pt x="292" y="351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76"/>
                  </a:lnTo>
                  <a:lnTo>
                    <a:pt x="234" y="2043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117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4626700" y="3003325"/>
              <a:ext cx="14625" cy="61275"/>
            </a:xfrm>
            <a:custGeom>
              <a:avLst/>
              <a:gdLst/>
              <a:ahLst/>
              <a:cxnLst/>
              <a:rect l="l" t="t" r="r" b="b"/>
              <a:pathLst>
                <a:path w="585" h="2451" extrusionOk="0">
                  <a:moveTo>
                    <a:pt x="1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84" y="2451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6"/>
            <p:cNvSpPr/>
            <p:nvPr/>
          </p:nvSpPr>
          <p:spPr>
            <a:xfrm>
              <a:off x="4666075" y="3025200"/>
              <a:ext cx="14625" cy="62750"/>
            </a:xfrm>
            <a:custGeom>
              <a:avLst/>
              <a:gdLst/>
              <a:ahLst/>
              <a:cxnLst/>
              <a:rect l="l" t="t" r="r" b="b"/>
              <a:pathLst>
                <a:path w="585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09"/>
                  </a:lnTo>
                  <a:lnTo>
                    <a:pt x="584" y="118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6"/>
            <p:cNvSpPr/>
            <p:nvPr/>
          </p:nvSpPr>
          <p:spPr>
            <a:xfrm>
              <a:off x="4699625" y="30456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6"/>
            <p:cNvSpPr/>
            <p:nvPr/>
          </p:nvSpPr>
          <p:spPr>
            <a:xfrm>
              <a:off x="4744850" y="30704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8" y="0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8" y="175"/>
                  </a:lnTo>
                  <a:lnTo>
                    <a:pt x="408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4784225" y="309375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4823600" y="31156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5" y="2509"/>
                  </a:lnTo>
                  <a:lnTo>
                    <a:pt x="525" y="118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4862975" y="31389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4581500" y="3089375"/>
              <a:ext cx="33550" cy="64200"/>
            </a:xfrm>
            <a:custGeom>
              <a:avLst/>
              <a:gdLst/>
              <a:ahLst/>
              <a:cxnLst/>
              <a:rect l="l" t="t" r="r" b="b"/>
              <a:pathLst>
                <a:path w="1342" h="2568" extrusionOk="0">
                  <a:moveTo>
                    <a:pt x="525" y="117"/>
                  </a:moveTo>
                  <a:lnTo>
                    <a:pt x="642" y="176"/>
                  </a:lnTo>
                  <a:lnTo>
                    <a:pt x="875" y="409"/>
                  </a:lnTo>
                  <a:lnTo>
                    <a:pt x="1050" y="701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0" y="2276"/>
                  </a:lnTo>
                  <a:lnTo>
                    <a:pt x="992" y="2393"/>
                  </a:lnTo>
                  <a:lnTo>
                    <a:pt x="875" y="2393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176"/>
                  </a:lnTo>
                  <a:lnTo>
                    <a:pt x="467" y="117"/>
                  </a:lnTo>
                  <a:close/>
                  <a:moveTo>
                    <a:pt x="292" y="1"/>
                  </a:moveTo>
                  <a:lnTo>
                    <a:pt x="234" y="59"/>
                  </a:lnTo>
                  <a:lnTo>
                    <a:pt x="117" y="176"/>
                  </a:lnTo>
                  <a:lnTo>
                    <a:pt x="59" y="351"/>
                  </a:lnTo>
                  <a:lnTo>
                    <a:pt x="0" y="584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276"/>
                  </a:lnTo>
                  <a:lnTo>
                    <a:pt x="642" y="2509"/>
                  </a:lnTo>
                  <a:lnTo>
                    <a:pt x="759" y="2568"/>
                  </a:lnTo>
                  <a:lnTo>
                    <a:pt x="1050" y="2568"/>
                  </a:lnTo>
                  <a:lnTo>
                    <a:pt x="1109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584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4626700" y="311417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4666075" y="31360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4705450" y="3159375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1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4739000" y="3179800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642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159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17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6"/>
                  </a:lnTo>
                  <a:close/>
                  <a:moveTo>
                    <a:pt x="292" y="1"/>
                  </a:moveTo>
                  <a:lnTo>
                    <a:pt x="176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8"/>
                  </a:lnTo>
                  <a:lnTo>
                    <a:pt x="876" y="2626"/>
                  </a:lnTo>
                  <a:lnTo>
                    <a:pt x="992" y="2568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051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4778375" y="3201675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526" y="176"/>
                  </a:moveTo>
                  <a:lnTo>
                    <a:pt x="643" y="234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09" y="1168"/>
                  </a:lnTo>
                  <a:lnTo>
                    <a:pt x="1168" y="1576"/>
                  </a:lnTo>
                  <a:lnTo>
                    <a:pt x="1109" y="2043"/>
                  </a:lnTo>
                  <a:lnTo>
                    <a:pt x="993" y="2334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3"/>
                  </a:lnTo>
                  <a:lnTo>
                    <a:pt x="409" y="2218"/>
                  </a:lnTo>
                  <a:lnTo>
                    <a:pt x="293" y="1926"/>
                  </a:lnTo>
                  <a:lnTo>
                    <a:pt x="176" y="1518"/>
                  </a:lnTo>
                  <a:lnTo>
                    <a:pt x="118" y="993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234"/>
                  </a:lnTo>
                  <a:lnTo>
                    <a:pt x="409" y="176"/>
                  </a:lnTo>
                  <a:close/>
                  <a:moveTo>
                    <a:pt x="409" y="1"/>
                  </a:moveTo>
                  <a:lnTo>
                    <a:pt x="293" y="59"/>
                  </a:lnTo>
                  <a:lnTo>
                    <a:pt x="176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643" y="2568"/>
                  </a:lnTo>
                  <a:lnTo>
                    <a:pt x="759" y="2626"/>
                  </a:lnTo>
                  <a:lnTo>
                    <a:pt x="993" y="2626"/>
                  </a:lnTo>
                  <a:lnTo>
                    <a:pt x="1109" y="2509"/>
                  </a:lnTo>
                  <a:lnTo>
                    <a:pt x="1168" y="2393"/>
                  </a:lnTo>
                  <a:lnTo>
                    <a:pt x="1284" y="2218"/>
                  </a:lnTo>
                  <a:lnTo>
                    <a:pt x="1284" y="1693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3" y="117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4823600" y="32264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350" y="176"/>
                  </a:lnTo>
                  <a:lnTo>
                    <a:pt x="409" y="176"/>
                  </a:lnTo>
                  <a:lnTo>
                    <a:pt x="350" y="2451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4862975" y="32498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6"/>
                  </a:lnTo>
                  <a:lnTo>
                    <a:pt x="350" y="2393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4581500" y="320022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642" y="175"/>
                  </a:moveTo>
                  <a:lnTo>
                    <a:pt x="875" y="409"/>
                  </a:lnTo>
                  <a:lnTo>
                    <a:pt x="1050" y="700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0" y="2276"/>
                  </a:lnTo>
                  <a:lnTo>
                    <a:pt x="934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159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175"/>
                  </a:lnTo>
                  <a:close/>
                  <a:moveTo>
                    <a:pt x="292" y="0"/>
                  </a:moveTo>
                  <a:lnTo>
                    <a:pt x="175" y="59"/>
                  </a:lnTo>
                  <a:lnTo>
                    <a:pt x="117" y="175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875" y="2626"/>
                  </a:lnTo>
                  <a:lnTo>
                    <a:pt x="992" y="2567"/>
                  </a:lnTo>
                  <a:lnTo>
                    <a:pt x="1109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051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4620875" y="322210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67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992" y="2334"/>
                  </a:lnTo>
                  <a:lnTo>
                    <a:pt x="934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175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992" y="2626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59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4666075" y="32469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351" y="175"/>
                  </a:lnTo>
                  <a:lnTo>
                    <a:pt x="409" y="175"/>
                  </a:lnTo>
                  <a:lnTo>
                    <a:pt x="351" y="2450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4699625" y="3267300"/>
              <a:ext cx="32125" cy="65675"/>
            </a:xfrm>
            <a:custGeom>
              <a:avLst/>
              <a:gdLst/>
              <a:ahLst/>
              <a:cxnLst/>
              <a:rect l="l" t="t" r="r" b="b"/>
              <a:pathLst>
                <a:path w="1285" h="2627" extrusionOk="0">
                  <a:moveTo>
                    <a:pt x="526" y="176"/>
                  </a:moveTo>
                  <a:lnTo>
                    <a:pt x="642" y="234"/>
                  </a:lnTo>
                  <a:lnTo>
                    <a:pt x="876" y="468"/>
                  </a:lnTo>
                  <a:lnTo>
                    <a:pt x="1051" y="759"/>
                  </a:lnTo>
                  <a:lnTo>
                    <a:pt x="1109" y="1168"/>
                  </a:lnTo>
                  <a:lnTo>
                    <a:pt x="1109" y="1576"/>
                  </a:lnTo>
                  <a:lnTo>
                    <a:pt x="1109" y="2043"/>
                  </a:lnTo>
                  <a:lnTo>
                    <a:pt x="992" y="2334"/>
                  </a:lnTo>
                  <a:lnTo>
                    <a:pt x="934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34" y="1926"/>
                  </a:lnTo>
                  <a:lnTo>
                    <a:pt x="176" y="1518"/>
                  </a:lnTo>
                  <a:lnTo>
                    <a:pt x="117" y="993"/>
                  </a:lnTo>
                  <a:lnTo>
                    <a:pt x="176" y="584"/>
                  </a:lnTo>
                  <a:lnTo>
                    <a:pt x="292" y="293"/>
                  </a:lnTo>
                  <a:lnTo>
                    <a:pt x="351" y="234"/>
                  </a:lnTo>
                  <a:lnTo>
                    <a:pt x="409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176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1" y="1518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584" y="2568"/>
                  </a:lnTo>
                  <a:lnTo>
                    <a:pt x="759" y="2626"/>
                  </a:lnTo>
                  <a:lnTo>
                    <a:pt x="992" y="2626"/>
                  </a:lnTo>
                  <a:lnTo>
                    <a:pt x="1109" y="2510"/>
                  </a:lnTo>
                  <a:lnTo>
                    <a:pt x="1167" y="2393"/>
                  </a:lnTo>
                  <a:lnTo>
                    <a:pt x="1226" y="2218"/>
                  </a:lnTo>
                  <a:lnTo>
                    <a:pt x="1284" y="1693"/>
                  </a:lnTo>
                  <a:lnTo>
                    <a:pt x="1226" y="1109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642" y="118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4737550" y="32906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0" y="175"/>
                  </a:moveTo>
                  <a:lnTo>
                    <a:pt x="934" y="409"/>
                  </a:lnTo>
                  <a:lnTo>
                    <a:pt x="1050" y="700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0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350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350" y="0"/>
                  </a:moveTo>
                  <a:lnTo>
                    <a:pt x="234" y="117"/>
                  </a:lnTo>
                  <a:lnTo>
                    <a:pt x="175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4776925" y="33125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934" y="467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634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451"/>
                  </a:lnTo>
                  <a:lnTo>
                    <a:pt x="701" y="2451"/>
                  </a:lnTo>
                  <a:lnTo>
                    <a:pt x="467" y="2217"/>
                  </a:lnTo>
                  <a:lnTo>
                    <a:pt x="292" y="1926"/>
                  </a:lnTo>
                  <a:lnTo>
                    <a:pt x="234" y="1517"/>
                  </a:lnTo>
                  <a:lnTo>
                    <a:pt x="176" y="1051"/>
                  </a:lnTo>
                  <a:lnTo>
                    <a:pt x="234" y="584"/>
                  </a:lnTo>
                  <a:lnTo>
                    <a:pt x="351" y="350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76"/>
                  </a:lnTo>
                  <a:lnTo>
                    <a:pt x="234" y="2042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6"/>
            <p:cNvSpPr/>
            <p:nvPr/>
          </p:nvSpPr>
          <p:spPr>
            <a:xfrm>
              <a:off x="4816300" y="333585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1" y="2334"/>
                  </a:lnTo>
                  <a:lnTo>
                    <a:pt x="992" y="2393"/>
                  </a:lnTo>
                  <a:lnTo>
                    <a:pt x="876" y="2451"/>
                  </a:lnTo>
                  <a:lnTo>
                    <a:pt x="817" y="2451"/>
                  </a:lnTo>
                  <a:lnTo>
                    <a:pt x="701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234" y="1459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351" y="293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351" y="1"/>
                  </a:moveTo>
                  <a:lnTo>
                    <a:pt x="234" y="118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7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92" y="293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6"/>
            <p:cNvSpPr/>
            <p:nvPr/>
          </p:nvSpPr>
          <p:spPr>
            <a:xfrm>
              <a:off x="4855675" y="33592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17"/>
                  </a:moveTo>
                  <a:lnTo>
                    <a:pt x="701" y="175"/>
                  </a:lnTo>
                  <a:lnTo>
                    <a:pt x="934" y="409"/>
                  </a:lnTo>
                  <a:lnTo>
                    <a:pt x="1051" y="700"/>
                  </a:lnTo>
                  <a:lnTo>
                    <a:pt x="1168" y="1109"/>
                  </a:lnTo>
                  <a:lnTo>
                    <a:pt x="1168" y="1575"/>
                  </a:lnTo>
                  <a:lnTo>
                    <a:pt x="1168" y="1984"/>
                  </a:lnTo>
                  <a:lnTo>
                    <a:pt x="1051" y="2275"/>
                  </a:lnTo>
                  <a:lnTo>
                    <a:pt x="993" y="2392"/>
                  </a:lnTo>
                  <a:lnTo>
                    <a:pt x="876" y="2450"/>
                  </a:lnTo>
                  <a:lnTo>
                    <a:pt x="817" y="2450"/>
                  </a:lnTo>
                  <a:lnTo>
                    <a:pt x="701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175"/>
                  </a:lnTo>
                  <a:lnTo>
                    <a:pt x="467" y="117"/>
                  </a:lnTo>
                  <a:close/>
                  <a:moveTo>
                    <a:pt x="351" y="0"/>
                  </a:moveTo>
                  <a:lnTo>
                    <a:pt x="234" y="59"/>
                  </a:lnTo>
                  <a:lnTo>
                    <a:pt x="117" y="175"/>
                  </a:lnTo>
                  <a:lnTo>
                    <a:pt x="59" y="350"/>
                  </a:lnTo>
                  <a:lnTo>
                    <a:pt x="59" y="584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275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8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0"/>
                  </a:lnTo>
                  <a:lnTo>
                    <a:pt x="1168" y="584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6"/>
            <p:cNvSpPr/>
            <p:nvPr/>
          </p:nvSpPr>
          <p:spPr>
            <a:xfrm>
              <a:off x="4580025" y="33110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5"/>
                  </a:moveTo>
                  <a:lnTo>
                    <a:pt x="934" y="408"/>
                  </a:lnTo>
                  <a:lnTo>
                    <a:pt x="1051" y="700"/>
                  </a:lnTo>
                  <a:lnTo>
                    <a:pt x="1168" y="1109"/>
                  </a:lnTo>
                  <a:lnTo>
                    <a:pt x="1168" y="1575"/>
                  </a:lnTo>
                  <a:lnTo>
                    <a:pt x="1168" y="1984"/>
                  </a:lnTo>
                  <a:lnTo>
                    <a:pt x="1051" y="2275"/>
                  </a:lnTo>
                  <a:lnTo>
                    <a:pt x="993" y="2392"/>
                  </a:lnTo>
                  <a:lnTo>
                    <a:pt x="934" y="2450"/>
                  </a:lnTo>
                  <a:lnTo>
                    <a:pt x="818" y="2450"/>
                  </a:lnTo>
                  <a:lnTo>
                    <a:pt x="701" y="2392"/>
                  </a:lnTo>
                  <a:lnTo>
                    <a:pt x="468" y="2159"/>
                  </a:lnTo>
                  <a:lnTo>
                    <a:pt x="293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3"/>
                  </a:lnTo>
                  <a:lnTo>
                    <a:pt x="351" y="292"/>
                  </a:lnTo>
                  <a:lnTo>
                    <a:pt x="409" y="175"/>
                  </a:lnTo>
                  <a:close/>
                  <a:moveTo>
                    <a:pt x="351" y="0"/>
                  </a:moveTo>
                  <a:lnTo>
                    <a:pt x="234" y="117"/>
                  </a:lnTo>
                  <a:lnTo>
                    <a:pt x="176" y="233"/>
                  </a:lnTo>
                  <a:lnTo>
                    <a:pt x="59" y="408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0"/>
                  </a:lnTo>
                  <a:lnTo>
                    <a:pt x="1168" y="642"/>
                  </a:lnTo>
                  <a:lnTo>
                    <a:pt x="993" y="292"/>
                  </a:lnTo>
                  <a:lnTo>
                    <a:pt x="701" y="58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6"/>
            <p:cNvSpPr/>
            <p:nvPr/>
          </p:nvSpPr>
          <p:spPr>
            <a:xfrm>
              <a:off x="4626700" y="33358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1" y="176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6"/>
            <p:cNvSpPr/>
            <p:nvPr/>
          </p:nvSpPr>
          <p:spPr>
            <a:xfrm>
              <a:off x="4666075" y="33592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1" y="175"/>
                  </a:lnTo>
                  <a:lnTo>
                    <a:pt x="351" y="117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450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6"/>
            <p:cNvSpPr/>
            <p:nvPr/>
          </p:nvSpPr>
          <p:spPr>
            <a:xfrm>
              <a:off x="4698175" y="33781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0" y="234"/>
                  </a:lnTo>
                  <a:lnTo>
                    <a:pt x="934" y="467"/>
                  </a:lnTo>
                  <a:lnTo>
                    <a:pt x="1050" y="759"/>
                  </a:lnTo>
                  <a:lnTo>
                    <a:pt x="1167" y="1167"/>
                  </a:lnTo>
                  <a:lnTo>
                    <a:pt x="1167" y="1634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451"/>
                  </a:lnTo>
                  <a:lnTo>
                    <a:pt x="642" y="2451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234" y="1517"/>
                  </a:lnTo>
                  <a:lnTo>
                    <a:pt x="175" y="1051"/>
                  </a:lnTo>
                  <a:lnTo>
                    <a:pt x="234" y="584"/>
                  </a:lnTo>
                  <a:lnTo>
                    <a:pt x="292" y="351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76"/>
                  </a:lnTo>
                  <a:lnTo>
                    <a:pt x="234" y="2042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351"/>
                  </a:lnTo>
                  <a:lnTo>
                    <a:pt x="700" y="117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6"/>
            <p:cNvSpPr/>
            <p:nvPr/>
          </p:nvSpPr>
          <p:spPr>
            <a:xfrm>
              <a:off x="4737550" y="34015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0" y="233"/>
                  </a:lnTo>
                  <a:lnTo>
                    <a:pt x="934" y="408"/>
                  </a:lnTo>
                  <a:lnTo>
                    <a:pt x="1050" y="758"/>
                  </a:lnTo>
                  <a:lnTo>
                    <a:pt x="1167" y="1108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817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3"/>
                  </a:lnTo>
                  <a:lnTo>
                    <a:pt x="292" y="292"/>
                  </a:lnTo>
                  <a:lnTo>
                    <a:pt x="409" y="233"/>
                  </a:lnTo>
                  <a:lnTo>
                    <a:pt x="467" y="175"/>
                  </a:lnTo>
                  <a:close/>
                  <a:moveTo>
                    <a:pt x="350" y="0"/>
                  </a:moveTo>
                  <a:lnTo>
                    <a:pt x="234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59" y="642"/>
                  </a:lnTo>
                  <a:lnTo>
                    <a:pt x="0" y="933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934" y="2625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8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8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6"/>
            <p:cNvSpPr/>
            <p:nvPr/>
          </p:nvSpPr>
          <p:spPr>
            <a:xfrm>
              <a:off x="4784225" y="34262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0" y="1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6"/>
                  </a:lnTo>
                  <a:lnTo>
                    <a:pt x="350" y="2393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3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6"/>
            <p:cNvSpPr/>
            <p:nvPr/>
          </p:nvSpPr>
          <p:spPr>
            <a:xfrm>
              <a:off x="4816300" y="34467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576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6"/>
            <p:cNvSpPr/>
            <p:nvPr/>
          </p:nvSpPr>
          <p:spPr>
            <a:xfrm>
              <a:off x="4861525" y="3471500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8" y="0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8" y="175"/>
                  </a:lnTo>
                  <a:lnTo>
                    <a:pt x="408" y="2392"/>
                  </a:lnTo>
                  <a:lnTo>
                    <a:pt x="583" y="2509"/>
                  </a:lnTo>
                  <a:lnTo>
                    <a:pt x="583" y="117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6"/>
            <p:cNvSpPr/>
            <p:nvPr/>
          </p:nvSpPr>
          <p:spPr>
            <a:xfrm>
              <a:off x="4580025" y="34219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8" y="1109"/>
                  </a:lnTo>
                  <a:lnTo>
                    <a:pt x="1168" y="1576"/>
                  </a:lnTo>
                  <a:lnTo>
                    <a:pt x="1168" y="1984"/>
                  </a:lnTo>
                  <a:lnTo>
                    <a:pt x="1051" y="2334"/>
                  </a:lnTo>
                  <a:lnTo>
                    <a:pt x="993" y="2393"/>
                  </a:lnTo>
                  <a:lnTo>
                    <a:pt x="876" y="2451"/>
                  </a:lnTo>
                  <a:lnTo>
                    <a:pt x="818" y="2451"/>
                  </a:lnTo>
                  <a:lnTo>
                    <a:pt x="643" y="2393"/>
                  </a:lnTo>
                  <a:lnTo>
                    <a:pt x="468" y="2218"/>
                  </a:lnTo>
                  <a:lnTo>
                    <a:pt x="293" y="1868"/>
                  </a:lnTo>
                  <a:lnTo>
                    <a:pt x="234" y="1459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293" y="292"/>
                  </a:lnTo>
                  <a:lnTo>
                    <a:pt x="409" y="234"/>
                  </a:lnTo>
                  <a:lnTo>
                    <a:pt x="468" y="176"/>
                  </a:lnTo>
                  <a:close/>
                  <a:moveTo>
                    <a:pt x="351" y="1"/>
                  </a:move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626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8" y="2509"/>
                  </a:lnTo>
                  <a:lnTo>
                    <a:pt x="1226" y="2393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109"/>
                  </a:lnTo>
                  <a:lnTo>
                    <a:pt x="1168" y="643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6"/>
            <p:cNvSpPr/>
            <p:nvPr/>
          </p:nvSpPr>
          <p:spPr>
            <a:xfrm>
              <a:off x="4619425" y="3443775"/>
              <a:ext cx="33550" cy="65675"/>
            </a:xfrm>
            <a:custGeom>
              <a:avLst/>
              <a:gdLst/>
              <a:ahLst/>
              <a:cxnLst/>
              <a:rect l="l" t="t" r="r" b="b"/>
              <a:pathLst>
                <a:path w="1342" h="2627" extrusionOk="0">
                  <a:moveTo>
                    <a:pt x="583" y="176"/>
                  </a:moveTo>
                  <a:lnTo>
                    <a:pt x="700" y="234"/>
                  </a:lnTo>
                  <a:lnTo>
                    <a:pt x="933" y="468"/>
                  </a:lnTo>
                  <a:lnTo>
                    <a:pt x="1050" y="759"/>
                  </a:lnTo>
                  <a:lnTo>
                    <a:pt x="1167" y="1168"/>
                  </a:lnTo>
                  <a:lnTo>
                    <a:pt x="1167" y="1634"/>
                  </a:lnTo>
                  <a:lnTo>
                    <a:pt x="1167" y="2043"/>
                  </a:lnTo>
                  <a:lnTo>
                    <a:pt x="1050" y="2334"/>
                  </a:lnTo>
                  <a:lnTo>
                    <a:pt x="992" y="2451"/>
                  </a:lnTo>
                  <a:lnTo>
                    <a:pt x="642" y="2451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175" y="1518"/>
                  </a:lnTo>
                  <a:lnTo>
                    <a:pt x="175" y="1051"/>
                  </a:lnTo>
                  <a:lnTo>
                    <a:pt x="233" y="584"/>
                  </a:lnTo>
                  <a:lnTo>
                    <a:pt x="292" y="351"/>
                  </a:lnTo>
                  <a:lnTo>
                    <a:pt x="408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3" y="118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8" y="1576"/>
                  </a:lnTo>
                  <a:lnTo>
                    <a:pt x="233" y="2043"/>
                  </a:lnTo>
                  <a:lnTo>
                    <a:pt x="408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3" y="2218"/>
                  </a:lnTo>
                  <a:lnTo>
                    <a:pt x="1342" y="1693"/>
                  </a:lnTo>
                  <a:lnTo>
                    <a:pt x="1283" y="1109"/>
                  </a:lnTo>
                  <a:lnTo>
                    <a:pt x="1167" y="643"/>
                  </a:lnTo>
                  <a:lnTo>
                    <a:pt x="933" y="351"/>
                  </a:lnTo>
                  <a:lnTo>
                    <a:pt x="700" y="118"/>
                  </a:lnTo>
                  <a:lnTo>
                    <a:pt x="583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6"/>
            <p:cNvSpPr/>
            <p:nvPr/>
          </p:nvSpPr>
          <p:spPr>
            <a:xfrm>
              <a:off x="4664625" y="3470025"/>
              <a:ext cx="14600" cy="61300"/>
            </a:xfrm>
            <a:custGeom>
              <a:avLst/>
              <a:gdLst/>
              <a:ahLst/>
              <a:cxnLst/>
              <a:rect l="l" t="t" r="r" b="b"/>
              <a:pathLst>
                <a:path w="584" h="2452" extrusionOk="0">
                  <a:moveTo>
                    <a:pt x="0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84" y="2451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6"/>
            <p:cNvSpPr/>
            <p:nvPr/>
          </p:nvSpPr>
          <p:spPr>
            <a:xfrm>
              <a:off x="4698175" y="34904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17"/>
                  </a:moveTo>
                  <a:lnTo>
                    <a:pt x="700" y="176"/>
                  </a:lnTo>
                  <a:lnTo>
                    <a:pt x="875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176"/>
                  </a:lnTo>
                  <a:lnTo>
                    <a:pt x="467" y="176"/>
                  </a:lnTo>
                  <a:lnTo>
                    <a:pt x="584" y="117"/>
                  </a:lnTo>
                  <a:close/>
                  <a:moveTo>
                    <a:pt x="350" y="1"/>
                  </a:moveTo>
                  <a:lnTo>
                    <a:pt x="234" y="59"/>
                  </a:lnTo>
                  <a:lnTo>
                    <a:pt x="117" y="176"/>
                  </a:lnTo>
                  <a:lnTo>
                    <a:pt x="59" y="351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4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584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6"/>
            <p:cNvSpPr/>
            <p:nvPr/>
          </p:nvSpPr>
          <p:spPr>
            <a:xfrm>
              <a:off x="4737550" y="35123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67" y="1168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3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6"/>
            <p:cNvSpPr/>
            <p:nvPr/>
          </p:nvSpPr>
          <p:spPr>
            <a:xfrm>
              <a:off x="4776925" y="35356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5"/>
                  </a:moveTo>
                  <a:lnTo>
                    <a:pt x="876" y="409"/>
                  </a:lnTo>
                  <a:lnTo>
                    <a:pt x="1051" y="700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1" y="2275"/>
                  </a:lnTo>
                  <a:lnTo>
                    <a:pt x="992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5"/>
                  </a:lnTo>
                  <a:close/>
                  <a:moveTo>
                    <a:pt x="292" y="0"/>
                  </a:moveTo>
                  <a:lnTo>
                    <a:pt x="234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6"/>
            <p:cNvSpPr/>
            <p:nvPr/>
          </p:nvSpPr>
          <p:spPr>
            <a:xfrm>
              <a:off x="4816300" y="35575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5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7" y="1575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925"/>
                  </a:lnTo>
                  <a:lnTo>
                    <a:pt x="176" y="1517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5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5"/>
                  </a:lnTo>
                  <a:lnTo>
                    <a:pt x="1051" y="2625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6"/>
            <p:cNvSpPr/>
            <p:nvPr/>
          </p:nvSpPr>
          <p:spPr>
            <a:xfrm>
              <a:off x="4855675" y="35808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6"/>
                  </a:lnTo>
                  <a:close/>
                  <a:moveTo>
                    <a:pt x="292" y="1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1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6"/>
            <p:cNvSpPr/>
            <p:nvPr/>
          </p:nvSpPr>
          <p:spPr>
            <a:xfrm>
              <a:off x="4580025" y="35327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643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68" y="1109"/>
                  </a:lnTo>
                  <a:lnTo>
                    <a:pt x="1168" y="1576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234"/>
                  </a:lnTo>
                  <a:lnTo>
                    <a:pt x="468" y="176"/>
                  </a:lnTo>
                  <a:close/>
                  <a:moveTo>
                    <a:pt x="293" y="0"/>
                  </a:move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818" y="2626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34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6"/>
            <p:cNvSpPr/>
            <p:nvPr/>
          </p:nvSpPr>
          <p:spPr>
            <a:xfrm>
              <a:off x="4625250" y="3557550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5" y="2509"/>
                  </a:lnTo>
                  <a:lnTo>
                    <a:pt x="584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6"/>
            <p:cNvSpPr/>
            <p:nvPr/>
          </p:nvSpPr>
          <p:spPr>
            <a:xfrm>
              <a:off x="4664625" y="3580875"/>
              <a:ext cx="14600" cy="61275"/>
            </a:xfrm>
            <a:custGeom>
              <a:avLst/>
              <a:gdLst/>
              <a:ahLst/>
              <a:cxnLst/>
              <a:rect l="l" t="t" r="r" b="b"/>
              <a:pathLst>
                <a:path w="584" h="2451" extrusionOk="0">
                  <a:moveTo>
                    <a:pt x="0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6" y="2451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6"/>
            <p:cNvSpPr/>
            <p:nvPr/>
          </p:nvSpPr>
          <p:spPr>
            <a:xfrm>
              <a:off x="4698175" y="36013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5"/>
                  </a:moveTo>
                  <a:lnTo>
                    <a:pt x="875" y="409"/>
                  </a:lnTo>
                  <a:lnTo>
                    <a:pt x="1050" y="700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0" y="2276"/>
                  </a:lnTo>
                  <a:lnTo>
                    <a:pt x="934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175"/>
                  </a:lnTo>
                  <a:close/>
                  <a:moveTo>
                    <a:pt x="292" y="0"/>
                  </a:moveTo>
                  <a:lnTo>
                    <a:pt x="234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09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6"/>
            <p:cNvSpPr/>
            <p:nvPr/>
          </p:nvSpPr>
          <p:spPr>
            <a:xfrm>
              <a:off x="4743375" y="36261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8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6"/>
            <p:cNvSpPr/>
            <p:nvPr/>
          </p:nvSpPr>
          <p:spPr>
            <a:xfrm>
              <a:off x="4782750" y="36479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5"/>
                  </a:lnTo>
                  <a:lnTo>
                    <a:pt x="409" y="2450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6"/>
            <p:cNvSpPr/>
            <p:nvPr/>
          </p:nvSpPr>
          <p:spPr>
            <a:xfrm>
              <a:off x="4822125" y="3671300"/>
              <a:ext cx="13175" cy="62750"/>
            </a:xfrm>
            <a:custGeom>
              <a:avLst/>
              <a:gdLst/>
              <a:ahLst/>
              <a:cxnLst/>
              <a:rect l="l" t="t" r="r" b="b"/>
              <a:pathLst>
                <a:path w="527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176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6"/>
            <p:cNvSpPr/>
            <p:nvPr/>
          </p:nvSpPr>
          <p:spPr>
            <a:xfrm>
              <a:off x="4855675" y="3691725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526" y="175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8" y="1575"/>
                  </a:lnTo>
                  <a:lnTo>
                    <a:pt x="1109" y="1984"/>
                  </a:lnTo>
                  <a:lnTo>
                    <a:pt x="993" y="2334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17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626"/>
                  </a:lnTo>
                  <a:lnTo>
                    <a:pt x="876" y="2626"/>
                  </a:lnTo>
                  <a:lnTo>
                    <a:pt x="993" y="2567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284" y="1634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5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6"/>
            <p:cNvSpPr/>
            <p:nvPr/>
          </p:nvSpPr>
          <p:spPr>
            <a:xfrm>
              <a:off x="4580025" y="36436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5"/>
                  </a:moveTo>
                  <a:lnTo>
                    <a:pt x="643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8" y="1575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34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3" y="2392"/>
                  </a:lnTo>
                  <a:lnTo>
                    <a:pt x="409" y="2217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234"/>
                  </a:lnTo>
                  <a:lnTo>
                    <a:pt x="468" y="175"/>
                  </a:lnTo>
                  <a:close/>
                  <a:moveTo>
                    <a:pt x="409" y="0"/>
                  </a:moveTo>
                  <a:lnTo>
                    <a:pt x="293" y="59"/>
                  </a:lnTo>
                  <a:lnTo>
                    <a:pt x="176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759" y="2625"/>
                  </a:lnTo>
                  <a:lnTo>
                    <a:pt x="1051" y="2625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6"/>
            <p:cNvSpPr/>
            <p:nvPr/>
          </p:nvSpPr>
          <p:spPr>
            <a:xfrm>
              <a:off x="4625250" y="36683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5" y="2509"/>
                  </a:lnTo>
                  <a:lnTo>
                    <a:pt x="525" y="118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6"/>
            <p:cNvSpPr/>
            <p:nvPr/>
          </p:nvSpPr>
          <p:spPr>
            <a:xfrm>
              <a:off x="4664625" y="36917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6"/>
            <p:cNvSpPr/>
            <p:nvPr/>
          </p:nvSpPr>
          <p:spPr>
            <a:xfrm>
              <a:off x="4698175" y="371215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642" y="175"/>
                  </a:moveTo>
                  <a:lnTo>
                    <a:pt x="875" y="408"/>
                  </a:lnTo>
                  <a:lnTo>
                    <a:pt x="1050" y="700"/>
                  </a:lnTo>
                  <a:lnTo>
                    <a:pt x="1109" y="1108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992" y="2275"/>
                  </a:lnTo>
                  <a:lnTo>
                    <a:pt x="934" y="2392"/>
                  </a:lnTo>
                  <a:lnTo>
                    <a:pt x="875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3"/>
                  </a:lnTo>
                  <a:lnTo>
                    <a:pt x="292" y="292"/>
                  </a:lnTo>
                  <a:lnTo>
                    <a:pt x="350" y="233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175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0" y="642"/>
                  </a:lnTo>
                  <a:lnTo>
                    <a:pt x="0" y="933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625"/>
                  </a:lnTo>
                  <a:lnTo>
                    <a:pt x="875" y="2625"/>
                  </a:lnTo>
                  <a:lnTo>
                    <a:pt x="992" y="2567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108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58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6"/>
            <p:cNvSpPr/>
            <p:nvPr/>
          </p:nvSpPr>
          <p:spPr>
            <a:xfrm>
              <a:off x="4737550" y="373402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5"/>
                  </a:moveTo>
                  <a:lnTo>
                    <a:pt x="642" y="233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09" y="1167"/>
                  </a:lnTo>
                  <a:lnTo>
                    <a:pt x="1167" y="1575"/>
                  </a:lnTo>
                  <a:lnTo>
                    <a:pt x="1109" y="2042"/>
                  </a:lnTo>
                  <a:lnTo>
                    <a:pt x="992" y="2334"/>
                  </a:lnTo>
                  <a:lnTo>
                    <a:pt x="934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925"/>
                  </a:lnTo>
                  <a:lnTo>
                    <a:pt x="175" y="1517"/>
                  </a:lnTo>
                  <a:lnTo>
                    <a:pt x="117" y="1050"/>
                  </a:lnTo>
                  <a:lnTo>
                    <a:pt x="175" y="584"/>
                  </a:lnTo>
                  <a:lnTo>
                    <a:pt x="292" y="350"/>
                  </a:lnTo>
                  <a:lnTo>
                    <a:pt x="350" y="233"/>
                  </a:lnTo>
                  <a:lnTo>
                    <a:pt x="409" y="175"/>
                  </a:lnTo>
                  <a:close/>
                  <a:moveTo>
                    <a:pt x="409" y="0"/>
                  </a:moveTo>
                  <a:lnTo>
                    <a:pt x="292" y="58"/>
                  </a:lnTo>
                  <a:lnTo>
                    <a:pt x="175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75"/>
                  </a:lnTo>
                  <a:lnTo>
                    <a:pt x="175" y="2042"/>
                  </a:lnTo>
                  <a:lnTo>
                    <a:pt x="350" y="2334"/>
                  </a:lnTo>
                  <a:lnTo>
                    <a:pt x="642" y="2567"/>
                  </a:lnTo>
                  <a:lnTo>
                    <a:pt x="759" y="2625"/>
                  </a:lnTo>
                  <a:lnTo>
                    <a:pt x="992" y="2625"/>
                  </a:lnTo>
                  <a:lnTo>
                    <a:pt x="1109" y="2509"/>
                  </a:lnTo>
                  <a:lnTo>
                    <a:pt x="1167" y="2392"/>
                  </a:lnTo>
                  <a:lnTo>
                    <a:pt x="1225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117"/>
                  </a:lnTo>
                  <a:lnTo>
                    <a:pt x="525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6"/>
            <p:cNvSpPr/>
            <p:nvPr/>
          </p:nvSpPr>
          <p:spPr>
            <a:xfrm>
              <a:off x="4776925" y="375735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6" y="176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992" y="2334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34" y="1867"/>
                  </a:lnTo>
                  <a:lnTo>
                    <a:pt x="176" y="1459"/>
                  </a:lnTo>
                  <a:lnTo>
                    <a:pt x="117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09" y="176"/>
                  </a:lnTo>
                  <a:close/>
                  <a:moveTo>
                    <a:pt x="292" y="1"/>
                  </a:move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1" y="1517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584" y="2509"/>
                  </a:lnTo>
                  <a:lnTo>
                    <a:pt x="759" y="2626"/>
                  </a:lnTo>
                  <a:lnTo>
                    <a:pt x="876" y="2626"/>
                  </a:lnTo>
                  <a:lnTo>
                    <a:pt x="992" y="2567"/>
                  </a:lnTo>
                  <a:lnTo>
                    <a:pt x="1109" y="2509"/>
                  </a:lnTo>
                  <a:lnTo>
                    <a:pt x="1167" y="2392"/>
                  </a:lnTo>
                  <a:lnTo>
                    <a:pt x="1226" y="2217"/>
                  </a:lnTo>
                  <a:lnTo>
                    <a:pt x="1284" y="1634"/>
                  </a:lnTo>
                  <a:lnTo>
                    <a:pt x="1226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6"/>
            <p:cNvSpPr/>
            <p:nvPr/>
          </p:nvSpPr>
          <p:spPr>
            <a:xfrm>
              <a:off x="4822125" y="3782150"/>
              <a:ext cx="13175" cy="62725"/>
            </a:xfrm>
            <a:custGeom>
              <a:avLst/>
              <a:gdLst/>
              <a:ahLst/>
              <a:cxnLst/>
              <a:rect l="l" t="t" r="r" b="b"/>
              <a:pathLst>
                <a:path w="527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6"/>
            <p:cNvSpPr/>
            <p:nvPr/>
          </p:nvSpPr>
          <p:spPr>
            <a:xfrm>
              <a:off x="4861525" y="380547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1"/>
                  </a:moveTo>
                  <a:lnTo>
                    <a:pt x="0" y="176"/>
                  </a:lnTo>
                  <a:lnTo>
                    <a:pt x="350" y="176"/>
                  </a:lnTo>
                  <a:lnTo>
                    <a:pt x="350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6"/>
            <p:cNvSpPr/>
            <p:nvPr/>
          </p:nvSpPr>
          <p:spPr>
            <a:xfrm>
              <a:off x="4580025" y="3754425"/>
              <a:ext cx="32125" cy="65675"/>
            </a:xfrm>
            <a:custGeom>
              <a:avLst/>
              <a:gdLst/>
              <a:ahLst/>
              <a:cxnLst/>
              <a:rect l="l" t="t" r="r" b="b"/>
              <a:pathLst>
                <a:path w="1285" h="2627" extrusionOk="0">
                  <a:moveTo>
                    <a:pt x="526" y="176"/>
                  </a:moveTo>
                  <a:lnTo>
                    <a:pt x="643" y="234"/>
                  </a:lnTo>
                  <a:lnTo>
                    <a:pt x="876" y="468"/>
                  </a:lnTo>
                  <a:lnTo>
                    <a:pt x="1051" y="759"/>
                  </a:lnTo>
                  <a:lnTo>
                    <a:pt x="1109" y="1168"/>
                  </a:lnTo>
                  <a:lnTo>
                    <a:pt x="1168" y="1576"/>
                  </a:lnTo>
                  <a:lnTo>
                    <a:pt x="1109" y="2043"/>
                  </a:lnTo>
                  <a:lnTo>
                    <a:pt x="993" y="2334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3"/>
                  </a:lnTo>
                  <a:lnTo>
                    <a:pt x="409" y="2218"/>
                  </a:lnTo>
                  <a:lnTo>
                    <a:pt x="293" y="1926"/>
                  </a:lnTo>
                  <a:lnTo>
                    <a:pt x="176" y="1518"/>
                  </a:lnTo>
                  <a:lnTo>
                    <a:pt x="118" y="993"/>
                  </a:lnTo>
                  <a:lnTo>
                    <a:pt x="176" y="584"/>
                  </a:lnTo>
                  <a:lnTo>
                    <a:pt x="293" y="293"/>
                  </a:lnTo>
                  <a:lnTo>
                    <a:pt x="351" y="234"/>
                  </a:lnTo>
                  <a:lnTo>
                    <a:pt x="409" y="176"/>
                  </a:lnTo>
                  <a:close/>
                  <a:moveTo>
                    <a:pt x="409" y="1"/>
                  </a:moveTo>
                  <a:lnTo>
                    <a:pt x="293" y="59"/>
                  </a:lnTo>
                  <a:lnTo>
                    <a:pt x="176" y="118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643" y="2568"/>
                  </a:lnTo>
                  <a:lnTo>
                    <a:pt x="759" y="2626"/>
                  </a:lnTo>
                  <a:lnTo>
                    <a:pt x="993" y="2626"/>
                  </a:lnTo>
                  <a:lnTo>
                    <a:pt x="1109" y="2509"/>
                  </a:lnTo>
                  <a:lnTo>
                    <a:pt x="1168" y="2393"/>
                  </a:lnTo>
                  <a:lnTo>
                    <a:pt x="1226" y="2218"/>
                  </a:lnTo>
                  <a:lnTo>
                    <a:pt x="1284" y="1693"/>
                  </a:lnTo>
                  <a:lnTo>
                    <a:pt x="1284" y="1109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643" y="118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6"/>
            <p:cNvSpPr/>
            <p:nvPr/>
          </p:nvSpPr>
          <p:spPr>
            <a:xfrm>
              <a:off x="4625250" y="37792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350" y="176"/>
                  </a:lnTo>
                  <a:lnTo>
                    <a:pt x="409" y="176"/>
                  </a:lnTo>
                  <a:lnTo>
                    <a:pt x="350" y="2451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4664625" y="38025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8"/>
                  </a:lnTo>
                  <a:lnTo>
                    <a:pt x="59" y="233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4704000" y="38259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1" y="175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4736100" y="3846325"/>
              <a:ext cx="33550" cy="64200"/>
            </a:xfrm>
            <a:custGeom>
              <a:avLst/>
              <a:gdLst/>
              <a:ahLst/>
              <a:cxnLst/>
              <a:rect l="l" t="t" r="r" b="b"/>
              <a:pathLst>
                <a:path w="1342" h="2568" extrusionOk="0">
                  <a:moveTo>
                    <a:pt x="583" y="117"/>
                  </a:moveTo>
                  <a:lnTo>
                    <a:pt x="700" y="175"/>
                  </a:lnTo>
                  <a:lnTo>
                    <a:pt x="933" y="409"/>
                  </a:lnTo>
                  <a:lnTo>
                    <a:pt x="1050" y="700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0" y="2275"/>
                  </a:lnTo>
                  <a:lnTo>
                    <a:pt x="992" y="2392"/>
                  </a:lnTo>
                  <a:lnTo>
                    <a:pt x="933" y="2450"/>
                  </a:lnTo>
                  <a:lnTo>
                    <a:pt x="817" y="2450"/>
                  </a:lnTo>
                  <a:lnTo>
                    <a:pt x="700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233" y="1459"/>
                  </a:lnTo>
                  <a:lnTo>
                    <a:pt x="175" y="992"/>
                  </a:lnTo>
                  <a:lnTo>
                    <a:pt x="233" y="584"/>
                  </a:lnTo>
                  <a:lnTo>
                    <a:pt x="350" y="292"/>
                  </a:lnTo>
                  <a:lnTo>
                    <a:pt x="408" y="175"/>
                  </a:lnTo>
                  <a:lnTo>
                    <a:pt x="467" y="117"/>
                  </a:lnTo>
                  <a:close/>
                  <a:moveTo>
                    <a:pt x="350" y="0"/>
                  </a:moveTo>
                  <a:lnTo>
                    <a:pt x="233" y="58"/>
                  </a:lnTo>
                  <a:lnTo>
                    <a:pt x="175" y="175"/>
                  </a:lnTo>
                  <a:lnTo>
                    <a:pt x="58" y="350"/>
                  </a:lnTo>
                  <a:lnTo>
                    <a:pt x="58" y="584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233" y="1984"/>
                  </a:lnTo>
                  <a:lnTo>
                    <a:pt x="408" y="2275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3" y="2159"/>
                  </a:lnTo>
                  <a:lnTo>
                    <a:pt x="1342" y="1634"/>
                  </a:lnTo>
                  <a:lnTo>
                    <a:pt x="1283" y="1050"/>
                  </a:lnTo>
                  <a:lnTo>
                    <a:pt x="1167" y="584"/>
                  </a:lnTo>
                  <a:lnTo>
                    <a:pt x="992" y="292"/>
                  </a:lnTo>
                  <a:lnTo>
                    <a:pt x="700" y="5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6"/>
            <p:cNvSpPr/>
            <p:nvPr/>
          </p:nvSpPr>
          <p:spPr>
            <a:xfrm>
              <a:off x="4782750" y="3871100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1" y="1"/>
                  </a:moveTo>
                  <a:lnTo>
                    <a:pt x="1" y="176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4814850" y="38915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0" y="176"/>
                  </a:moveTo>
                  <a:lnTo>
                    <a:pt x="934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176"/>
                  </a:lnTo>
                  <a:close/>
                  <a:moveTo>
                    <a:pt x="350" y="1"/>
                  </a:moveTo>
                  <a:lnTo>
                    <a:pt x="234" y="59"/>
                  </a:lnTo>
                  <a:lnTo>
                    <a:pt x="117" y="176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4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4854225" y="39134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0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1" y="2334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4578575" y="38652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67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634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451"/>
                  </a:lnTo>
                  <a:lnTo>
                    <a:pt x="701" y="2451"/>
                  </a:lnTo>
                  <a:lnTo>
                    <a:pt x="467" y="2217"/>
                  </a:lnTo>
                  <a:lnTo>
                    <a:pt x="292" y="1926"/>
                  </a:lnTo>
                  <a:lnTo>
                    <a:pt x="234" y="1517"/>
                  </a:lnTo>
                  <a:lnTo>
                    <a:pt x="176" y="1051"/>
                  </a:lnTo>
                  <a:lnTo>
                    <a:pt x="234" y="584"/>
                  </a:lnTo>
                  <a:lnTo>
                    <a:pt x="351" y="351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76"/>
                  </a:lnTo>
                  <a:lnTo>
                    <a:pt x="234" y="2042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4617950" y="388860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1" y="2334"/>
                  </a:lnTo>
                  <a:lnTo>
                    <a:pt x="992" y="2393"/>
                  </a:lnTo>
                  <a:lnTo>
                    <a:pt x="876" y="2451"/>
                  </a:lnTo>
                  <a:lnTo>
                    <a:pt x="817" y="2451"/>
                  </a:lnTo>
                  <a:lnTo>
                    <a:pt x="701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234" y="1459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292" y="293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351" y="1"/>
                  </a:moveTo>
                  <a:lnTo>
                    <a:pt x="234" y="118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7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92" y="293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4664625" y="39134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1" y="1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4696700" y="39338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8" y="1109"/>
                  </a:lnTo>
                  <a:lnTo>
                    <a:pt x="1168" y="1576"/>
                  </a:lnTo>
                  <a:lnTo>
                    <a:pt x="1168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876" y="2451"/>
                  </a:lnTo>
                  <a:lnTo>
                    <a:pt x="818" y="2451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3" y="292"/>
                  </a:lnTo>
                  <a:lnTo>
                    <a:pt x="409" y="234"/>
                  </a:lnTo>
                  <a:lnTo>
                    <a:pt x="468" y="175"/>
                  </a:lnTo>
                  <a:close/>
                  <a:moveTo>
                    <a:pt x="468" y="0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818" y="2626"/>
                  </a:lnTo>
                  <a:lnTo>
                    <a:pt x="1051" y="2626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34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4736100" y="3957150"/>
              <a:ext cx="33550" cy="65675"/>
            </a:xfrm>
            <a:custGeom>
              <a:avLst/>
              <a:gdLst/>
              <a:ahLst/>
              <a:cxnLst/>
              <a:rect l="l" t="t" r="r" b="b"/>
              <a:pathLst>
                <a:path w="1342" h="2627" extrusionOk="0">
                  <a:moveTo>
                    <a:pt x="700" y="176"/>
                  </a:moveTo>
                  <a:lnTo>
                    <a:pt x="933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758" y="2451"/>
                  </a:lnTo>
                  <a:lnTo>
                    <a:pt x="642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3"/>
                  </a:lnTo>
                  <a:lnTo>
                    <a:pt x="233" y="584"/>
                  </a:lnTo>
                  <a:lnTo>
                    <a:pt x="292" y="293"/>
                  </a:lnTo>
                  <a:lnTo>
                    <a:pt x="408" y="176"/>
                  </a:lnTo>
                  <a:close/>
                  <a:moveTo>
                    <a:pt x="350" y="1"/>
                  </a:moveTo>
                  <a:lnTo>
                    <a:pt x="233" y="59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8" y="1518"/>
                  </a:lnTo>
                  <a:lnTo>
                    <a:pt x="233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3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3" y="2159"/>
                  </a:lnTo>
                  <a:lnTo>
                    <a:pt x="1342" y="1634"/>
                  </a:lnTo>
                  <a:lnTo>
                    <a:pt x="1283" y="1051"/>
                  </a:lnTo>
                  <a:lnTo>
                    <a:pt x="1167" y="643"/>
                  </a:lnTo>
                  <a:lnTo>
                    <a:pt x="933" y="293"/>
                  </a:lnTo>
                  <a:lnTo>
                    <a:pt x="700" y="59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4775475" y="3979025"/>
              <a:ext cx="33550" cy="65675"/>
            </a:xfrm>
            <a:custGeom>
              <a:avLst/>
              <a:gdLst/>
              <a:ahLst/>
              <a:cxnLst/>
              <a:rect l="l" t="t" r="r" b="b"/>
              <a:pathLst>
                <a:path w="1342" h="2627" extrusionOk="0">
                  <a:moveTo>
                    <a:pt x="584" y="176"/>
                  </a:moveTo>
                  <a:lnTo>
                    <a:pt x="700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67" y="1168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0" y="2334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0" y="118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4814850" y="40023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5"/>
                  </a:moveTo>
                  <a:lnTo>
                    <a:pt x="875" y="409"/>
                  </a:lnTo>
                  <a:lnTo>
                    <a:pt x="1050" y="700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0" y="2275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175"/>
                  </a:lnTo>
                  <a:close/>
                  <a:moveTo>
                    <a:pt x="292" y="0"/>
                  </a:moveTo>
                  <a:lnTo>
                    <a:pt x="234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4854225" y="40242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642" y="234"/>
                  </a:lnTo>
                  <a:lnTo>
                    <a:pt x="875" y="467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92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926"/>
                  </a:lnTo>
                  <a:lnTo>
                    <a:pt x="175" y="1517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5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117"/>
                  </a:lnTo>
                  <a:lnTo>
                    <a:pt x="584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4578575" y="39775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17"/>
                  </a:moveTo>
                  <a:lnTo>
                    <a:pt x="701" y="176"/>
                  </a:lnTo>
                  <a:lnTo>
                    <a:pt x="934" y="409"/>
                  </a:lnTo>
                  <a:lnTo>
                    <a:pt x="1051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1" y="2276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176"/>
                  </a:lnTo>
                  <a:lnTo>
                    <a:pt x="467" y="117"/>
                  </a:lnTo>
                  <a:close/>
                  <a:moveTo>
                    <a:pt x="351" y="1"/>
                  </a:moveTo>
                  <a:lnTo>
                    <a:pt x="234" y="59"/>
                  </a:lnTo>
                  <a:lnTo>
                    <a:pt x="117" y="176"/>
                  </a:lnTo>
                  <a:lnTo>
                    <a:pt x="59" y="351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276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584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4623800" y="4002375"/>
              <a:ext cx="14600" cy="61275"/>
            </a:xfrm>
            <a:custGeom>
              <a:avLst/>
              <a:gdLst/>
              <a:ahLst/>
              <a:cxnLst/>
              <a:rect l="l" t="t" r="r" b="b"/>
              <a:pathLst>
                <a:path w="584" h="2451" extrusionOk="0">
                  <a:moveTo>
                    <a:pt x="0" y="0"/>
                  </a:moveTo>
                  <a:lnTo>
                    <a:pt x="58" y="175"/>
                  </a:lnTo>
                  <a:lnTo>
                    <a:pt x="408" y="175"/>
                  </a:lnTo>
                  <a:lnTo>
                    <a:pt x="408" y="2392"/>
                  </a:lnTo>
                  <a:lnTo>
                    <a:pt x="583" y="2451"/>
                  </a:lnTo>
                  <a:lnTo>
                    <a:pt x="583" y="59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4663175" y="4024250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84" y="2509"/>
                  </a:lnTo>
                  <a:lnTo>
                    <a:pt x="584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4696700" y="40446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643" y="233"/>
                  </a:lnTo>
                  <a:lnTo>
                    <a:pt x="876" y="408"/>
                  </a:lnTo>
                  <a:lnTo>
                    <a:pt x="1051" y="759"/>
                  </a:lnTo>
                  <a:lnTo>
                    <a:pt x="1168" y="1167"/>
                  </a:lnTo>
                  <a:lnTo>
                    <a:pt x="1168" y="1575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925"/>
                  </a:lnTo>
                  <a:lnTo>
                    <a:pt x="176" y="1517"/>
                  </a:lnTo>
                  <a:lnTo>
                    <a:pt x="176" y="992"/>
                  </a:lnTo>
                  <a:lnTo>
                    <a:pt x="176" y="583"/>
                  </a:lnTo>
                  <a:lnTo>
                    <a:pt x="293" y="292"/>
                  </a:lnTo>
                  <a:lnTo>
                    <a:pt x="351" y="233"/>
                  </a:lnTo>
                  <a:lnTo>
                    <a:pt x="468" y="175"/>
                  </a:lnTo>
                  <a:close/>
                  <a:moveTo>
                    <a:pt x="409" y="0"/>
                  </a:moveTo>
                  <a:lnTo>
                    <a:pt x="293" y="58"/>
                  </a:lnTo>
                  <a:lnTo>
                    <a:pt x="234" y="117"/>
                  </a:lnTo>
                  <a:lnTo>
                    <a:pt x="118" y="233"/>
                  </a:lnTo>
                  <a:lnTo>
                    <a:pt x="59" y="408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818" y="2625"/>
                  </a:lnTo>
                  <a:lnTo>
                    <a:pt x="1051" y="2625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84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4741925" y="4069450"/>
              <a:ext cx="14600" cy="62750"/>
            </a:xfrm>
            <a:custGeom>
              <a:avLst/>
              <a:gdLst/>
              <a:ahLst/>
              <a:cxnLst/>
              <a:rect l="l" t="t" r="r" b="b"/>
              <a:pathLst>
                <a:path w="584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451"/>
                  </a:lnTo>
                  <a:lnTo>
                    <a:pt x="525" y="2509"/>
                  </a:lnTo>
                  <a:lnTo>
                    <a:pt x="584" y="118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4775475" y="408987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09" y="1167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1050" y="2334"/>
                  </a:lnTo>
                  <a:lnTo>
                    <a:pt x="992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926"/>
                  </a:lnTo>
                  <a:lnTo>
                    <a:pt x="175" y="1517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351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1050" y="2626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117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4814850" y="41132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5" y="175"/>
                  </a:moveTo>
                  <a:lnTo>
                    <a:pt x="642" y="233"/>
                  </a:lnTo>
                  <a:lnTo>
                    <a:pt x="875" y="408"/>
                  </a:lnTo>
                  <a:lnTo>
                    <a:pt x="1050" y="758"/>
                  </a:lnTo>
                  <a:lnTo>
                    <a:pt x="1109" y="1108"/>
                  </a:lnTo>
                  <a:lnTo>
                    <a:pt x="1167" y="1575"/>
                  </a:lnTo>
                  <a:lnTo>
                    <a:pt x="1109" y="1983"/>
                  </a:lnTo>
                  <a:lnTo>
                    <a:pt x="1050" y="2334"/>
                  </a:lnTo>
                  <a:lnTo>
                    <a:pt x="934" y="2392"/>
                  </a:lnTo>
                  <a:lnTo>
                    <a:pt x="875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5" y="1458"/>
                  </a:lnTo>
                  <a:lnTo>
                    <a:pt x="175" y="992"/>
                  </a:lnTo>
                  <a:lnTo>
                    <a:pt x="175" y="583"/>
                  </a:lnTo>
                  <a:lnTo>
                    <a:pt x="292" y="292"/>
                  </a:lnTo>
                  <a:lnTo>
                    <a:pt x="350" y="233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175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0" y="642"/>
                  </a:lnTo>
                  <a:lnTo>
                    <a:pt x="0" y="933"/>
                  </a:lnTo>
                  <a:lnTo>
                    <a:pt x="59" y="1517"/>
                  </a:lnTo>
                  <a:lnTo>
                    <a:pt x="175" y="1983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625"/>
                  </a:lnTo>
                  <a:lnTo>
                    <a:pt x="934" y="2625"/>
                  </a:lnTo>
                  <a:lnTo>
                    <a:pt x="1050" y="2567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159"/>
                  </a:lnTo>
                  <a:lnTo>
                    <a:pt x="1342" y="1633"/>
                  </a:lnTo>
                  <a:lnTo>
                    <a:pt x="1284" y="1108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8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4860050" y="41380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4578575" y="40884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5"/>
                  </a:moveTo>
                  <a:lnTo>
                    <a:pt x="876" y="409"/>
                  </a:lnTo>
                  <a:lnTo>
                    <a:pt x="1051" y="700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1" y="2275"/>
                  </a:lnTo>
                  <a:lnTo>
                    <a:pt x="992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5"/>
                  </a:lnTo>
                  <a:close/>
                  <a:moveTo>
                    <a:pt x="292" y="0"/>
                  </a:moveTo>
                  <a:lnTo>
                    <a:pt x="234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4623800" y="41132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8" y="0"/>
                  </a:moveTo>
                  <a:lnTo>
                    <a:pt x="0" y="58"/>
                  </a:lnTo>
                  <a:lnTo>
                    <a:pt x="58" y="175"/>
                  </a:lnTo>
                  <a:lnTo>
                    <a:pt x="408" y="175"/>
                  </a:lnTo>
                  <a:lnTo>
                    <a:pt x="408" y="2392"/>
                  </a:lnTo>
                  <a:lnTo>
                    <a:pt x="525" y="2509"/>
                  </a:lnTo>
                  <a:lnTo>
                    <a:pt x="525" y="58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4663175" y="41351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8"/>
                  </a:lnTo>
                  <a:lnTo>
                    <a:pt x="58" y="233"/>
                  </a:lnTo>
                  <a:lnTo>
                    <a:pt x="409" y="175"/>
                  </a:lnTo>
                  <a:lnTo>
                    <a:pt x="409" y="2450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4702550" y="41584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4736100" y="417885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5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8" y="1109"/>
                  </a:lnTo>
                  <a:lnTo>
                    <a:pt x="1167" y="1575"/>
                  </a:lnTo>
                  <a:lnTo>
                    <a:pt x="1108" y="1984"/>
                  </a:lnTo>
                  <a:lnTo>
                    <a:pt x="1050" y="2334"/>
                  </a:lnTo>
                  <a:lnTo>
                    <a:pt x="933" y="2392"/>
                  </a:lnTo>
                  <a:lnTo>
                    <a:pt x="875" y="2450"/>
                  </a:lnTo>
                  <a:lnTo>
                    <a:pt x="758" y="2450"/>
                  </a:lnTo>
                  <a:lnTo>
                    <a:pt x="642" y="2392"/>
                  </a:lnTo>
                  <a:lnTo>
                    <a:pt x="408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175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758" y="2625"/>
                  </a:lnTo>
                  <a:lnTo>
                    <a:pt x="933" y="2625"/>
                  </a:lnTo>
                  <a:lnTo>
                    <a:pt x="1050" y="2567"/>
                  </a:lnTo>
                  <a:lnTo>
                    <a:pt x="1108" y="2509"/>
                  </a:lnTo>
                  <a:lnTo>
                    <a:pt x="1225" y="2392"/>
                  </a:lnTo>
                  <a:lnTo>
                    <a:pt x="1283" y="2159"/>
                  </a:lnTo>
                  <a:lnTo>
                    <a:pt x="1283" y="1634"/>
                  </a:lnTo>
                  <a:lnTo>
                    <a:pt x="1283" y="1109"/>
                  </a:lnTo>
                  <a:lnTo>
                    <a:pt x="1108" y="642"/>
                  </a:lnTo>
                  <a:lnTo>
                    <a:pt x="933" y="292"/>
                  </a:lnTo>
                  <a:lnTo>
                    <a:pt x="700" y="5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4775475" y="420072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5"/>
                  </a:moveTo>
                  <a:lnTo>
                    <a:pt x="642" y="234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09" y="1167"/>
                  </a:lnTo>
                  <a:lnTo>
                    <a:pt x="1167" y="1634"/>
                  </a:lnTo>
                  <a:lnTo>
                    <a:pt x="1109" y="2042"/>
                  </a:lnTo>
                  <a:lnTo>
                    <a:pt x="1050" y="2334"/>
                  </a:lnTo>
                  <a:lnTo>
                    <a:pt x="934" y="2450"/>
                  </a:lnTo>
                  <a:lnTo>
                    <a:pt x="642" y="2450"/>
                  </a:lnTo>
                  <a:lnTo>
                    <a:pt x="409" y="2217"/>
                  </a:lnTo>
                  <a:lnTo>
                    <a:pt x="292" y="1925"/>
                  </a:lnTo>
                  <a:lnTo>
                    <a:pt x="175" y="1517"/>
                  </a:lnTo>
                  <a:lnTo>
                    <a:pt x="117" y="1050"/>
                  </a:lnTo>
                  <a:lnTo>
                    <a:pt x="175" y="584"/>
                  </a:lnTo>
                  <a:lnTo>
                    <a:pt x="292" y="350"/>
                  </a:lnTo>
                  <a:lnTo>
                    <a:pt x="350" y="234"/>
                  </a:lnTo>
                  <a:lnTo>
                    <a:pt x="467" y="175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175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75"/>
                  </a:lnTo>
                  <a:lnTo>
                    <a:pt x="175" y="2042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5"/>
                  </a:lnTo>
                  <a:lnTo>
                    <a:pt x="992" y="2625"/>
                  </a:lnTo>
                  <a:lnTo>
                    <a:pt x="1109" y="2567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350"/>
                  </a:lnTo>
                  <a:lnTo>
                    <a:pt x="642" y="117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4820675" y="422697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4860050" y="424885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351" y="175"/>
                  </a:lnTo>
                  <a:lnTo>
                    <a:pt x="409" y="175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4578575" y="419925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642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17" y="993"/>
                  </a:lnTo>
                  <a:lnTo>
                    <a:pt x="176" y="584"/>
                  </a:lnTo>
                  <a:lnTo>
                    <a:pt x="292" y="293"/>
                  </a:lnTo>
                  <a:lnTo>
                    <a:pt x="351" y="234"/>
                  </a:lnTo>
                  <a:lnTo>
                    <a:pt x="467" y="176"/>
                  </a:lnTo>
                  <a:close/>
                  <a:moveTo>
                    <a:pt x="292" y="1"/>
                  </a:moveTo>
                  <a:lnTo>
                    <a:pt x="176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09" y="2509"/>
                  </a:lnTo>
                  <a:lnTo>
                    <a:pt x="1226" y="2393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6"/>
            <p:cNvSpPr/>
            <p:nvPr/>
          </p:nvSpPr>
          <p:spPr>
            <a:xfrm>
              <a:off x="4623800" y="42240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8" y="1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8" y="176"/>
                  </a:lnTo>
                  <a:lnTo>
                    <a:pt x="408" y="2393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4663175" y="42474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58" y="175"/>
                  </a:lnTo>
                  <a:lnTo>
                    <a:pt x="409" y="117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5" y="2450"/>
                  </a:lnTo>
                  <a:lnTo>
                    <a:pt x="525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4696700" y="4267800"/>
              <a:ext cx="32125" cy="64200"/>
            </a:xfrm>
            <a:custGeom>
              <a:avLst/>
              <a:gdLst/>
              <a:ahLst/>
              <a:cxnLst/>
              <a:rect l="l" t="t" r="r" b="b"/>
              <a:pathLst>
                <a:path w="1285" h="2568" extrusionOk="0">
                  <a:moveTo>
                    <a:pt x="526" y="118"/>
                  </a:moveTo>
                  <a:lnTo>
                    <a:pt x="643" y="176"/>
                  </a:ln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993" y="2276"/>
                  </a:lnTo>
                  <a:lnTo>
                    <a:pt x="934" y="2393"/>
                  </a:lnTo>
                  <a:lnTo>
                    <a:pt x="643" y="2393"/>
                  </a:lnTo>
                  <a:lnTo>
                    <a:pt x="409" y="2159"/>
                  </a:lnTo>
                  <a:lnTo>
                    <a:pt x="293" y="1868"/>
                  </a:lnTo>
                  <a:lnTo>
                    <a:pt x="176" y="1459"/>
                  </a:lnTo>
                  <a:lnTo>
                    <a:pt x="118" y="993"/>
                  </a:lnTo>
                  <a:lnTo>
                    <a:pt x="176" y="584"/>
                  </a:lnTo>
                  <a:lnTo>
                    <a:pt x="293" y="293"/>
                  </a:lnTo>
                  <a:lnTo>
                    <a:pt x="351" y="176"/>
                  </a:lnTo>
                  <a:lnTo>
                    <a:pt x="409" y="118"/>
                  </a:lnTo>
                  <a:close/>
                  <a:moveTo>
                    <a:pt x="293" y="1"/>
                  </a:moveTo>
                  <a:lnTo>
                    <a:pt x="176" y="59"/>
                  </a:lnTo>
                  <a:lnTo>
                    <a:pt x="118" y="176"/>
                  </a:lnTo>
                  <a:lnTo>
                    <a:pt x="59" y="351"/>
                  </a:lnTo>
                  <a:lnTo>
                    <a:pt x="1" y="584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351" y="2276"/>
                  </a:lnTo>
                  <a:lnTo>
                    <a:pt x="643" y="2509"/>
                  </a:lnTo>
                  <a:lnTo>
                    <a:pt x="759" y="2568"/>
                  </a:lnTo>
                  <a:lnTo>
                    <a:pt x="993" y="2568"/>
                  </a:lnTo>
                  <a:lnTo>
                    <a:pt x="1109" y="2509"/>
                  </a:lnTo>
                  <a:lnTo>
                    <a:pt x="1168" y="2334"/>
                  </a:lnTo>
                  <a:lnTo>
                    <a:pt x="1226" y="2159"/>
                  </a:lnTo>
                  <a:lnTo>
                    <a:pt x="1284" y="1634"/>
                  </a:lnTo>
                  <a:lnTo>
                    <a:pt x="1284" y="1051"/>
                  </a:lnTo>
                  <a:lnTo>
                    <a:pt x="1109" y="584"/>
                  </a:lnTo>
                  <a:lnTo>
                    <a:pt x="934" y="293"/>
                  </a:lnTo>
                  <a:lnTo>
                    <a:pt x="643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4741925" y="42926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1"/>
                  </a:moveTo>
                  <a:lnTo>
                    <a:pt x="59" y="176"/>
                  </a:lnTo>
                  <a:lnTo>
                    <a:pt x="350" y="176"/>
                  </a:lnTo>
                  <a:lnTo>
                    <a:pt x="350" y="2392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4781300" y="43144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4820675" y="433782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1" y="175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450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4852775" y="435822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700" y="176"/>
                  </a:moveTo>
                  <a:lnTo>
                    <a:pt x="933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700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233" y="1459"/>
                  </a:lnTo>
                  <a:lnTo>
                    <a:pt x="175" y="993"/>
                  </a:lnTo>
                  <a:lnTo>
                    <a:pt x="233" y="584"/>
                  </a:lnTo>
                  <a:lnTo>
                    <a:pt x="350" y="292"/>
                  </a:lnTo>
                  <a:lnTo>
                    <a:pt x="408" y="176"/>
                  </a:lnTo>
                  <a:close/>
                  <a:moveTo>
                    <a:pt x="350" y="1"/>
                  </a:moveTo>
                  <a:lnTo>
                    <a:pt x="233" y="59"/>
                  </a:lnTo>
                  <a:lnTo>
                    <a:pt x="175" y="234"/>
                  </a:lnTo>
                  <a:lnTo>
                    <a:pt x="58" y="409"/>
                  </a:lnTo>
                  <a:lnTo>
                    <a:pt x="58" y="643"/>
                  </a:lnTo>
                  <a:lnTo>
                    <a:pt x="0" y="934"/>
                  </a:lnTo>
                  <a:lnTo>
                    <a:pt x="58" y="1518"/>
                  </a:lnTo>
                  <a:lnTo>
                    <a:pt x="233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3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3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4578575" y="431010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6" y="176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992" y="2334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34" y="1867"/>
                  </a:lnTo>
                  <a:lnTo>
                    <a:pt x="176" y="1459"/>
                  </a:lnTo>
                  <a:lnTo>
                    <a:pt x="117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09" y="176"/>
                  </a:lnTo>
                  <a:close/>
                  <a:moveTo>
                    <a:pt x="292" y="1"/>
                  </a:move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1" y="1517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876" y="2626"/>
                  </a:lnTo>
                  <a:lnTo>
                    <a:pt x="992" y="2568"/>
                  </a:lnTo>
                  <a:lnTo>
                    <a:pt x="1109" y="2509"/>
                  </a:lnTo>
                  <a:lnTo>
                    <a:pt x="1167" y="2392"/>
                  </a:lnTo>
                  <a:lnTo>
                    <a:pt x="1226" y="2217"/>
                  </a:lnTo>
                  <a:lnTo>
                    <a:pt x="1284" y="1634"/>
                  </a:lnTo>
                  <a:lnTo>
                    <a:pt x="1226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4623800" y="43349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8" y="0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4663175" y="435822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1"/>
                  </a:moveTo>
                  <a:lnTo>
                    <a:pt x="0" y="176"/>
                  </a:lnTo>
                  <a:lnTo>
                    <a:pt x="350" y="176"/>
                  </a:lnTo>
                  <a:lnTo>
                    <a:pt x="350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4695250" y="43786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6"/>
                  </a:moveTo>
                  <a:lnTo>
                    <a:pt x="934" y="409"/>
                  </a:lnTo>
                  <a:lnTo>
                    <a:pt x="1051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1" y="2276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817" y="2451"/>
                  </a:lnTo>
                  <a:lnTo>
                    <a:pt x="701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351" y="292"/>
                  </a:lnTo>
                  <a:lnTo>
                    <a:pt x="409" y="176"/>
                  </a:lnTo>
                  <a:close/>
                  <a:moveTo>
                    <a:pt x="351" y="1"/>
                  </a:moveTo>
                  <a:lnTo>
                    <a:pt x="234" y="59"/>
                  </a:lnTo>
                  <a:lnTo>
                    <a:pt x="176" y="176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4734625" y="44005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576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817" y="2451"/>
                  </a:lnTo>
                  <a:lnTo>
                    <a:pt x="701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4781300" y="44253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351" y="0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4813375" y="44457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3"/>
                  </a:lnTo>
                  <a:lnTo>
                    <a:pt x="934" y="467"/>
                  </a:lnTo>
                  <a:lnTo>
                    <a:pt x="1051" y="758"/>
                  </a:lnTo>
                  <a:lnTo>
                    <a:pt x="1168" y="1167"/>
                  </a:lnTo>
                  <a:lnTo>
                    <a:pt x="1168" y="1575"/>
                  </a:lnTo>
                  <a:lnTo>
                    <a:pt x="1168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876" y="2450"/>
                  </a:lnTo>
                  <a:lnTo>
                    <a:pt x="818" y="2450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925"/>
                  </a:lnTo>
                  <a:lnTo>
                    <a:pt x="176" y="1517"/>
                  </a:lnTo>
                  <a:lnTo>
                    <a:pt x="176" y="992"/>
                  </a:lnTo>
                  <a:lnTo>
                    <a:pt x="234" y="583"/>
                  </a:lnTo>
                  <a:lnTo>
                    <a:pt x="293" y="292"/>
                  </a:lnTo>
                  <a:lnTo>
                    <a:pt x="409" y="233"/>
                  </a:lnTo>
                  <a:lnTo>
                    <a:pt x="468" y="175"/>
                  </a:lnTo>
                  <a:close/>
                  <a:moveTo>
                    <a:pt x="468" y="0"/>
                  </a:moveTo>
                  <a:lnTo>
                    <a:pt x="351" y="58"/>
                  </a:lnTo>
                  <a:lnTo>
                    <a:pt x="234" y="117"/>
                  </a:lnTo>
                  <a:lnTo>
                    <a:pt x="118" y="233"/>
                  </a:lnTo>
                  <a:lnTo>
                    <a:pt x="59" y="408"/>
                  </a:lnTo>
                  <a:lnTo>
                    <a:pt x="1" y="642"/>
                  </a:lnTo>
                  <a:lnTo>
                    <a:pt x="1" y="933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818" y="2625"/>
                  </a:lnTo>
                  <a:lnTo>
                    <a:pt x="1051" y="2625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8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84" y="58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4858600" y="4470525"/>
              <a:ext cx="14600" cy="62750"/>
            </a:xfrm>
            <a:custGeom>
              <a:avLst/>
              <a:gdLst/>
              <a:ahLst/>
              <a:cxnLst/>
              <a:rect l="l" t="t" r="r" b="b"/>
              <a:pathLst>
                <a:path w="584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451"/>
                  </a:lnTo>
                  <a:lnTo>
                    <a:pt x="584" y="2509"/>
                  </a:lnTo>
                  <a:lnTo>
                    <a:pt x="584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4577125" y="442095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5"/>
                  </a:moveTo>
                  <a:lnTo>
                    <a:pt x="700" y="234"/>
                  </a:lnTo>
                  <a:lnTo>
                    <a:pt x="934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700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4623800" y="444575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350" y="0"/>
                  </a:moveTo>
                  <a:lnTo>
                    <a:pt x="0" y="58"/>
                  </a:lnTo>
                  <a:lnTo>
                    <a:pt x="0" y="233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4663175" y="446907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0" y="175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4701075" y="4490950"/>
              <a:ext cx="14625" cy="62750"/>
            </a:xfrm>
            <a:custGeom>
              <a:avLst/>
              <a:gdLst/>
              <a:ahLst/>
              <a:cxnLst/>
              <a:rect l="l" t="t" r="r" b="b"/>
              <a:pathLst>
                <a:path w="585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451"/>
                  </a:lnTo>
                  <a:lnTo>
                    <a:pt x="584" y="2509"/>
                  </a:lnTo>
                  <a:lnTo>
                    <a:pt x="584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4734625" y="45113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925"/>
                  </a:lnTo>
                  <a:lnTo>
                    <a:pt x="176" y="1517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1051" y="2625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4779850" y="4536175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9" y="0"/>
                  </a:moveTo>
                  <a:lnTo>
                    <a:pt x="0" y="58"/>
                  </a:lnTo>
                  <a:lnTo>
                    <a:pt x="59" y="233"/>
                  </a:lnTo>
                  <a:lnTo>
                    <a:pt x="409" y="175"/>
                  </a:lnTo>
                  <a:lnTo>
                    <a:pt x="409" y="2450"/>
                  </a:lnTo>
                  <a:lnTo>
                    <a:pt x="584" y="2509"/>
                  </a:lnTo>
                  <a:lnTo>
                    <a:pt x="584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4813375" y="45565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643" y="234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09" y="1168"/>
                  </a:lnTo>
                  <a:lnTo>
                    <a:pt x="1168" y="1634"/>
                  </a:lnTo>
                  <a:lnTo>
                    <a:pt x="1109" y="2043"/>
                  </a:lnTo>
                  <a:lnTo>
                    <a:pt x="1051" y="2334"/>
                  </a:lnTo>
                  <a:lnTo>
                    <a:pt x="993" y="2451"/>
                  </a:lnTo>
                  <a:lnTo>
                    <a:pt x="643" y="2451"/>
                  </a:lnTo>
                  <a:lnTo>
                    <a:pt x="468" y="2218"/>
                  </a:lnTo>
                  <a:lnTo>
                    <a:pt x="293" y="1926"/>
                  </a:lnTo>
                  <a:lnTo>
                    <a:pt x="176" y="1518"/>
                  </a:lnTo>
                  <a:lnTo>
                    <a:pt x="176" y="1051"/>
                  </a:lnTo>
                  <a:lnTo>
                    <a:pt x="176" y="584"/>
                  </a:lnTo>
                  <a:lnTo>
                    <a:pt x="293" y="351"/>
                  </a:lnTo>
                  <a:lnTo>
                    <a:pt x="351" y="234"/>
                  </a:lnTo>
                  <a:lnTo>
                    <a:pt x="468" y="176"/>
                  </a:lnTo>
                  <a:close/>
                  <a:moveTo>
                    <a:pt x="409" y="1"/>
                  </a:moveTo>
                  <a:lnTo>
                    <a:pt x="293" y="59"/>
                  </a:ln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76"/>
                  </a:lnTo>
                  <a:lnTo>
                    <a:pt x="176" y="2043"/>
                  </a:lnTo>
                  <a:lnTo>
                    <a:pt x="409" y="2334"/>
                  </a:lnTo>
                  <a:lnTo>
                    <a:pt x="643" y="2568"/>
                  </a:lnTo>
                  <a:lnTo>
                    <a:pt x="818" y="2626"/>
                  </a:lnTo>
                  <a:lnTo>
                    <a:pt x="1051" y="2626"/>
                  </a:lnTo>
                  <a:lnTo>
                    <a:pt x="1109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3" y="1693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4852775" y="457992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25" y="175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758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233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758" y="2625"/>
                  </a:lnTo>
                  <a:lnTo>
                    <a:pt x="933" y="2625"/>
                  </a:lnTo>
                  <a:lnTo>
                    <a:pt x="1050" y="2567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3" y="292"/>
                  </a:lnTo>
                  <a:lnTo>
                    <a:pt x="700" y="5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3441000" y="67565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3" y="175"/>
                  </a:moveTo>
                  <a:lnTo>
                    <a:pt x="700" y="234"/>
                  </a:lnTo>
                  <a:lnTo>
                    <a:pt x="933" y="467"/>
                  </a:lnTo>
                  <a:lnTo>
                    <a:pt x="1050" y="759"/>
                  </a:lnTo>
                  <a:lnTo>
                    <a:pt x="1167" y="1167"/>
                  </a:lnTo>
                  <a:lnTo>
                    <a:pt x="1167" y="1576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700" y="2392"/>
                  </a:lnTo>
                  <a:lnTo>
                    <a:pt x="467" y="2217"/>
                  </a:lnTo>
                  <a:lnTo>
                    <a:pt x="292" y="1926"/>
                  </a:lnTo>
                  <a:lnTo>
                    <a:pt x="233" y="1517"/>
                  </a:lnTo>
                  <a:lnTo>
                    <a:pt x="175" y="992"/>
                  </a:lnTo>
                  <a:lnTo>
                    <a:pt x="233" y="584"/>
                  </a:lnTo>
                  <a:lnTo>
                    <a:pt x="292" y="292"/>
                  </a:lnTo>
                  <a:lnTo>
                    <a:pt x="408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9"/>
                  </a:lnTo>
                  <a:lnTo>
                    <a:pt x="233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58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233" y="1984"/>
                  </a:lnTo>
                  <a:lnTo>
                    <a:pt x="408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3" y="2217"/>
                  </a:lnTo>
                  <a:lnTo>
                    <a:pt x="1342" y="1692"/>
                  </a:lnTo>
                  <a:lnTo>
                    <a:pt x="1283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117"/>
                  </a:lnTo>
                  <a:lnTo>
                    <a:pt x="583" y="5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3487650" y="70045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351" y="0"/>
                  </a:moveTo>
                  <a:lnTo>
                    <a:pt x="1" y="58"/>
                  </a:lnTo>
                  <a:lnTo>
                    <a:pt x="1" y="233"/>
                  </a:lnTo>
                  <a:lnTo>
                    <a:pt x="351" y="175"/>
                  </a:lnTo>
                  <a:lnTo>
                    <a:pt x="351" y="2450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3519750" y="72085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0" y="234"/>
                  </a:lnTo>
                  <a:lnTo>
                    <a:pt x="934" y="468"/>
                  </a:lnTo>
                  <a:lnTo>
                    <a:pt x="1050" y="759"/>
                  </a:lnTo>
                  <a:lnTo>
                    <a:pt x="1167" y="1168"/>
                  </a:lnTo>
                  <a:lnTo>
                    <a:pt x="1167" y="1634"/>
                  </a:lnTo>
                  <a:lnTo>
                    <a:pt x="1167" y="2043"/>
                  </a:lnTo>
                  <a:lnTo>
                    <a:pt x="1050" y="2334"/>
                  </a:lnTo>
                  <a:lnTo>
                    <a:pt x="992" y="2451"/>
                  </a:lnTo>
                  <a:lnTo>
                    <a:pt x="642" y="2451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175" y="1518"/>
                  </a:lnTo>
                  <a:lnTo>
                    <a:pt x="175" y="1051"/>
                  </a:lnTo>
                  <a:lnTo>
                    <a:pt x="234" y="584"/>
                  </a:lnTo>
                  <a:lnTo>
                    <a:pt x="292" y="351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76"/>
                  </a:lnTo>
                  <a:lnTo>
                    <a:pt x="234" y="2043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0" y="118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3559125" y="7442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0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350" y="0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625"/>
                  </a:lnTo>
                  <a:lnTo>
                    <a:pt x="934" y="2625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3604325" y="769000"/>
              <a:ext cx="14625" cy="62725"/>
            </a:xfrm>
            <a:custGeom>
              <a:avLst/>
              <a:gdLst/>
              <a:ahLst/>
              <a:cxnLst/>
              <a:rect l="l" t="t" r="r" b="b"/>
              <a:pathLst>
                <a:path w="585" h="2509" extrusionOk="0">
                  <a:moveTo>
                    <a:pt x="409" y="0"/>
                  </a:moveTo>
                  <a:lnTo>
                    <a:pt x="1" y="58"/>
                  </a:lnTo>
                  <a:lnTo>
                    <a:pt x="59" y="233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84" y="2509"/>
                  </a:lnTo>
                  <a:lnTo>
                    <a:pt x="584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3643700" y="792325"/>
              <a:ext cx="14625" cy="61275"/>
            </a:xfrm>
            <a:custGeom>
              <a:avLst/>
              <a:gdLst/>
              <a:ahLst/>
              <a:cxnLst/>
              <a:rect l="l" t="t" r="r" b="b"/>
              <a:pathLst>
                <a:path w="585" h="2451" extrusionOk="0">
                  <a:moveTo>
                    <a:pt x="1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451"/>
                  </a:lnTo>
                  <a:lnTo>
                    <a:pt x="584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3677250" y="8127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5"/>
                  </a:moveTo>
                  <a:lnTo>
                    <a:pt x="876" y="409"/>
                  </a:lnTo>
                  <a:lnTo>
                    <a:pt x="1051" y="700"/>
                  </a:lnTo>
                  <a:lnTo>
                    <a:pt x="1168" y="1109"/>
                  </a:lnTo>
                  <a:lnTo>
                    <a:pt x="1168" y="1575"/>
                  </a:lnTo>
                  <a:lnTo>
                    <a:pt x="1109" y="1984"/>
                  </a:lnTo>
                  <a:lnTo>
                    <a:pt x="1051" y="2275"/>
                  </a:lnTo>
                  <a:lnTo>
                    <a:pt x="993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5"/>
                  </a:lnTo>
                  <a:close/>
                  <a:moveTo>
                    <a:pt x="292" y="0"/>
                  </a:moveTo>
                  <a:lnTo>
                    <a:pt x="234" y="59"/>
                  </a:lnTo>
                  <a:lnTo>
                    <a:pt x="117" y="175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0"/>
                  </a:lnTo>
                  <a:lnTo>
                    <a:pt x="1168" y="584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3716625" y="8346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5"/>
                  </a:moveTo>
                  <a:lnTo>
                    <a:pt x="643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8" y="1575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234"/>
                  </a:lnTo>
                  <a:lnTo>
                    <a:pt x="468" y="175"/>
                  </a:lnTo>
                  <a:close/>
                  <a:moveTo>
                    <a:pt x="409" y="0"/>
                  </a:moveTo>
                  <a:lnTo>
                    <a:pt x="293" y="59"/>
                  </a:ln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759" y="2625"/>
                  </a:lnTo>
                  <a:lnTo>
                    <a:pt x="1051" y="2625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3441000" y="78650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3" y="175"/>
                  </a:moveTo>
                  <a:lnTo>
                    <a:pt x="700" y="233"/>
                  </a:lnTo>
                  <a:lnTo>
                    <a:pt x="875" y="467"/>
                  </a:lnTo>
                  <a:lnTo>
                    <a:pt x="1050" y="758"/>
                  </a:lnTo>
                  <a:lnTo>
                    <a:pt x="1167" y="1167"/>
                  </a:lnTo>
                  <a:lnTo>
                    <a:pt x="1167" y="1634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450"/>
                  </a:lnTo>
                  <a:lnTo>
                    <a:pt x="642" y="2450"/>
                  </a:lnTo>
                  <a:lnTo>
                    <a:pt x="467" y="2217"/>
                  </a:lnTo>
                  <a:lnTo>
                    <a:pt x="292" y="1925"/>
                  </a:lnTo>
                  <a:lnTo>
                    <a:pt x="175" y="1517"/>
                  </a:lnTo>
                  <a:lnTo>
                    <a:pt x="175" y="1050"/>
                  </a:lnTo>
                  <a:lnTo>
                    <a:pt x="175" y="583"/>
                  </a:lnTo>
                  <a:lnTo>
                    <a:pt x="292" y="350"/>
                  </a:lnTo>
                  <a:lnTo>
                    <a:pt x="408" y="233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8"/>
                  </a:lnTo>
                  <a:lnTo>
                    <a:pt x="233" y="117"/>
                  </a:lnTo>
                  <a:lnTo>
                    <a:pt x="117" y="233"/>
                  </a:lnTo>
                  <a:lnTo>
                    <a:pt x="58" y="408"/>
                  </a:lnTo>
                  <a:lnTo>
                    <a:pt x="0" y="642"/>
                  </a:lnTo>
                  <a:lnTo>
                    <a:pt x="0" y="933"/>
                  </a:lnTo>
                  <a:lnTo>
                    <a:pt x="58" y="1575"/>
                  </a:lnTo>
                  <a:lnTo>
                    <a:pt x="233" y="2042"/>
                  </a:lnTo>
                  <a:lnTo>
                    <a:pt x="408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1050" y="2625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3" y="2217"/>
                  </a:lnTo>
                  <a:lnTo>
                    <a:pt x="1342" y="1692"/>
                  </a:lnTo>
                  <a:lnTo>
                    <a:pt x="1283" y="1109"/>
                  </a:lnTo>
                  <a:lnTo>
                    <a:pt x="1167" y="642"/>
                  </a:lnTo>
                  <a:lnTo>
                    <a:pt x="933" y="292"/>
                  </a:lnTo>
                  <a:lnTo>
                    <a:pt x="700" y="117"/>
                  </a:lnTo>
                  <a:lnTo>
                    <a:pt x="583" y="58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3486200" y="812750"/>
              <a:ext cx="14600" cy="61275"/>
            </a:xfrm>
            <a:custGeom>
              <a:avLst/>
              <a:gdLst/>
              <a:ahLst/>
              <a:cxnLst/>
              <a:rect l="l" t="t" r="r" b="b"/>
              <a:pathLst>
                <a:path w="584" h="2451" extrusionOk="0">
                  <a:moveTo>
                    <a:pt x="1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84" y="2450"/>
                  </a:lnTo>
                  <a:lnTo>
                    <a:pt x="584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6"/>
            <p:cNvSpPr/>
            <p:nvPr/>
          </p:nvSpPr>
          <p:spPr>
            <a:xfrm>
              <a:off x="3525575" y="834625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84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6"/>
            <p:cNvSpPr/>
            <p:nvPr/>
          </p:nvSpPr>
          <p:spPr>
            <a:xfrm>
              <a:off x="3559125" y="85502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1050" y="2626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6"/>
            <p:cNvSpPr/>
            <p:nvPr/>
          </p:nvSpPr>
          <p:spPr>
            <a:xfrm>
              <a:off x="3598500" y="8783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5"/>
                  </a:moveTo>
                  <a:lnTo>
                    <a:pt x="876" y="409"/>
                  </a:lnTo>
                  <a:lnTo>
                    <a:pt x="1051" y="700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5"/>
                  </a:lnTo>
                  <a:close/>
                  <a:moveTo>
                    <a:pt x="292" y="0"/>
                  </a:moveTo>
                  <a:lnTo>
                    <a:pt x="234" y="59"/>
                  </a:lnTo>
                  <a:lnTo>
                    <a:pt x="117" y="175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6"/>
            <p:cNvSpPr/>
            <p:nvPr/>
          </p:nvSpPr>
          <p:spPr>
            <a:xfrm>
              <a:off x="3643700" y="903175"/>
              <a:ext cx="13175" cy="61275"/>
            </a:xfrm>
            <a:custGeom>
              <a:avLst/>
              <a:gdLst/>
              <a:ahLst/>
              <a:cxnLst/>
              <a:rect l="l" t="t" r="r" b="b"/>
              <a:pathLst>
                <a:path w="527" h="2451" extrusionOk="0">
                  <a:moveTo>
                    <a:pt x="409" y="0"/>
                  </a:moveTo>
                  <a:lnTo>
                    <a:pt x="1" y="58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450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6"/>
            <p:cNvSpPr/>
            <p:nvPr/>
          </p:nvSpPr>
          <p:spPr>
            <a:xfrm>
              <a:off x="3677250" y="923575"/>
              <a:ext cx="32125" cy="65675"/>
            </a:xfrm>
            <a:custGeom>
              <a:avLst/>
              <a:gdLst/>
              <a:ahLst/>
              <a:cxnLst/>
              <a:rect l="l" t="t" r="r" b="b"/>
              <a:pathLst>
                <a:path w="1285" h="2627" extrusionOk="0">
                  <a:moveTo>
                    <a:pt x="642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159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176" y="584"/>
                  </a:lnTo>
                  <a:lnTo>
                    <a:pt x="292" y="293"/>
                  </a:lnTo>
                  <a:lnTo>
                    <a:pt x="351" y="176"/>
                  </a:lnTo>
                  <a:close/>
                  <a:moveTo>
                    <a:pt x="292" y="1"/>
                  </a:moveTo>
                  <a:lnTo>
                    <a:pt x="176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09" y="2509"/>
                  </a:lnTo>
                  <a:lnTo>
                    <a:pt x="1226" y="2393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051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6"/>
            <p:cNvSpPr/>
            <p:nvPr/>
          </p:nvSpPr>
          <p:spPr>
            <a:xfrm>
              <a:off x="3722475" y="9483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176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6"/>
            <p:cNvSpPr/>
            <p:nvPr/>
          </p:nvSpPr>
          <p:spPr>
            <a:xfrm>
              <a:off x="3441000" y="89880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25" y="117"/>
                  </a:moveTo>
                  <a:lnTo>
                    <a:pt x="642" y="175"/>
                  </a:lnTo>
                  <a:lnTo>
                    <a:pt x="875" y="408"/>
                  </a:lnTo>
                  <a:lnTo>
                    <a:pt x="1050" y="700"/>
                  </a:lnTo>
                  <a:lnTo>
                    <a:pt x="1108" y="1109"/>
                  </a:lnTo>
                  <a:lnTo>
                    <a:pt x="1167" y="1575"/>
                  </a:lnTo>
                  <a:lnTo>
                    <a:pt x="1108" y="1984"/>
                  </a:lnTo>
                  <a:lnTo>
                    <a:pt x="1050" y="2275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758" y="2450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3"/>
                  </a:lnTo>
                  <a:lnTo>
                    <a:pt x="292" y="292"/>
                  </a:lnTo>
                  <a:lnTo>
                    <a:pt x="350" y="175"/>
                  </a:lnTo>
                  <a:lnTo>
                    <a:pt x="467" y="117"/>
                  </a:lnTo>
                  <a:close/>
                  <a:moveTo>
                    <a:pt x="292" y="0"/>
                  </a:moveTo>
                  <a:lnTo>
                    <a:pt x="233" y="58"/>
                  </a:lnTo>
                  <a:lnTo>
                    <a:pt x="117" y="175"/>
                  </a:lnTo>
                  <a:lnTo>
                    <a:pt x="58" y="350"/>
                  </a:lnTo>
                  <a:lnTo>
                    <a:pt x="0" y="583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758" y="2567"/>
                  </a:lnTo>
                  <a:lnTo>
                    <a:pt x="933" y="2625"/>
                  </a:lnTo>
                  <a:lnTo>
                    <a:pt x="1050" y="2567"/>
                  </a:lnTo>
                  <a:lnTo>
                    <a:pt x="1108" y="2509"/>
                  </a:lnTo>
                  <a:lnTo>
                    <a:pt x="1225" y="2334"/>
                  </a:lnTo>
                  <a:lnTo>
                    <a:pt x="1283" y="2159"/>
                  </a:lnTo>
                  <a:lnTo>
                    <a:pt x="1342" y="1634"/>
                  </a:lnTo>
                  <a:lnTo>
                    <a:pt x="1283" y="1050"/>
                  </a:lnTo>
                  <a:lnTo>
                    <a:pt x="1167" y="583"/>
                  </a:lnTo>
                  <a:lnTo>
                    <a:pt x="933" y="292"/>
                  </a:lnTo>
                  <a:lnTo>
                    <a:pt x="700" y="58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6"/>
            <p:cNvSpPr/>
            <p:nvPr/>
          </p:nvSpPr>
          <p:spPr>
            <a:xfrm>
              <a:off x="3486200" y="923575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1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6"/>
            <p:cNvSpPr/>
            <p:nvPr/>
          </p:nvSpPr>
          <p:spPr>
            <a:xfrm>
              <a:off x="3525575" y="9454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09"/>
                  </a:lnTo>
                  <a:lnTo>
                    <a:pt x="526" y="118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6"/>
            <p:cNvSpPr/>
            <p:nvPr/>
          </p:nvSpPr>
          <p:spPr>
            <a:xfrm>
              <a:off x="3559125" y="96587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67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1050" y="2334"/>
                  </a:lnTo>
                  <a:lnTo>
                    <a:pt x="934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5" y="1517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175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1050" y="2626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0" y="117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6"/>
            <p:cNvSpPr/>
            <p:nvPr/>
          </p:nvSpPr>
          <p:spPr>
            <a:xfrm>
              <a:off x="3604325" y="9906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5"/>
                  </a:lnTo>
                  <a:lnTo>
                    <a:pt x="409" y="2451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6"/>
            <p:cNvSpPr/>
            <p:nvPr/>
          </p:nvSpPr>
          <p:spPr>
            <a:xfrm>
              <a:off x="3637875" y="1011100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526" y="175"/>
                  </a:moveTo>
                  <a:lnTo>
                    <a:pt x="642" y="233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7" y="1575"/>
                  </a:lnTo>
                  <a:lnTo>
                    <a:pt x="1109" y="2042"/>
                  </a:lnTo>
                  <a:lnTo>
                    <a:pt x="992" y="2334"/>
                  </a:lnTo>
                  <a:lnTo>
                    <a:pt x="934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925"/>
                  </a:lnTo>
                  <a:lnTo>
                    <a:pt x="176" y="1517"/>
                  </a:lnTo>
                  <a:lnTo>
                    <a:pt x="117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3"/>
                  </a:lnTo>
                  <a:lnTo>
                    <a:pt x="409" y="175"/>
                  </a:lnTo>
                  <a:close/>
                  <a:moveTo>
                    <a:pt x="409" y="0"/>
                  </a:moveTo>
                  <a:lnTo>
                    <a:pt x="292" y="58"/>
                  </a:lnTo>
                  <a:lnTo>
                    <a:pt x="176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642" y="2567"/>
                  </a:lnTo>
                  <a:lnTo>
                    <a:pt x="759" y="2625"/>
                  </a:lnTo>
                  <a:lnTo>
                    <a:pt x="992" y="2625"/>
                  </a:lnTo>
                  <a:lnTo>
                    <a:pt x="1109" y="2509"/>
                  </a:lnTo>
                  <a:lnTo>
                    <a:pt x="1167" y="2392"/>
                  </a:lnTo>
                  <a:lnTo>
                    <a:pt x="1226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117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6"/>
            <p:cNvSpPr/>
            <p:nvPr/>
          </p:nvSpPr>
          <p:spPr>
            <a:xfrm>
              <a:off x="3677250" y="1034425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642" y="176"/>
                  </a:move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993" y="2334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34" y="1867"/>
                  </a:lnTo>
                  <a:lnTo>
                    <a:pt x="176" y="1459"/>
                  </a:lnTo>
                  <a:lnTo>
                    <a:pt x="117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09" y="176"/>
                  </a:lnTo>
                  <a:close/>
                  <a:moveTo>
                    <a:pt x="292" y="1"/>
                  </a:move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642" y="2509"/>
                  </a:lnTo>
                  <a:lnTo>
                    <a:pt x="759" y="2626"/>
                  </a:lnTo>
                  <a:lnTo>
                    <a:pt x="876" y="2626"/>
                  </a:lnTo>
                  <a:lnTo>
                    <a:pt x="993" y="2567"/>
                  </a:lnTo>
                  <a:lnTo>
                    <a:pt x="1109" y="2509"/>
                  </a:lnTo>
                  <a:lnTo>
                    <a:pt x="1168" y="2392"/>
                  </a:lnTo>
                  <a:lnTo>
                    <a:pt x="1226" y="2159"/>
                  </a:lnTo>
                  <a:lnTo>
                    <a:pt x="1284" y="1634"/>
                  </a:lnTo>
                  <a:lnTo>
                    <a:pt x="1226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6"/>
            <p:cNvSpPr/>
            <p:nvPr/>
          </p:nvSpPr>
          <p:spPr>
            <a:xfrm>
              <a:off x="3722475" y="10592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6"/>
            <p:cNvSpPr/>
            <p:nvPr/>
          </p:nvSpPr>
          <p:spPr>
            <a:xfrm>
              <a:off x="3441000" y="100962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642" y="176"/>
                  </a:moveTo>
                  <a:lnTo>
                    <a:pt x="875" y="409"/>
                  </a:lnTo>
                  <a:lnTo>
                    <a:pt x="1050" y="701"/>
                  </a:lnTo>
                  <a:lnTo>
                    <a:pt x="1108" y="1109"/>
                  </a:lnTo>
                  <a:lnTo>
                    <a:pt x="1167" y="1576"/>
                  </a:lnTo>
                  <a:lnTo>
                    <a:pt x="1108" y="1984"/>
                  </a:lnTo>
                  <a:lnTo>
                    <a:pt x="1050" y="2276"/>
                  </a:lnTo>
                  <a:lnTo>
                    <a:pt x="933" y="2393"/>
                  </a:lnTo>
                  <a:lnTo>
                    <a:pt x="875" y="2451"/>
                  </a:lnTo>
                  <a:lnTo>
                    <a:pt x="758" y="2451"/>
                  </a:lnTo>
                  <a:lnTo>
                    <a:pt x="642" y="2393"/>
                  </a:lnTo>
                  <a:lnTo>
                    <a:pt x="408" y="2159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17" y="993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176"/>
                  </a:lnTo>
                  <a:close/>
                  <a:moveTo>
                    <a:pt x="292" y="1"/>
                  </a:moveTo>
                  <a:lnTo>
                    <a:pt x="175" y="59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8" y="1518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758" y="2568"/>
                  </a:lnTo>
                  <a:lnTo>
                    <a:pt x="875" y="2626"/>
                  </a:lnTo>
                  <a:lnTo>
                    <a:pt x="992" y="2568"/>
                  </a:lnTo>
                  <a:lnTo>
                    <a:pt x="1108" y="2509"/>
                  </a:lnTo>
                  <a:lnTo>
                    <a:pt x="1225" y="2334"/>
                  </a:lnTo>
                  <a:lnTo>
                    <a:pt x="1283" y="2159"/>
                  </a:lnTo>
                  <a:lnTo>
                    <a:pt x="1283" y="1634"/>
                  </a:lnTo>
                  <a:lnTo>
                    <a:pt x="1283" y="1051"/>
                  </a:lnTo>
                  <a:lnTo>
                    <a:pt x="1108" y="643"/>
                  </a:lnTo>
                  <a:lnTo>
                    <a:pt x="933" y="292"/>
                  </a:lnTo>
                  <a:lnTo>
                    <a:pt x="642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6"/>
            <p:cNvSpPr/>
            <p:nvPr/>
          </p:nvSpPr>
          <p:spPr>
            <a:xfrm>
              <a:off x="3486200" y="10344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176"/>
                  </a:lnTo>
                  <a:lnTo>
                    <a:pt x="409" y="176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3525575" y="10563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351" y="176"/>
                  </a:lnTo>
                  <a:lnTo>
                    <a:pt x="409" y="176"/>
                  </a:lnTo>
                  <a:lnTo>
                    <a:pt x="351" y="2451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6"/>
            <p:cNvSpPr/>
            <p:nvPr/>
          </p:nvSpPr>
          <p:spPr>
            <a:xfrm>
              <a:off x="3564950" y="107965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8"/>
                  </a:lnTo>
                  <a:lnTo>
                    <a:pt x="59" y="175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3597050" y="110005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6"/>
                  </a:moveTo>
                  <a:lnTo>
                    <a:pt x="700" y="234"/>
                  </a:lnTo>
                  <a:lnTo>
                    <a:pt x="934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334"/>
                  </a:lnTo>
                  <a:lnTo>
                    <a:pt x="992" y="2393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0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350" y="292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350" y="1"/>
                  </a:moveTo>
                  <a:lnTo>
                    <a:pt x="234" y="117"/>
                  </a:lnTo>
                  <a:lnTo>
                    <a:pt x="175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3643700" y="1124850"/>
              <a:ext cx="13175" cy="62750"/>
            </a:xfrm>
            <a:custGeom>
              <a:avLst/>
              <a:gdLst/>
              <a:ahLst/>
              <a:cxnLst/>
              <a:rect l="l" t="t" r="r" b="b"/>
              <a:pathLst>
                <a:path w="527" h="2510" extrusionOk="0">
                  <a:moveTo>
                    <a:pt x="409" y="0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6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6"/>
            <p:cNvSpPr/>
            <p:nvPr/>
          </p:nvSpPr>
          <p:spPr>
            <a:xfrm>
              <a:off x="3675800" y="11452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0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817" y="2450"/>
                  </a:lnTo>
                  <a:lnTo>
                    <a:pt x="700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350" y="0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6"/>
            <p:cNvSpPr/>
            <p:nvPr/>
          </p:nvSpPr>
          <p:spPr>
            <a:xfrm>
              <a:off x="3722475" y="11700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0" y="1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6"/>
                  </a:lnTo>
                  <a:lnTo>
                    <a:pt x="350" y="2393"/>
                  </a:lnTo>
                  <a:lnTo>
                    <a:pt x="525" y="2509"/>
                  </a:lnTo>
                  <a:lnTo>
                    <a:pt x="525" y="118"/>
                  </a:lnTo>
                  <a:lnTo>
                    <a:pt x="3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6"/>
            <p:cNvSpPr/>
            <p:nvPr/>
          </p:nvSpPr>
          <p:spPr>
            <a:xfrm>
              <a:off x="3439525" y="11204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5"/>
                  </a:moveTo>
                  <a:lnTo>
                    <a:pt x="934" y="409"/>
                  </a:lnTo>
                  <a:lnTo>
                    <a:pt x="1051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1" y="2276"/>
                  </a:lnTo>
                  <a:lnTo>
                    <a:pt x="992" y="2392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1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351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351" y="0"/>
                  </a:moveTo>
                  <a:lnTo>
                    <a:pt x="234" y="117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3486200" y="11452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1" y="175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3525575" y="11686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1"/>
                  </a:moveTo>
                  <a:lnTo>
                    <a:pt x="1" y="176"/>
                  </a:lnTo>
                  <a:lnTo>
                    <a:pt x="351" y="117"/>
                  </a:lnTo>
                  <a:lnTo>
                    <a:pt x="351" y="176"/>
                  </a:lnTo>
                  <a:lnTo>
                    <a:pt x="351" y="2392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3557675" y="118757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3" y="175"/>
                  </a:moveTo>
                  <a:lnTo>
                    <a:pt x="700" y="233"/>
                  </a:lnTo>
                  <a:lnTo>
                    <a:pt x="933" y="467"/>
                  </a:lnTo>
                  <a:lnTo>
                    <a:pt x="1050" y="758"/>
                  </a:lnTo>
                  <a:lnTo>
                    <a:pt x="1167" y="1167"/>
                  </a:lnTo>
                  <a:lnTo>
                    <a:pt x="1167" y="1633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450"/>
                  </a:lnTo>
                  <a:lnTo>
                    <a:pt x="642" y="2450"/>
                  </a:lnTo>
                  <a:lnTo>
                    <a:pt x="467" y="2217"/>
                  </a:lnTo>
                  <a:lnTo>
                    <a:pt x="292" y="1925"/>
                  </a:lnTo>
                  <a:lnTo>
                    <a:pt x="233" y="1517"/>
                  </a:lnTo>
                  <a:lnTo>
                    <a:pt x="175" y="1050"/>
                  </a:lnTo>
                  <a:lnTo>
                    <a:pt x="233" y="642"/>
                  </a:lnTo>
                  <a:lnTo>
                    <a:pt x="292" y="350"/>
                  </a:lnTo>
                  <a:lnTo>
                    <a:pt x="408" y="233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8"/>
                  </a:lnTo>
                  <a:lnTo>
                    <a:pt x="233" y="117"/>
                  </a:lnTo>
                  <a:lnTo>
                    <a:pt x="117" y="233"/>
                  </a:lnTo>
                  <a:lnTo>
                    <a:pt x="58" y="408"/>
                  </a:lnTo>
                  <a:lnTo>
                    <a:pt x="58" y="642"/>
                  </a:lnTo>
                  <a:lnTo>
                    <a:pt x="0" y="992"/>
                  </a:lnTo>
                  <a:lnTo>
                    <a:pt x="58" y="1575"/>
                  </a:lnTo>
                  <a:lnTo>
                    <a:pt x="233" y="2042"/>
                  </a:lnTo>
                  <a:lnTo>
                    <a:pt x="408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1050" y="2625"/>
                  </a:lnTo>
                  <a:lnTo>
                    <a:pt x="1167" y="2567"/>
                  </a:lnTo>
                  <a:lnTo>
                    <a:pt x="1225" y="2392"/>
                  </a:lnTo>
                  <a:lnTo>
                    <a:pt x="1283" y="2217"/>
                  </a:lnTo>
                  <a:lnTo>
                    <a:pt x="1342" y="1692"/>
                  </a:lnTo>
                  <a:lnTo>
                    <a:pt x="1283" y="1108"/>
                  </a:lnTo>
                  <a:lnTo>
                    <a:pt x="1167" y="642"/>
                  </a:lnTo>
                  <a:lnTo>
                    <a:pt x="933" y="350"/>
                  </a:lnTo>
                  <a:lnTo>
                    <a:pt x="700" y="117"/>
                  </a:lnTo>
                  <a:lnTo>
                    <a:pt x="583" y="58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3597050" y="121090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5"/>
                  </a:moveTo>
                  <a:lnTo>
                    <a:pt x="700" y="234"/>
                  </a:lnTo>
                  <a:lnTo>
                    <a:pt x="934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3643700" y="1235700"/>
              <a:ext cx="13175" cy="62725"/>
            </a:xfrm>
            <a:custGeom>
              <a:avLst/>
              <a:gdLst/>
              <a:ahLst/>
              <a:cxnLst/>
              <a:rect l="l" t="t" r="r" b="b"/>
              <a:pathLst>
                <a:path w="527" h="2509" extrusionOk="0">
                  <a:moveTo>
                    <a:pt x="351" y="0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3675800" y="125610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0" y="234"/>
                  </a:lnTo>
                  <a:lnTo>
                    <a:pt x="875" y="409"/>
                  </a:lnTo>
                  <a:lnTo>
                    <a:pt x="1051" y="759"/>
                  </a:lnTo>
                  <a:lnTo>
                    <a:pt x="1167" y="1168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1" y="2334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3"/>
                  </a:lnTo>
                  <a:lnTo>
                    <a:pt x="234" y="584"/>
                  </a:lnTo>
                  <a:lnTo>
                    <a:pt x="292" y="293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3715175" y="12794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5"/>
                  </a:moveTo>
                  <a:lnTo>
                    <a:pt x="876" y="409"/>
                  </a:lnTo>
                  <a:lnTo>
                    <a:pt x="1051" y="700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1" y="2275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5"/>
                  </a:lnTo>
                  <a:close/>
                  <a:moveTo>
                    <a:pt x="292" y="0"/>
                  </a:moveTo>
                  <a:lnTo>
                    <a:pt x="234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6"/>
            <p:cNvSpPr/>
            <p:nvPr/>
          </p:nvSpPr>
          <p:spPr>
            <a:xfrm>
              <a:off x="3439525" y="12313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876" y="2450"/>
                  </a:lnTo>
                  <a:lnTo>
                    <a:pt x="817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351" y="0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625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8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3486200" y="12561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1" y="1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118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3524125" y="1279450"/>
              <a:ext cx="14600" cy="61275"/>
            </a:xfrm>
            <a:custGeom>
              <a:avLst/>
              <a:gdLst/>
              <a:ahLst/>
              <a:cxnLst/>
              <a:rect l="l" t="t" r="r" b="b"/>
              <a:pathLst>
                <a:path w="584" h="2451" extrusionOk="0">
                  <a:moveTo>
                    <a:pt x="0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84" y="2451"/>
                  </a:lnTo>
                  <a:lnTo>
                    <a:pt x="584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3557675" y="129987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3" y="117"/>
                  </a:moveTo>
                  <a:lnTo>
                    <a:pt x="700" y="175"/>
                  </a:lnTo>
                  <a:lnTo>
                    <a:pt x="875" y="408"/>
                  </a:lnTo>
                  <a:lnTo>
                    <a:pt x="1050" y="700"/>
                  </a:lnTo>
                  <a:lnTo>
                    <a:pt x="1167" y="1108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0" y="2275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758" y="2450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5" y="1458"/>
                  </a:lnTo>
                  <a:lnTo>
                    <a:pt x="175" y="992"/>
                  </a:lnTo>
                  <a:lnTo>
                    <a:pt x="175" y="583"/>
                  </a:lnTo>
                  <a:lnTo>
                    <a:pt x="292" y="292"/>
                  </a:lnTo>
                  <a:lnTo>
                    <a:pt x="350" y="175"/>
                  </a:lnTo>
                  <a:lnTo>
                    <a:pt x="467" y="175"/>
                  </a:lnTo>
                  <a:lnTo>
                    <a:pt x="583" y="117"/>
                  </a:lnTo>
                  <a:close/>
                  <a:moveTo>
                    <a:pt x="350" y="0"/>
                  </a:moveTo>
                  <a:lnTo>
                    <a:pt x="233" y="58"/>
                  </a:lnTo>
                  <a:lnTo>
                    <a:pt x="117" y="175"/>
                  </a:lnTo>
                  <a:lnTo>
                    <a:pt x="58" y="408"/>
                  </a:lnTo>
                  <a:lnTo>
                    <a:pt x="0" y="642"/>
                  </a:lnTo>
                  <a:lnTo>
                    <a:pt x="0" y="933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3" y="2625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3" y="2159"/>
                  </a:lnTo>
                  <a:lnTo>
                    <a:pt x="1342" y="1634"/>
                  </a:lnTo>
                  <a:lnTo>
                    <a:pt x="1283" y="1050"/>
                  </a:lnTo>
                  <a:lnTo>
                    <a:pt x="1167" y="583"/>
                  </a:lnTo>
                  <a:lnTo>
                    <a:pt x="933" y="292"/>
                  </a:lnTo>
                  <a:lnTo>
                    <a:pt x="700" y="5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3602875" y="1324650"/>
              <a:ext cx="14600" cy="61275"/>
            </a:xfrm>
            <a:custGeom>
              <a:avLst/>
              <a:gdLst/>
              <a:ahLst/>
              <a:cxnLst/>
              <a:rect l="l" t="t" r="r" b="b"/>
              <a:pathLst>
                <a:path w="584" h="2451" extrusionOk="0">
                  <a:moveTo>
                    <a:pt x="1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451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6"/>
            <p:cNvSpPr/>
            <p:nvPr/>
          </p:nvSpPr>
          <p:spPr>
            <a:xfrm>
              <a:off x="3642250" y="1346525"/>
              <a:ext cx="14625" cy="62750"/>
            </a:xfrm>
            <a:custGeom>
              <a:avLst/>
              <a:gdLst/>
              <a:ahLst/>
              <a:cxnLst/>
              <a:rect l="l" t="t" r="r" b="b"/>
              <a:pathLst>
                <a:path w="585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09"/>
                  </a:lnTo>
                  <a:lnTo>
                    <a:pt x="584" y="118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6"/>
            <p:cNvSpPr/>
            <p:nvPr/>
          </p:nvSpPr>
          <p:spPr>
            <a:xfrm>
              <a:off x="3681625" y="1369875"/>
              <a:ext cx="14625" cy="62725"/>
            </a:xfrm>
            <a:custGeom>
              <a:avLst/>
              <a:gdLst/>
              <a:ahLst/>
              <a:cxnLst/>
              <a:rect l="l" t="t" r="r" b="b"/>
              <a:pathLst>
                <a:path w="585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84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6"/>
            <p:cNvSpPr/>
            <p:nvPr/>
          </p:nvSpPr>
          <p:spPr>
            <a:xfrm>
              <a:off x="3721000" y="139175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5"/>
                  </a:lnTo>
                  <a:lnTo>
                    <a:pt x="409" y="2451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3439525" y="134215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1" y="2334"/>
                  </a:lnTo>
                  <a:lnTo>
                    <a:pt x="992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176" y="584"/>
                  </a:lnTo>
                  <a:lnTo>
                    <a:pt x="292" y="293"/>
                  </a:lnTo>
                  <a:lnTo>
                    <a:pt x="351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3484750" y="1366950"/>
              <a:ext cx="14600" cy="62750"/>
            </a:xfrm>
            <a:custGeom>
              <a:avLst/>
              <a:gdLst/>
              <a:ahLst/>
              <a:cxnLst/>
              <a:rect l="l" t="t" r="r" b="b"/>
              <a:pathLst>
                <a:path w="584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5" y="2509"/>
                  </a:lnTo>
                  <a:lnTo>
                    <a:pt x="584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3524125" y="13903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5" y="2450"/>
                  </a:lnTo>
                  <a:lnTo>
                    <a:pt x="525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3563500" y="14121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8"/>
                  </a:lnTo>
                  <a:lnTo>
                    <a:pt x="59" y="233"/>
                  </a:lnTo>
                  <a:lnTo>
                    <a:pt x="409" y="175"/>
                  </a:lnTo>
                  <a:lnTo>
                    <a:pt x="409" y="2450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6"/>
            <p:cNvSpPr/>
            <p:nvPr/>
          </p:nvSpPr>
          <p:spPr>
            <a:xfrm>
              <a:off x="3597050" y="1432575"/>
              <a:ext cx="33550" cy="65675"/>
            </a:xfrm>
            <a:custGeom>
              <a:avLst/>
              <a:gdLst/>
              <a:ahLst/>
              <a:cxnLst/>
              <a:rect l="l" t="t" r="r" b="b"/>
              <a:pathLst>
                <a:path w="1342" h="2627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68"/>
                  </a:lnTo>
                  <a:lnTo>
                    <a:pt x="1050" y="759"/>
                  </a:lnTo>
                  <a:lnTo>
                    <a:pt x="1109" y="1168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34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92" y="1926"/>
                  </a:lnTo>
                  <a:lnTo>
                    <a:pt x="175" y="1518"/>
                  </a:lnTo>
                  <a:lnTo>
                    <a:pt x="175" y="993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175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1050" y="2626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09" y="643"/>
                  </a:lnTo>
                  <a:lnTo>
                    <a:pt x="934" y="292"/>
                  </a:lnTo>
                  <a:lnTo>
                    <a:pt x="700" y="117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6"/>
            <p:cNvSpPr/>
            <p:nvPr/>
          </p:nvSpPr>
          <p:spPr>
            <a:xfrm>
              <a:off x="3636425" y="145592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642" y="175"/>
                  </a:moveTo>
                  <a:lnTo>
                    <a:pt x="875" y="409"/>
                  </a:lnTo>
                  <a:lnTo>
                    <a:pt x="1050" y="700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0" y="2275"/>
                  </a:lnTo>
                  <a:lnTo>
                    <a:pt x="934" y="2392"/>
                  </a:lnTo>
                  <a:lnTo>
                    <a:pt x="875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175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934" y="2625"/>
                  </a:lnTo>
                  <a:lnTo>
                    <a:pt x="1050" y="2567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6"/>
            <p:cNvSpPr/>
            <p:nvPr/>
          </p:nvSpPr>
          <p:spPr>
            <a:xfrm>
              <a:off x="3681625" y="14807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6"/>
            <p:cNvSpPr/>
            <p:nvPr/>
          </p:nvSpPr>
          <p:spPr>
            <a:xfrm>
              <a:off x="3721000" y="150405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351" y="2392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6"/>
            <p:cNvSpPr/>
            <p:nvPr/>
          </p:nvSpPr>
          <p:spPr>
            <a:xfrm>
              <a:off x="3439525" y="14530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6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1051" y="2626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6"/>
            <p:cNvSpPr/>
            <p:nvPr/>
          </p:nvSpPr>
          <p:spPr>
            <a:xfrm>
              <a:off x="3478900" y="147632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643" y="176"/>
                  </a:move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3"/>
                  </a:lnTo>
                  <a:lnTo>
                    <a:pt x="409" y="2159"/>
                  </a:lnTo>
                  <a:lnTo>
                    <a:pt x="293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176" y="584"/>
                  </a:lnTo>
                  <a:lnTo>
                    <a:pt x="293" y="293"/>
                  </a:lnTo>
                  <a:lnTo>
                    <a:pt x="351" y="176"/>
                  </a:lnTo>
                  <a:close/>
                  <a:moveTo>
                    <a:pt x="293" y="1"/>
                  </a:moveTo>
                  <a:lnTo>
                    <a:pt x="176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759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09" y="2509"/>
                  </a:lnTo>
                  <a:lnTo>
                    <a:pt x="1226" y="2393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1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6"/>
            <p:cNvSpPr/>
            <p:nvPr/>
          </p:nvSpPr>
          <p:spPr>
            <a:xfrm>
              <a:off x="3524125" y="150112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6"/>
            <p:cNvSpPr/>
            <p:nvPr/>
          </p:nvSpPr>
          <p:spPr>
            <a:xfrm>
              <a:off x="3557675" y="1521550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642" y="175"/>
                  </a:moveTo>
                  <a:lnTo>
                    <a:pt x="875" y="409"/>
                  </a:lnTo>
                  <a:lnTo>
                    <a:pt x="1050" y="700"/>
                  </a:lnTo>
                  <a:lnTo>
                    <a:pt x="1108" y="1109"/>
                  </a:lnTo>
                  <a:lnTo>
                    <a:pt x="1167" y="1576"/>
                  </a:lnTo>
                  <a:lnTo>
                    <a:pt x="1108" y="1984"/>
                  </a:lnTo>
                  <a:lnTo>
                    <a:pt x="992" y="2334"/>
                  </a:lnTo>
                  <a:lnTo>
                    <a:pt x="933" y="2392"/>
                  </a:lnTo>
                  <a:lnTo>
                    <a:pt x="875" y="2451"/>
                  </a:lnTo>
                  <a:lnTo>
                    <a:pt x="758" y="2451"/>
                  </a:lnTo>
                  <a:lnTo>
                    <a:pt x="642" y="2392"/>
                  </a:lnTo>
                  <a:lnTo>
                    <a:pt x="408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175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758" y="2626"/>
                  </a:lnTo>
                  <a:lnTo>
                    <a:pt x="875" y="2626"/>
                  </a:lnTo>
                  <a:lnTo>
                    <a:pt x="992" y="2567"/>
                  </a:lnTo>
                  <a:lnTo>
                    <a:pt x="1108" y="2509"/>
                  </a:lnTo>
                  <a:lnTo>
                    <a:pt x="1225" y="2392"/>
                  </a:lnTo>
                  <a:lnTo>
                    <a:pt x="1283" y="2159"/>
                  </a:lnTo>
                  <a:lnTo>
                    <a:pt x="1283" y="1634"/>
                  </a:lnTo>
                  <a:lnTo>
                    <a:pt x="1283" y="1109"/>
                  </a:lnTo>
                  <a:lnTo>
                    <a:pt x="1108" y="642"/>
                  </a:lnTo>
                  <a:lnTo>
                    <a:pt x="933" y="292"/>
                  </a:lnTo>
                  <a:lnTo>
                    <a:pt x="642" y="5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6"/>
            <p:cNvSpPr/>
            <p:nvPr/>
          </p:nvSpPr>
          <p:spPr>
            <a:xfrm>
              <a:off x="3597050" y="154342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09" y="1167"/>
                  </a:lnTo>
                  <a:lnTo>
                    <a:pt x="1167" y="1634"/>
                  </a:lnTo>
                  <a:lnTo>
                    <a:pt x="1109" y="2042"/>
                  </a:lnTo>
                  <a:lnTo>
                    <a:pt x="992" y="2334"/>
                  </a:lnTo>
                  <a:lnTo>
                    <a:pt x="934" y="2451"/>
                  </a:lnTo>
                  <a:lnTo>
                    <a:pt x="642" y="2451"/>
                  </a:lnTo>
                  <a:lnTo>
                    <a:pt x="409" y="2217"/>
                  </a:lnTo>
                  <a:lnTo>
                    <a:pt x="292" y="1926"/>
                  </a:lnTo>
                  <a:lnTo>
                    <a:pt x="175" y="1517"/>
                  </a:lnTo>
                  <a:lnTo>
                    <a:pt x="117" y="1051"/>
                  </a:lnTo>
                  <a:lnTo>
                    <a:pt x="175" y="584"/>
                  </a:lnTo>
                  <a:lnTo>
                    <a:pt x="292" y="351"/>
                  </a:lnTo>
                  <a:lnTo>
                    <a:pt x="350" y="234"/>
                  </a:lnTo>
                  <a:lnTo>
                    <a:pt x="409" y="176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175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76"/>
                  </a:lnTo>
                  <a:lnTo>
                    <a:pt x="175" y="2042"/>
                  </a:lnTo>
                  <a:lnTo>
                    <a:pt x="350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992" y="2626"/>
                  </a:lnTo>
                  <a:lnTo>
                    <a:pt x="1109" y="2509"/>
                  </a:lnTo>
                  <a:lnTo>
                    <a:pt x="1167" y="2392"/>
                  </a:lnTo>
                  <a:lnTo>
                    <a:pt x="1225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117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6"/>
            <p:cNvSpPr/>
            <p:nvPr/>
          </p:nvSpPr>
          <p:spPr>
            <a:xfrm>
              <a:off x="3636425" y="1566750"/>
              <a:ext cx="32100" cy="65675"/>
            </a:xfrm>
            <a:custGeom>
              <a:avLst/>
              <a:gdLst/>
              <a:ahLst/>
              <a:cxnLst/>
              <a:rect l="l" t="t" r="r" b="b"/>
              <a:pathLst>
                <a:path w="1284" h="2627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992" y="2334"/>
                  </a:lnTo>
                  <a:lnTo>
                    <a:pt x="934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34" y="1868"/>
                  </a:lnTo>
                  <a:lnTo>
                    <a:pt x="175" y="1459"/>
                  </a:lnTo>
                  <a:lnTo>
                    <a:pt x="117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0" y="234"/>
                  </a:lnTo>
                  <a:lnTo>
                    <a:pt x="409" y="176"/>
                  </a:lnTo>
                  <a:close/>
                  <a:moveTo>
                    <a:pt x="292" y="1"/>
                  </a:moveTo>
                  <a:lnTo>
                    <a:pt x="175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0" y="1518"/>
                  </a:lnTo>
                  <a:lnTo>
                    <a:pt x="175" y="1984"/>
                  </a:lnTo>
                  <a:lnTo>
                    <a:pt x="350" y="2334"/>
                  </a:lnTo>
                  <a:lnTo>
                    <a:pt x="584" y="2568"/>
                  </a:lnTo>
                  <a:lnTo>
                    <a:pt x="759" y="2626"/>
                  </a:lnTo>
                  <a:lnTo>
                    <a:pt x="875" y="2626"/>
                  </a:lnTo>
                  <a:lnTo>
                    <a:pt x="992" y="2568"/>
                  </a:lnTo>
                  <a:lnTo>
                    <a:pt x="1109" y="2509"/>
                  </a:lnTo>
                  <a:lnTo>
                    <a:pt x="1167" y="2393"/>
                  </a:lnTo>
                  <a:lnTo>
                    <a:pt x="1225" y="2218"/>
                  </a:lnTo>
                  <a:lnTo>
                    <a:pt x="1284" y="1634"/>
                  </a:lnTo>
                  <a:lnTo>
                    <a:pt x="1225" y="1109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642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6"/>
            <p:cNvSpPr/>
            <p:nvPr/>
          </p:nvSpPr>
          <p:spPr>
            <a:xfrm>
              <a:off x="3674350" y="159010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3" y="117"/>
                  </a:moveTo>
                  <a:lnTo>
                    <a:pt x="700" y="175"/>
                  </a:lnTo>
                  <a:lnTo>
                    <a:pt x="933" y="409"/>
                  </a:lnTo>
                  <a:lnTo>
                    <a:pt x="1050" y="700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0" y="2275"/>
                  </a:lnTo>
                  <a:lnTo>
                    <a:pt x="992" y="2392"/>
                  </a:lnTo>
                  <a:lnTo>
                    <a:pt x="933" y="2451"/>
                  </a:lnTo>
                  <a:lnTo>
                    <a:pt x="817" y="2451"/>
                  </a:lnTo>
                  <a:lnTo>
                    <a:pt x="700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233" y="1459"/>
                  </a:lnTo>
                  <a:lnTo>
                    <a:pt x="175" y="992"/>
                  </a:lnTo>
                  <a:lnTo>
                    <a:pt x="233" y="584"/>
                  </a:lnTo>
                  <a:lnTo>
                    <a:pt x="350" y="292"/>
                  </a:lnTo>
                  <a:lnTo>
                    <a:pt x="408" y="175"/>
                  </a:lnTo>
                  <a:lnTo>
                    <a:pt x="467" y="117"/>
                  </a:lnTo>
                  <a:close/>
                  <a:moveTo>
                    <a:pt x="350" y="0"/>
                  </a:moveTo>
                  <a:lnTo>
                    <a:pt x="233" y="59"/>
                  </a:lnTo>
                  <a:lnTo>
                    <a:pt x="175" y="175"/>
                  </a:lnTo>
                  <a:lnTo>
                    <a:pt x="58" y="350"/>
                  </a:lnTo>
                  <a:lnTo>
                    <a:pt x="58" y="584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233" y="1984"/>
                  </a:lnTo>
                  <a:lnTo>
                    <a:pt x="408" y="2275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3" y="2626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584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6"/>
            <p:cNvSpPr/>
            <p:nvPr/>
          </p:nvSpPr>
          <p:spPr>
            <a:xfrm>
              <a:off x="3713725" y="161197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5"/>
                  </a:moveTo>
                  <a:lnTo>
                    <a:pt x="700" y="234"/>
                  </a:lnTo>
                  <a:lnTo>
                    <a:pt x="934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0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350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9"/>
                  </a:lnTo>
                  <a:lnTo>
                    <a:pt x="234" y="117"/>
                  </a:lnTo>
                  <a:lnTo>
                    <a:pt x="175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6"/>
            <p:cNvSpPr/>
            <p:nvPr/>
          </p:nvSpPr>
          <p:spPr>
            <a:xfrm>
              <a:off x="3439525" y="1563850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526" y="175"/>
                  </a:moveTo>
                  <a:lnTo>
                    <a:pt x="642" y="234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7" y="1575"/>
                  </a:lnTo>
                  <a:lnTo>
                    <a:pt x="1109" y="2042"/>
                  </a:lnTo>
                  <a:lnTo>
                    <a:pt x="992" y="2334"/>
                  </a:lnTo>
                  <a:lnTo>
                    <a:pt x="934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925"/>
                  </a:lnTo>
                  <a:lnTo>
                    <a:pt x="176" y="1517"/>
                  </a:lnTo>
                  <a:lnTo>
                    <a:pt x="117" y="992"/>
                  </a:lnTo>
                  <a:lnTo>
                    <a:pt x="176" y="584"/>
                  </a:lnTo>
                  <a:lnTo>
                    <a:pt x="292" y="350"/>
                  </a:lnTo>
                  <a:lnTo>
                    <a:pt x="351" y="234"/>
                  </a:lnTo>
                  <a:lnTo>
                    <a:pt x="409" y="175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351" y="2334"/>
                  </a:lnTo>
                  <a:lnTo>
                    <a:pt x="642" y="2567"/>
                  </a:lnTo>
                  <a:lnTo>
                    <a:pt x="759" y="2625"/>
                  </a:lnTo>
                  <a:lnTo>
                    <a:pt x="992" y="2625"/>
                  </a:lnTo>
                  <a:lnTo>
                    <a:pt x="1109" y="2509"/>
                  </a:lnTo>
                  <a:lnTo>
                    <a:pt x="1167" y="2392"/>
                  </a:lnTo>
                  <a:lnTo>
                    <a:pt x="1226" y="2217"/>
                  </a:lnTo>
                  <a:lnTo>
                    <a:pt x="1284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642" y="117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6"/>
            <p:cNvSpPr/>
            <p:nvPr/>
          </p:nvSpPr>
          <p:spPr>
            <a:xfrm>
              <a:off x="3484750" y="15901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59" y="175"/>
                  </a:lnTo>
                  <a:lnTo>
                    <a:pt x="350" y="117"/>
                  </a:lnTo>
                  <a:lnTo>
                    <a:pt x="409" y="175"/>
                  </a:lnTo>
                  <a:lnTo>
                    <a:pt x="350" y="2392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6"/>
            <p:cNvSpPr/>
            <p:nvPr/>
          </p:nvSpPr>
          <p:spPr>
            <a:xfrm>
              <a:off x="3524125" y="16119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6"/>
            <p:cNvSpPr/>
            <p:nvPr/>
          </p:nvSpPr>
          <p:spPr>
            <a:xfrm>
              <a:off x="3556200" y="16324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3"/>
                  </a:lnTo>
                  <a:lnTo>
                    <a:pt x="934" y="408"/>
                  </a:lnTo>
                  <a:lnTo>
                    <a:pt x="1051" y="759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934" y="2450"/>
                  </a:lnTo>
                  <a:lnTo>
                    <a:pt x="817" y="2450"/>
                  </a:lnTo>
                  <a:lnTo>
                    <a:pt x="701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3"/>
                  </a:lnTo>
                  <a:lnTo>
                    <a:pt x="351" y="292"/>
                  </a:lnTo>
                  <a:lnTo>
                    <a:pt x="409" y="233"/>
                  </a:lnTo>
                  <a:lnTo>
                    <a:pt x="467" y="175"/>
                  </a:lnTo>
                  <a:close/>
                  <a:moveTo>
                    <a:pt x="351" y="0"/>
                  </a:moveTo>
                  <a:lnTo>
                    <a:pt x="234" y="117"/>
                  </a:lnTo>
                  <a:lnTo>
                    <a:pt x="176" y="233"/>
                  </a:lnTo>
                  <a:lnTo>
                    <a:pt x="59" y="408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58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3595575" y="16557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17"/>
                  </a:moveTo>
                  <a:lnTo>
                    <a:pt x="701" y="176"/>
                  </a:lnTo>
                  <a:lnTo>
                    <a:pt x="934" y="409"/>
                  </a:lnTo>
                  <a:lnTo>
                    <a:pt x="1051" y="701"/>
                  </a:lnTo>
                  <a:lnTo>
                    <a:pt x="1168" y="1109"/>
                  </a:lnTo>
                  <a:lnTo>
                    <a:pt x="1168" y="1576"/>
                  </a:lnTo>
                  <a:lnTo>
                    <a:pt x="1168" y="1984"/>
                  </a:lnTo>
                  <a:lnTo>
                    <a:pt x="1051" y="2276"/>
                  </a:lnTo>
                  <a:lnTo>
                    <a:pt x="993" y="2392"/>
                  </a:lnTo>
                  <a:lnTo>
                    <a:pt x="876" y="2451"/>
                  </a:lnTo>
                  <a:lnTo>
                    <a:pt x="818" y="2451"/>
                  </a:lnTo>
                  <a:lnTo>
                    <a:pt x="701" y="2392"/>
                  </a:lnTo>
                  <a:lnTo>
                    <a:pt x="468" y="2159"/>
                  </a:lnTo>
                  <a:lnTo>
                    <a:pt x="293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351" y="292"/>
                  </a:lnTo>
                  <a:lnTo>
                    <a:pt x="409" y="176"/>
                  </a:lnTo>
                  <a:lnTo>
                    <a:pt x="468" y="117"/>
                  </a:lnTo>
                  <a:close/>
                  <a:moveTo>
                    <a:pt x="351" y="1"/>
                  </a:moveTo>
                  <a:lnTo>
                    <a:pt x="234" y="59"/>
                  </a:lnTo>
                  <a:lnTo>
                    <a:pt x="176" y="176"/>
                  </a:lnTo>
                  <a:lnTo>
                    <a:pt x="59" y="351"/>
                  </a:lnTo>
                  <a:lnTo>
                    <a:pt x="59" y="584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8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1"/>
                  </a:lnTo>
                  <a:lnTo>
                    <a:pt x="1168" y="584"/>
                  </a:lnTo>
                  <a:lnTo>
                    <a:pt x="993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3642250" y="168052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1" y="175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450"/>
                  </a:lnTo>
                  <a:lnTo>
                    <a:pt x="526" y="59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3674350" y="1700925"/>
              <a:ext cx="33550" cy="65675"/>
            </a:xfrm>
            <a:custGeom>
              <a:avLst/>
              <a:gdLst/>
              <a:ahLst/>
              <a:cxnLst/>
              <a:rect l="l" t="t" r="r" b="b"/>
              <a:pathLst>
                <a:path w="1342" h="2627" extrusionOk="0">
                  <a:moveTo>
                    <a:pt x="700" y="176"/>
                  </a:moveTo>
                  <a:lnTo>
                    <a:pt x="933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642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233" y="1459"/>
                  </a:lnTo>
                  <a:lnTo>
                    <a:pt x="175" y="993"/>
                  </a:lnTo>
                  <a:lnTo>
                    <a:pt x="233" y="584"/>
                  </a:lnTo>
                  <a:lnTo>
                    <a:pt x="292" y="293"/>
                  </a:lnTo>
                  <a:lnTo>
                    <a:pt x="408" y="176"/>
                  </a:lnTo>
                  <a:close/>
                  <a:moveTo>
                    <a:pt x="350" y="1"/>
                  </a:moveTo>
                  <a:lnTo>
                    <a:pt x="233" y="59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58" y="643"/>
                  </a:lnTo>
                  <a:lnTo>
                    <a:pt x="0" y="934"/>
                  </a:lnTo>
                  <a:lnTo>
                    <a:pt x="58" y="1518"/>
                  </a:lnTo>
                  <a:lnTo>
                    <a:pt x="233" y="1984"/>
                  </a:lnTo>
                  <a:lnTo>
                    <a:pt x="408" y="2335"/>
                  </a:lnTo>
                  <a:lnTo>
                    <a:pt x="642" y="2510"/>
                  </a:lnTo>
                  <a:lnTo>
                    <a:pt x="817" y="2568"/>
                  </a:lnTo>
                  <a:lnTo>
                    <a:pt x="933" y="2626"/>
                  </a:lnTo>
                  <a:lnTo>
                    <a:pt x="1050" y="2568"/>
                  </a:lnTo>
                  <a:lnTo>
                    <a:pt x="1167" y="2510"/>
                  </a:lnTo>
                  <a:lnTo>
                    <a:pt x="1225" y="2335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3"/>
                  </a:lnTo>
                  <a:lnTo>
                    <a:pt x="933" y="293"/>
                  </a:lnTo>
                  <a:lnTo>
                    <a:pt x="700" y="59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6"/>
            <p:cNvSpPr/>
            <p:nvPr/>
          </p:nvSpPr>
          <p:spPr>
            <a:xfrm>
              <a:off x="3721000" y="172572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351" y="1"/>
                  </a:moveTo>
                  <a:lnTo>
                    <a:pt x="1" y="59"/>
                  </a:lnTo>
                  <a:lnTo>
                    <a:pt x="1" y="176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6"/>
            <p:cNvSpPr/>
            <p:nvPr/>
          </p:nvSpPr>
          <p:spPr>
            <a:xfrm>
              <a:off x="3438075" y="167467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0" y="234"/>
                  </a:lnTo>
                  <a:lnTo>
                    <a:pt x="934" y="468"/>
                  </a:lnTo>
                  <a:lnTo>
                    <a:pt x="1050" y="759"/>
                  </a:lnTo>
                  <a:lnTo>
                    <a:pt x="1167" y="1168"/>
                  </a:lnTo>
                  <a:lnTo>
                    <a:pt x="1167" y="1634"/>
                  </a:lnTo>
                  <a:lnTo>
                    <a:pt x="1167" y="2043"/>
                  </a:lnTo>
                  <a:lnTo>
                    <a:pt x="1050" y="2334"/>
                  </a:lnTo>
                  <a:lnTo>
                    <a:pt x="992" y="2451"/>
                  </a:lnTo>
                  <a:lnTo>
                    <a:pt x="700" y="2451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234" y="1518"/>
                  </a:lnTo>
                  <a:lnTo>
                    <a:pt x="175" y="1051"/>
                  </a:lnTo>
                  <a:lnTo>
                    <a:pt x="234" y="584"/>
                  </a:lnTo>
                  <a:lnTo>
                    <a:pt x="350" y="351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4" y="118"/>
                  </a:lnTo>
                  <a:lnTo>
                    <a:pt x="175" y="234"/>
                  </a:lnTo>
                  <a:lnTo>
                    <a:pt x="59" y="409"/>
                  </a:lnTo>
                  <a:lnTo>
                    <a:pt x="59" y="643"/>
                  </a:lnTo>
                  <a:lnTo>
                    <a:pt x="0" y="934"/>
                  </a:lnTo>
                  <a:lnTo>
                    <a:pt x="59" y="1576"/>
                  </a:lnTo>
                  <a:lnTo>
                    <a:pt x="234" y="2043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68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92" y="351"/>
                  </a:lnTo>
                  <a:lnTo>
                    <a:pt x="700" y="118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6"/>
            <p:cNvSpPr/>
            <p:nvPr/>
          </p:nvSpPr>
          <p:spPr>
            <a:xfrm>
              <a:off x="3477450" y="16980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817" y="2451"/>
                  </a:lnTo>
                  <a:lnTo>
                    <a:pt x="701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351" y="0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6"/>
            <p:cNvSpPr/>
            <p:nvPr/>
          </p:nvSpPr>
          <p:spPr>
            <a:xfrm>
              <a:off x="3524125" y="17228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350" y="0"/>
                  </a:moveTo>
                  <a:lnTo>
                    <a:pt x="0" y="58"/>
                  </a:lnTo>
                  <a:lnTo>
                    <a:pt x="0" y="233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6"/>
            <p:cNvSpPr/>
            <p:nvPr/>
          </p:nvSpPr>
          <p:spPr>
            <a:xfrm>
              <a:off x="3556200" y="17432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7" y="1168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1" y="2334"/>
                  </a:lnTo>
                  <a:lnTo>
                    <a:pt x="992" y="2393"/>
                  </a:lnTo>
                  <a:lnTo>
                    <a:pt x="876" y="2451"/>
                  </a:lnTo>
                  <a:lnTo>
                    <a:pt x="817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3595575" y="17665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5"/>
                  </a:moveTo>
                  <a:lnTo>
                    <a:pt x="876" y="409"/>
                  </a:lnTo>
                  <a:lnTo>
                    <a:pt x="1051" y="700"/>
                  </a:lnTo>
                  <a:lnTo>
                    <a:pt x="1168" y="1109"/>
                  </a:lnTo>
                  <a:lnTo>
                    <a:pt x="1168" y="1575"/>
                  </a:lnTo>
                  <a:lnTo>
                    <a:pt x="1168" y="1984"/>
                  </a:lnTo>
                  <a:lnTo>
                    <a:pt x="1051" y="2275"/>
                  </a:lnTo>
                  <a:lnTo>
                    <a:pt x="993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3" y="2392"/>
                  </a:lnTo>
                  <a:lnTo>
                    <a:pt x="468" y="2159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3" y="292"/>
                  </a:lnTo>
                  <a:lnTo>
                    <a:pt x="409" y="175"/>
                  </a:lnTo>
                  <a:close/>
                  <a:moveTo>
                    <a:pt x="351" y="0"/>
                  </a:moveTo>
                  <a:lnTo>
                    <a:pt x="234" y="59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8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0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3634950" y="17884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68" y="1167"/>
                  </a:lnTo>
                  <a:lnTo>
                    <a:pt x="1168" y="1575"/>
                  </a:lnTo>
                  <a:lnTo>
                    <a:pt x="1168" y="2042"/>
                  </a:lnTo>
                  <a:lnTo>
                    <a:pt x="1051" y="2334"/>
                  </a:lnTo>
                  <a:lnTo>
                    <a:pt x="993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3" y="2392"/>
                  </a:lnTo>
                  <a:lnTo>
                    <a:pt x="468" y="2217"/>
                  </a:lnTo>
                  <a:lnTo>
                    <a:pt x="293" y="1925"/>
                  </a:lnTo>
                  <a:lnTo>
                    <a:pt x="176" y="1517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409" y="234"/>
                  </a:lnTo>
                  <a:lnTo>
                    <a:pt x="468" y="175"/>
                  </a:lnTo>
                  <a:close/>
                  <a:moveTo>
                    <a:pt x="468" y="0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67"/>
                  </a:lnTo>
                  <a:lnTo>
                    <a:pt x="818" y="2625"/>
                  </a:lnTo>
                  <a:lnTo>
                    <a:pt x="1051" y="2625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3674350" y="181177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642" y="176"/>
                  </a:moveTo>
                  <a:lnTo>
                    <a:pt x="875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0" y="2276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758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292" y="1"/>
                  </a:moveTo>
                  <a:lnTo>
                    <a:pt x="233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3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2"/>
                  </a:lnTo>
                  <a:lnTo>
                    <a:pt x="933" y="292"/>
                  </a:lnTo>
                  <a:lnTo>
                    <a:pt x="700" y="59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>
              <a:off x="3713725" y="183365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6"/>
                  </a:moveTo>
                  <a:lnTo>
                    <a:pt x="642" y="234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67" y="1168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92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175" y="1518"/>
                  </a:lnTo>
                  <a:lnTo>
                    <a:pt x="175" y="1051"/>
                  </a:lnTo>
                  <a:lnTo>
                    <a:pt x="175" y="584"/>
                  </a:lnTo>
                  <a:lnTo>
                    <a:pt x="292" y="351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117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>
              <a:off x="3438075" y="178697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18"/>
                  </a:moveTo>
                  <a:lnTo>
                    <a:pt x="700" y="176"/>
                  </a:lnTo>
                  <a:lnTo>
                    <a:pt x="875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3"/>
                  </a:lnTo>
                  <a:lnTo>
                    <a:pt x="234" y="584"/>
                  </a:lnTo>
                  <a:lnTo>
                    <a:pt x="292" y="293"/>
                  </a:lnTo>
                  <a:lnTo>
                    <a:pt x="409" y="176"/>
                  </a:lnTo>
                  <a:lnTo>
                    <a:pt x="467" y="176"/>
                  </a:lnTo>
                  <a:lnTo>
                    <a:pt x="584" y="118"/>
                  </a:lnTo>
                  <a:close/>
                  <a:moveTo>
                    <a:pt x="350" y="1"/>
                  </a:moveTo>
                  <a:lnTo>
                    <a:pt x="234" y="59"/>
                  </a:lnTo>
                  <a:lnTo>
                    <a:pt x="117" y="176"/>
                  </a:lnTo>
                  <a:lnTo>
                    <a:pt x="59" y="351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4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584"/>
                  </a:lnTo>
                  <a:lnTo>
                    <a:pt x="934" y="293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>
              <a:off x="3483275" y="1811775"/>
              <a:ext cx="14625" cy="61275"/>
            </a:xfrm>
            <a:custGeom>
              <a:avLst/>
              <a:gdLst/>
              <a:ahLst/>
              <a:cxnLst/>
              <a:rect l="l" t="t" r="r" b="b"/>
              <a:pathLst>
                <a:path w="585" h="2451" extrusionOk="0">
                  <a:moveTo>
                    <a:pt x="1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84" y="2451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>
              <a:off x="3522650" y="1833650"/>
              <a:ext cx="14625" cy="62750"/>
            </a:xfrm>
            <a:custGeom>
              <a:avLst/>
              <a:gdLst/>
              <a:ahLst/>
              <a:cxnLst/>
              <a:rect l="l" t="t" r="r" b="b"/>
              <a:pathLst>
                <a:path w="585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84" y="2509"/>
                  </a:lnTo>
                  <a:lnTo>
                    <a:pt x="584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>
              <a:off x="3556200" y="18540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642" y="234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67" y="1167"/>
                  </a:lnTo>
                  <a:lnTo>
                    <a:pt x="1167" y="1576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926"/>
                  </a:lnTo>
                  <a:lnTo>
                    <a:pt x="176" y="1517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5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1051" y="2626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>
              <a:off x="3601425" y="1878875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9" y="0"/>
                  </a:moveTo>
                  <a:lnTo>
                    <a:pt x="0" y="59"/>
                  </a:lnTo>
                  <a:lnTo>
                    <a:pt x="59" y="234"/>
                  </a:lnTo>
                  <a:lnTo>
                    <a:pt x="409" y="175"/>
                  </a:lnTo>
                  <a:lnTo>
                    <a:pt x="409" y="2450"/>
                  </a:lnTo>
                  <a:lnTo>
                    <a:pt x="525" y="2509"/>
                  </a:lnTo>
                  <a:lnTo>
                    <a:pt x="584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>
              <a:off x="3640800" y="19022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0" y="59"/>
                  </a:lnTo>
                  <a:lnTo>
                    <a:pt x="59" y="176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6"/>
            <p:cNvSpPr/>
            <p:nvPr/>
          </p:nvSpPr>
          <p:spPr>
            <a:xfrm>
              <a:off x="3680175" y="192555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59" y="175"/>
                  </a:lnTo>
                  <a:lnTo>
                    <a:pt x="409" y="117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5" y="2450"/>
                  </a:lnTo>
                  <a:lnTo>
                    <a:pt x="525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6"/>
            <p:cNvSpPr/>
            <p:nvPr/>
          </p:nvSpPr>
          <p:spPr>
            <a:xfrm>
              <a:off x="3713725" y="1945950"/>
              <a:ext cx="33550" cy="64200"/>
            </a:xfrm>
            <a:custGeom>
              <a:avLst/>
              <a:gdLst/>
              <a:ahLst/>
              <a:cxnLst/>
              <a:rect l="l" t="t" r="r" b="b"/>
              <a:pathLst>
                <a:path w="1342" h="2568" extrusionOk="0">
                  <a:moveTo>
                    <a:pt x="525" y="117"/>
                  </a:moveTo>
                  <a:lnTo>
                    <a:pt x="642" y="176"/>
                  </a:lnTo>
                  <a:lnTo>
                    <a:pt x="875" y="409"/>
                  </a:lnTo>
                  <a:lnTo>
                    <a:pt x="1050" y="701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0" y="2276"/>
                  </a:lnTo>
                  <a:lnTo>
                    <a:pt x="934" y="2393"/>
                  </a:lnTo>
                  <a:lnTo>
                    <a:pt x="642" y="2393"/>
                  </a:lnTo>
                  <a:lnTo>
                    <a:pt x="409" y="2159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3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176"/>
                  </a:lnTo>
                  <a:lnTo>
                    <a:pt x="467" y="117"/>
                  </a:lnTo>
                  <a:close/>
                  <a:moveTo>
                    <a:pt x="292" y="1"/>
                  </a:moveTo>
                  <a:lnTo>
                    <a:pt x="175" y="59"/>
                  </a:lnTo>
                  <a:lnTo>
                    <a:pt x="117" y="176"/>
                  </a:lnTo>
                  <a:lnTo>
                    <a:pt x="59" y="351"/>
                  </a:lnTo>
                  <a:lnTo>
                    <a:pt x="0" y="584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276"/>
                  </a:lnTo>
                  <a:lnTo>
                    <a:pt x="642" y="2509"/>
                  </a:lnTo>
                  <a:lnTo>
                    <a:pt x="759" y="2568"/>
                  </a:lnTo>
                  <a:lnTo>
                    <a:pt x="1050" y="2568"/>
                  </a:lnTo>
                  <a:lnTo>
                    <a:pt x="1109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09" y="584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>
              <a:off x="3438075" y="18978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642" y="176"/>
                  </a:moveTo>
                  <a:lnTo>
                    <a:pt x="875" y="409"/>
                  </a:lnTo>
                  <a:lnTo>
                    <a:pt x="1050" y="701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0" y="2276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176"/>
                  </a:lnTo>
                  <a:close/>
                  <a:moveTo>
                    <a:pt x="292" y="1"/>
                  </a:moveTo>
                  <a:lnTo>
                    <a:pt x="234" y="59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567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>
              <a:off x="3483275" y="192262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>
              <a:off x="3522650" y="19445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5"/>
                  </a:lnTo>
                  <a:lnTo>
                    <a:pt x="409" y="2451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>
              <a:off x="3556200" y="19649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5"/>
                  </a:moveTo>
                  <a:lnTo>
                    <a:pt x="642" y="234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7" y="1575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34" y="2450"/>
                  </a:lnTo>
                  <a:lnTo>
                    <a:pt x="642" y="2450"/>
                  </a:lnTo>
                  <a:lnTo>
                    <a:pt x="409" y="2217"/>
                  </a:lnTo>
                  <a:lnTo>
                    <a:pt x="292" y="1925"/>
                  </a:lnTo>
                  <a:lnTo>
                    <a:pt x="176" y="1517"/>
                  </a:lnTo>
                  <a:lnTo>
                    <a:pt x="176" y="1050"/>
                  </a:lnTo>
                  <a:lnTo>
                    <a:pt x="176" y="584"/>
                  </a:lnTo>
                  <a:lnTo>
                    <a:pt x="292" y="350"/>
                  </a:lnTo>
                  <a:lnTo>
                    <a:pt x="351" y="234"/>
                  </a:lnTo>
                  <a:lnTo>
                    <a:pt x="467" y="175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75"/>
                  </a:lnTo>
                  <a:lnTo>
                    <a:pt x="176" y="2042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5"/>
                  </a:lnTo>
                  <a:lnTo>
                    <a:pt x="1051" y="2625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3595575" y="1988250"/>
              <a:ext cx="32125" cy="65650"/>
            </a:xfrm>
            <a:custGeom>
              <a:avLst/>
              <a:gdLst/>
              <a:ahLst/>
              <a:cxnLst/>
              <a:rect l="l" t="t" r="r" b="b"/>
              <a:pathLst>
                <a:path w="1285" h="2626" extrusionOk="0">
                  <a:moveTo>
                    <a:pt x="526" y="176"/>
                  </a:moveTo>
                  <a:lnTo>
                    <a:pt x="643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1051" y="2334"/>
                  </a:lnTo>
                  <a:lnTo>
                    <a:pt x="934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2"/>
                  </a:lnTo>
                  <a:lnTo>
                    <a:pt x="409" y="2217"/>
                  </a:lnTo>
                  <a:lnTo>
                    <a:pt x="293" y="1867"/>
                  </a:lnTo>
                  <a:lnTo>
                    <a:pt x="176" y="1459"/>
                  </a:lnTo>
                  <a:lnTo>
                    <a:pt x="118" y="992"/>
                  </a:lnTo>
                  <a:lnTo>
                    <a:pt x="176" y="584"/>
                  </a:lnTo>
                  <a:lnTo>
                    <a:pt x="293" y="292"/>
                  </a:lnTo>
                  <a:lnTo>
                    <a:pt x="351" y="234"/>
                  </a:lnTo>
                  <a:lnTo>
                    <a:pt x="468" y="176"/>
                  </a:lnTo>
                  <a:close/>
                  <a:moveTo>
                    <a:pt x="293" y="1"/>
                  </a:moveTo>
                  <a:lnTo>
                    <a:pt x="176" y="117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759" y="2626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284" y="1634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>
              <a:off x="3634950" y="2011575"/>
              <a:ext cx="32125" cy="64200"/>
            </a:xfrm>
            <a:custGeom>
              <a:avLst/>
              <a:gdLst/>
              <a:ahLst/>
              <a:cxnLst/>
              <a:rect l="l" t="t" r="r" b="b"/>
              <a:pathLst>
                <a:path w="1285" h="2568" extrusionOk="0">
                  <a:moveTo>
                    <a:pt x="526" y="118"/>
                  </a:moveTo>
                  <a:lnTo>
                    <a:pt x="643" y="176"/>
                  </a:lnTo>
                  <a:lnTo>
                    <a:pt x="876" y="409"/>
                  </a:lnTo>
                  <a:lnTo>
                    <a:pt x="1051" y="701"/>
                  </a:lnTo>
                  <a:lnTo>
                    <a:pt x="1109" y="1109"/>
                  </a:lnTo>
                  <a:lnTo>
                    <a:pt x="1168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34" y="2393"/>
                  </a:lnTo>
                  <a:lnTo>
                    <a:pt x="643" y="2393"/>
                  </a:lnTo>
                  <a:lnTo>
                    <a:pt x="409" y="2159"/>
                  </a:lnTo>
                  <a:lnTo>
                    <a:pt x="293" y="1868"/>
                  </a:lnTo>
                  <a:lnTo>
                    <a:pt x="176" y="1459"/>
                  </a:lnTo>
                  <a:lnTo>
                    <a:pt x="118" y="993"/>
                  </a:lnTo>
                  <a:lnTo>
                    <a:pt x="176" y="584"/>
                  </a:lnTo>
                  <a:lnTo>
                    <a:pt x="293" y="293"/>
                  </a:lnTo>
                  <a:lnTo>
                    <a:pt x="351" y="176"/>
                  </a:lnTo>
                  <a:lnTo>
                    <a:pt x="468" y="118"/>
                  </a:lnTo>
                  <a:close/>
                  <a:moveTo>
                    <a:pt x="293" y="1"/>
                  </a:moveTo>
                  <a:lnTo>
                    <a:pt x="176" y="59"/>
                  </a:lnTo>
                  <a:lnTo>
                    <a:pt x="118" y="176"/>
                  </a:lnTo>
                  <a:lnTo>
                    <a:pt x="59" y="351"/>
                  </a:lnTo>
                  <a:lnTo>
                    <a:pt x="1" y="584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276"/>
                  </a:lnTo>
                  <a:lnTo>
                    <a:pt x="643" y="2510"/>
                  </a:lnTo>
                  <a:lnTo>
                    <a:pt x="759" y="2568"/>
                  </a:lnTo>
                  <a:lnTo>
                    <a:pt x="993" y="2568"/>
                  </a:lnTo>
                  <a:lnTo>
                    <a:pt x="1109" y="2510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051"/>
                  </a:lnTo>
                  <a:lnTo>
                    <a:pt x="1109" y="584"/>
                  </a:lnTo>
                  <a:lnTo>
                    <a:pt x="934" y="293"/>
                  </a:lnTo>
                  <a:lnTo>
                    <a:pt x="643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>
              <a:off x="3680175" y="203637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350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>
              <a:off x="3719550" y="20582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351" y="176"/>
                  </a:lnTo>
                  <a:lnTo>
                    <a:pt x="409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>
              <a:off x="3438075" y="2008675"/>
              <a:ext cx="32100" cy="65650"/>
            </a:xfrm>
            <a:custGeom>
              <a:avLst/>
              <a:gdLst/>
              <a:ahLst/>
              <a:cxnLst/>
              <a:rect l="l" t="t" r="r" b="b"/>
              <a:pathLst>
                <a:path w="1284" h="2626" extrusionOk="0">
                  <a:moveTo>
                    <a:pt x="642" y="175"/>
                  </a:moveTo>
                  <a:lnTo>
                    <a:pt x="875" y="409"/>
                  </a:lnTo>
                  <a:lnTo>
                    <a:pt x="1050" y="700"/>
                  </a:lnTo>
                  <a:lnTo>
                    <a:pt x="1109" y="1109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0" y="2334"/>
                  </a:lnTo>
                  <a:lnTo>
                    <a:pt x="934" y="2392"/>
                  </a:lnTo>
                  <a:lnTo>
                    <a:pt x="875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09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175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759" y="2626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09" y="2509"/>
                  </a:lnTo>
                  <a:lnTo>
                    <a:pt x="1225" y="2392"/>
                  </a:lnTo>
                  <a:lnTo>
                    <a:pt x="1284" y="2159"/>
                  </a:lnTo>
                  <a:lnTo>
                    <a:pt x="1284" y="1634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6"/>
            <p:cNvSpPr/>
            <p:nvPr/>
          </p:nvSpPr>
          <p:spPr>
            <a:xfrm>
              <a:off x="3483275" y="20334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8"/>
                  </a:lnTo>
                  <a:lnTo>
                    <a:pt x="59" y="233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6"/>
            <p:cNvSpPr/>
            <p:nvPr/>
          </p:nvSpPr>
          <p:spPr>
            <a:xfrm>
              <a:off x="3522650" y="20568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351" y="2392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6"/>
            <p:cNvSpPr/>
            <p:nvPr/>
          </p:nvSpPr>
          <p:spPr>
            <a:xfrm>
              <a:off x="3562050" y="20786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8" y="1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350" y="176"/>
                  </a:lnTo>
                  <a:lnTo>
                    <a:pt x="408" y="176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6"/>
            <p:cNvSpPr/>
            <p:nvPr/>
          </p:nvSpPr>
          <p:spPr>
            <a:xfrm>
              <a:off x="3594125" y="20991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109" y="759"/>
                  </a:lnTo>
                  <a:lnTo>
                    <a:pt x="1167" y="1109"/>
                  </a:lnTo>
                  <a:lnTo>
                    <a:pt x="1226" y="1575"/>
                  </a:lnTo>
                  <a:lnTo>
                    <a:pt x="1167" y="2042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934" y="2450"/>
                  </a:lnTo>
                  <a:lnTo>
                    <a:pt x="817" y="2450"/>
                  </a:lnTo>
                  <a:lnTo>
                    <a:pt x="701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351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76" y="234"/>
                  </a:lnTo>
                  <a:lnTo>
                    <a:pt x="117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1051" y="2625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6"/>
            <p:cNvSpPr/>
            <p:nvPr/>
          </p:nvSpPr>
          <p:spPr>
            <a:xfrm>
              <a:off x="3640800" y="21239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0" y="58"/>
                  </a:lnTo>
                  <a:lnTo>
                    <a:pt x="0" y="233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6"/>
            <p:cNvSpPr/>
            <p:nvPr/>
          </p:nvSpPr>
          <p:spPr>
            <a:xfrm>
              <a:off x="3672875" y="21443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8" y="1167"/>
                  </a:lnTo>
                  <a:lnTo>
                    <a:pt x="1168" y="1576"/>
                  </a:lnTo>
                  <a:lnTo>
                    <a:pt x="1168" y="2043"/>
                  </a:lnTo>
                  <a:lnTo>
                    <a:pt x="1051" y="2334"/>
                  </a:lnTo>
                  <a:lnTo>
                    <a:pt x="992" y="2393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1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351" y="292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8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3" y="1693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92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6"/>
            <p:cNvSpPr/>
            <p:nvPr/>
          </p:nvSpPr>
          <p:spPr>
            <a:xfrm>
              <a:off x="3712250" y="21676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5"/>
                  </a:moveTo>
                  <a:lnTo>
                    <a:pt x="934" y="409"/>
                  </a:lnTo>
                  <a:lnTo>
                    <a:pt x="1051" y="700"/>
                  </a:lnTo>
                  <a:lnTo>
                    <a:pt x="1168" y="1109"/>
                  </a:lnTo>
                  <a:lnTo>
                    <a:pt x="1168" y="1575"/>
                  </a:lnTo>
                  <a:lnTo>
                    <a:pt x="1168" y="1984"/>
                  </a:lnTo>
                  <a:lnTo>
                    <a:pt x="1051" y="2275"/>
                  </a:lnTo>
                  <a:lnTo>
                    <a:pt x="993" y="2392"/>
                  </a:lnTo>
                  <a:lnTo>
                    <a:pt x="876" y="2450"/>
                  </a:lnTo>
                  <a:lnTo>
                    <a:pt x="818" y="2450"/>
                  </a:lnTo>
                  <a:lnTo>
                    <a:pt x="701" y="2392"/>
                  </a:lnTo>
                  <a:lnTo>
                    <a:pt x="468" y="2159"/>
                  </a:lnTo>
                  <a:lnTo>
                    <a:pt x="293" y="1867"/>
                  </a:lnTo>
                  <a:lnTo>
                    <a:pt x="234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3" y="292"/>
                  </a:lnTo>
                  <a:lnTo>
                    <a:pt x="409" y="175"/>
                  </a:lnTo>
                  <a:close/>
                  <a:moveTo>
                    <a:pt x="351" y="0"/>
                  </a:moveTo>
                  <a:lnTo>
                    <a:pt x="234" y="58"/>
                  </a:lnTo>
                  <a:lnTo>
                    <a:pt x="118" y="233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567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050"/>
                  </a:lnTo>
                  <a:lnTo>
                    <a:pt x="1168" y="642"/>
                  </a:lnTo>
                  <a:lnTo>
                    <a:pt x="993" y="292"/>
                  </a:lnTo>
                  <a:lnTo>
                    <a:pt x="701" y="58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6"/>
            <p:cNvSpPr/>
            <p:nvPr/>
          </p:nvSpPr>
          <p:spPr>
            <a:xfrm>
              <a:off x="3438075" y="2119500"/>
              <a:ext cx="32100" cy="65675"/>
            </a:xfrm>
            <a:custGeom>
              <a:avLst/>
              <a:gdLst/>
              <a:ahLst/>
              <a:cxnLst/>
              <a:rect l="l" t="t" r="r" b="b"/>
              <a:pathLst>
                <a:path w="1284" h="2627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09"/>
                  </a:lnTo>
                  <a:lnTo>
                    <a:pt x="1109" y="1576"/>
                  </a:lnTo>
                  <a:lnTo>
                    <a:pt x="1109" y="2043"/>
                  </a:lnTo>
                  <a:lnTo>
                    <a:pt x="992" y="2335"/>
                  </a:lnTo>
                  <a:lnTo>
                    <a:pt x="934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34" y="1868"/>
                  </a:lnTo>
                  <a:lnTo>
                    <a:pt x="175" y="1459"/>
                  </a:lnTo>
                  <a:lnTo>
                    <a:pt x="117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0" y="234"/>
                  </a:lnTo>
                  <a:lnTo>
                    <a:pt x="409" y="176"/>
                  </a:lnTo>
                  <a:close/>
                  <a:moveTo>
                    <a:pt x="292" y="1"/>
                  </a:moveTo>
                  <a:lnTo>
                    <a:pt x="175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0" y="1518"/>
                  </a:lnTo>
                  <a:lnTo>
                    <a:pt x="175" y="1984"/>
                  </a:lnTo>
                  <a:lnTo>
                    <a:pt x="350" y="2335"/>
                  </a:lnTo>
                  <a:lnTo>
                    <a:pt x="584" y="2568"/>
                  </a:lnTo>
                  <a:lnTo>
                    <a:pt x="759" y="2626"/>
                  </a:lnTo>
                  <a:lnTo>
                    <a:pt x="875" y="2626"/>
                  </a:lnTo>
                  <a:lnTo>
                    <a:pt x="992" y="2568"/>
                  </a:lnTo>
                  <a:lnTo>
                    <a:pt x="1109" y="2510"/>
                  </a:lnTo>
                  <a:lnTo>
                    <a:pt x="1167" y="2393"/>
                  </a:lnTo>
                  <a:lnTo>
                    <a:pt x="1225" y="2218"/>
                  </a:lnTo>
                  <a:lnTo>
                    <a:pt x="1284" y="1634"/>
                  </a:lnTo>
                  <a:lnTo>
                    <a:pt x="1225" y="1109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642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6"/>
            <p:cNvSpPr/>
            <p:nvPr/>
          </p:nvSpPr>
          <p:spPr>
            <a:xfrm>
              <a:off x="3476000" y="214285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17"/>
                  </a:moveTo>
                  <a:lnTo>
                    <a:pt x="700" y="175"/>
                  </a:lnTo>
                  <a:lnTo>
                    <a:pt x="934" y="409"/>
                  </a:lnTo>
                  <a:lnTo>
                    <a:pt x="1050" y="700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2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0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233" y="1459"/>
                  </a:lnTo>
                  <a:lnTo>
                    <a:pt x="175" y="992"/>
                  </a:lnTo>
                  <a:lnTo>
                    <a:pt x="233" y="584"/>
                  </a:lnTo>
                  <a:lnTo>
                    <a:pt x="350" y="292"/>
                  </a:lnTo>
                  <a:lnTo>
                    <a:pt x="409" y="175"/>
                  </a:lnTo>
                  <a:lnTo>
                    <a:pt x="467" y="117"/>
                  </a:lnTo>
                  <a:close/>
                  <a:moveTo>
                    <a:pt x="350" y="0"/>
                  </a:moveTo>
                  <a:lnTo>
                    <a:pt x="233" y="59"/>
                  </a:lnTo>
                  <a:lnTo>
                    <a:pt x="175" y="175"/>
                  </a:lnTo>
                  <a:lnTo>
                    <a:pt x="58" y="350"/>
                  </a:lnTo>
                  <a:lnTo>
                    <a:pt x="58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233" y="1984"/>
                  </a:lnTo>
                  <a:lnTo>
                    <a:pt x="409" y="2276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584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6"/>
            <p:cNvSpPr/>
            <p:nvPr/>
          </p:nvSpPr>
          <p:spPr>
            <a:xfrm>
              <a:off x="3522650" y="216765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1" y="0"/>
                  </a:moveTo>
                  <a:lnTo>
                    <a:pt x="1" y="175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450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6"/>
            <p:cNvSpPr/>
            <p:nvPr/>
          </p:nvSpPr>
          <p:spPr>
            <a:xfrm>
              <a:off x="3554750" y="218805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700" y="176"/>
                  </a:moveTo>
                  <a:lnTo>
                    <a:pt x="934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700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234" y="1459"/>
                  </a:lnTo>
                  <a:lnTo>
                    <a:pt x="175" y="993"/>
                  </a:lnTo>
                  <a:lnTo>
                    <a:pt x="234" y="584"/>
                  </a:lnTo>
                  <a:lnTo>
                    <a:pt x="350" y="293"/>
                  </a:lnTo>
                  <a:lnTo>
                    <a:pt x="409" y="176"/>
                  </a:lnTo>
                  <a:close/>
                  <a:moveTo>
                    <a:pt x="350" y="1"/>
                  </a:moveTo>
                  <a:lnTo>
                    <a:pt x="234" y="59"/>
                  </a:lnTo>
                  <a:lnTo>
                    <a:pt x="175" y="234"/>
                  </a:lnTo>
                  <a:lnTo>
                    <a:pt x="59" y="409"/>
                  </a:lnTo>
                  <a:lnTo>
                    <a:pt x="59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4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3"/>
                  </a:lnTo>
                  <a:lnTo>
                    <a:pt x="992" y="293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6"/>
            <p:cNvSpPr/>
            <p:nvPr/>
          </p:nvSpPr>
          <p:spPr>
            <a:xfrm>
              <a:off x="3594125" y="220992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09"/>
                  </a:lnTo>
                  <a:lnTo>
                    <a:pt x="1051" y="759"/>
                  </a:lnTo>
                  <a:lnTo>
                    <a:pt x="1167" y="1168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1" y="2334"/>
                  </a:lnTo>
                  <a:lnTo>
                    <a:pt x="992" y="2393"/>
                  </a:lnTo>
                  <a:lnTo>
                    <a:pt x="876" y="2451"/>
                  </a:lnTo>
                  <a:lnTo>
                    <a:pt x="817" y="2451"/>
                  </a:lnTo>
                  <a:lnTo>
                    <a:pt x="701" y="2393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234" y="1518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292" y="293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59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34" y="293"/>
                  </a:lnTo>
                  <a:lnTo>
                    <a:pt x="701" y="118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6"/>
            <p:cNvSpPr/>
            <p:nvPr/>
          </p:nvSpPr>
          <p:spPr>
            <a:xfrm>
              <a:off x="3633500" y="22332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5"/>
                  </a:moveTo>
                  <a:lnTo>
                    <a:pt x="934" y="409"/>
                  </a:lnTo>
                  <a:lnTo>
                    <a:pt x="1051" y="700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1" y="2276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817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175"/>
                  </a:lnTo>
                  <a:close/>
                  <a:moveTo>
                    <a:pt x="351" y="0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0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6"/>
            <p:cNvSpPr/>
            <p:nvPr/>
          </p:nvSpPr>
          <p:spPr>
            <a:xfrm>
              <a:off x="3672875" y="22551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1" y="234"/>
                  </a:lnTo>
                  <a:lnTo>
                    <a:pt x="934" y="467"/>
                  </a:lnTo>
                  <a:lnTo>
                    <a:pt x="1051" y="759"/>
                  </a:lnTo>
                  <a:lnTo>
                    <a:pt x="1168" y="1167"/>
                  </a:lnTo>
                  <a:lnTo>
                    <a:pt x="1168" y="1576"/>
                  </a:lnTo>
                  <a:lnTo>
                    <a:pt x="1168" y="2042"/>
                  </a:lnTo>
                  <a:lnTo>
                    <a:pt x="1051" y="2334"/>
                  </a:lnTo>
                  <a:lnTo>
                    <a:pt x="992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926"/>
                  </a:lnTo>
                  <a:lnTo>
                    <a:pt x="176" y="1517"/>
                  </a:lnTo>
                  <a:lnTo>
                    <a:pt x="176" y="1051"/>
                  </a:lnTo>
                  <a:lnTo>
                    <a:pt x="234" y="584"/>
                  </a:lnTo>
                  <a:lnTo>
                    <a:pt x="292" y="350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1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8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292"/>
                  </a:lnTo>
                  <a:lnTo>
                    <a:pt x="701" y="117"/>
                  </a:lnTo>
                  <a:lnTo>
                    <a:pt x="584" y="5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6"/>
            <p:cNvSpPr/>
            <p:nvPr/>
          </p:nvSpPr>
          <p:spPr>
            <a:xfrm>
              <a:off x="3712250" y="2278475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701" y="176"/>
                  </a:moveTo>
                  <a:lnTo>
                    <a:pt x="876" y="409"/>
                  </a:lnTo>
                  <a:lnTo>
                    <a:pt x="1051" y="759"/>
                  </a:lnTo>
                  <a:lnTo>
                    <a:pt x="1168" y="1109"/>
                  </a:lnTo>
                  <a:lnTo>
                    <a:pt x="1168" y="1576"/>
                  </a:lnTo>
                  <a:lnTo>
                    <a:pt x="1168" y="1984"/>
                  </a:lnTo>
                  <a:lnTo>
                    <a:pt x="1051" y="2334"/>
                  </a:lnTo>
                  <a:lnTo>
                    <a:pt x="993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3" y="2393"/>
                  </a:lnTo>
                  <a:lnTo>
                    <a:pt x="468" y="2218"/>
                  </a:lnTo>
                  <a:lnTo>
                    <a:pt x="293" y="1868"/>
                  </a:lnTo>
                  <a:lnTo>
                    <a:pt x="176" y="1459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293" y="293"/>
                  </a:lnTo>
                  <a:lnTo>
                    <a:pt x="409" y="234"/>
                  </a:lnTo>
                  <a:lnTo>
                    <a:pt x="468" y="176"/>
                  </a:lnTo>
                  <a:close/>
                  <a:moveTo>
                    <a:pt x="351" y="1"/>
                  </a:moveTo>
                  <a:lnTo>
                    <a:pt x="234" y="118"/>
                  </a:lnTo>
                  <a:lnTo>
                    <a:pt x="118" y="234"/>
                  </a:lnTo>
                  <a:lnTo>
                    <a:pt x="59" y="409"/>
                  </a:lnTo>
                  <a:lnTo>
                    <a:pt x="1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3" y="2509"/>
                  </a:lnTo>
                  <a:lnTo>
                    <a:pt x="818" y="2626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8" y="2509"/>
                  </a:lnTo>
                  <a:lnTo>
                    <a:pt x="1226" y="2393"/>
                  </a:lnTo>
                  <a:lnTo>
                    <a:pt x="1284" y="2159"/>
                  </a:lnTo>
                  <a:lnTo>
                    <a:pt x="1343" y="1634"/>
                  </a:lnTo>
                  <a:lnTo>
                    <a:pt x="1284" y="1109"/>
                  </a:lnTo>
                  <a:lnTo>
                    <a:pt x="1168" y="643"/>
                  </a:lnTo>
                  <a:lnTo>
                    <a:pt x="934" y="293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6"/>
            <p:cNvSpPr/>
            <p:nvPr/>
          </p:nvSpPr>
          <p:spPr>
            <a:xfrm>
              <a:off x="3436625" y="223035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3" y="176"/>
                  </a:moveTo>
                  <a:lnTo>
                    <a:pt x="700" y="234"/>
                  </a:lnTo>
                  <a:lnTo>
                    <a:pt x="933" y="409"/>
                  </a:lnTo>
                  <a:lnTo>
                    <a:pt x="1050" y="759"/>
                  </a:lnTo>
                  <a:lnTo>
                    <a:pt x="1167" y="1167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0" y="2334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700" y="2393"/>
                  </a:lnTo>
                  <a:lnTo>
                    <a:pt x="467" y="2218"/>
                  </a:lnTo>
                  <a:lnTo>
                    <a:pt x="292" y="1867"/>
                  </a:lnTo>
                  <a:lnTo>
                    <a:pt x="233" y="1459"/>
                  </a:lnTo>
                  <a:lnTo>
                    <a:pt x="175" y="992"/>
                  </a:lnTo>
                  <a:lnTo>
                    <a:pt x="233" y="584"/>
                  </a:lnTo>
                  <a:lnTo>
                    <a:pt x="292" y="292"/>
                  </a:lnTo>
                  <a:lnTo>
                    <a:pt x="408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3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58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233" y="1984"/>
                  </a:lnTo>
                  <a:lnTo>
                    <a:pt x="408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3" y="2218"/>
                  </a:lnTo>
                  <a:lnTo>
                    <a:pt x="1342" y="1692"/>
                  </a:lnTo>
                  <a:lnTo>
                    <a:pt x="1283" y="1109"/>
                  </a:lnTo>
                  <a:lnTo>
                    <a:pt x="1167" y="642"/>
                  </a:lnTo>
                  <a:lnTo>
                    <a:pt x="933" y="292"/>
                  </a:lnTo>
                  <a:lnTo>
                    <a:pt x="700" y="59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6"/>
            <p:cNvSpPr/>
            <p:nvPr/>
          </p:nvSpPr>
          <p:spPr>
            <a:xfrm>
              <a:off x="3483275" y="225515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351" y="0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6"/>
            <p:cNvSpPr/>
            <p:nvPr/>
          </p:nvSpPr>
          <p:spPr>
            <a:xfrm>
              <a:off x="3522650" y="2278475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351" y="1"/>
                  </a:moveTo>
                  <a:lnTo>
                    <a:pt x="1" y="59"/>
                  </a:lnTo>
                  <a:lnTo>
                    <a:pt x="1" y="176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6"/>
            <p:cNvSpPr/>
            <p:nvPr/>
          </p:nvSpPr>
          <p:spPr>
            <a:xfrm>
              <a:off x="3554750" y="22989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0" y="176"/>
                  </a:moveTo>
                  <a:lnTo>
                    <a:pt x="875" y="409"/>
                  </a:lnTo>
                  <a:lnTo>
                    <a:pt x="1050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350" y="1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6"/>
            <p:cNvSpPr/>
            <p:nvPr/>
          </p:nvSpPr>
          <p:spPr>
            <a:xfrm>
              <a:off x="3599950" y="2323700"/>
              <a:ext cx="14625" cy="62725"/>
            </a:xfrm>
            <a:custGeom>
              <a:avLst/>
              <a:gdLst/>
              <a:ahLst/>
              <a:cxnLst/>
              <a:rect l="l" t="t" r="r" b="b"/>
              <a:pathLst>
                <a:path w="585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84" y="2509"/>
                  </a:lnTo>
                  <a:lnTo>
                    <a:pt x="584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6"/>
            <p:cNvSpPr/>
            <p:nvPr/>
          </p:nvSpPr>
          <p:spPr>
            <a:xfrm>
              <a:off x="3633500" y="23441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642" y="233"/>
                  </a:lnTo>
                  <a:lnTo>
                    <a:pt x="876" y="408"/>
                  </a:lnTo>
                  <a:lnTo>
                    <a:pt x="1051" y="758"/>
                  </a:lnTo>
                  <a:lnTo>
                    <a:pt x="1167" y="1108"/>
                  </a:lnTo>
                  <a:lnTo>
                    <a:pt x="1167" y="1575"/>
                  </a:lnTo>
                  <a:lnTo>
                    <a:pt x="1109" y="1984"/>
                  </a:lnTo>
                  <a:lnTo>
                    <a:pt x="1051" y="2334"/>
                  </a:lnTo>
                  <a:lnTo>
                    <a:pt x="992" y="2392"/>
                  </a:lnTo>
                  <a:lnTo>
                    <a:pt x="876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6" y="1458"/>
                  </a:lnTo>
                  <a:lnTo>
                    <a:pt x="176" y="992"/>
                  </a:lnTo>
                  <a:lnTo>
                    <a:pt x="176" y="583"/>
                  </a:lnTo>
                  <a:lnTo>
                    <a:pt x="292" y="292"/>
                  </a:lnTo>
                  <a:lnTo>
                    <a:pt x="351" y="233"/>
                  </a:lnTo>
                  <a:lnTo>
                    <a:pt x="467" y="175"/>
                  </a:lnTo>
                  <a:close/>
                  <a:moveTo>
                    <a:pt x="292" y="0"/>
                  </a:moveTo>
                  <a:lnTo>
                    <a:pt x="234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1" y="642"/>
                  </a:lnTo>
                  <a:lnTo>
                    <a:pt x="1" y="933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625"/>
                  </a:lnTo>
                  <a:lnTo>
                    <a:pt x="934" y="2625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108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1" y="58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6"/>
            <p:cNvSpPr/>
            <p:nvPr/>
          </p:nvSpPr>
          <p:spPr>
            <a:xfrm>
              <a:off x="3672875" y="236600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642" y="233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8" y="1634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92" y="2450"/>
                  </a:lnTo>
                  <a:lnTo>
                    <a:pt x="642" y="2450"/>
                  </a:lnTo>
                  <a:lnTo>
                    <a:pt x="467" y="2217"/>
                  </a:lnTo>
                  <a:lnTo>
                    <a:pt x="292" y="1925"/>
                  </a:lnTo>
                  <a:lnTo>
                    <a:pt x="176" y="1517"/>
                  </a:lnTo>
                  <a:lnTo>
                    <a:pt x="176" y="1050"/>
                  </a:lnTo>
                  <a:lnTo>
                    <a:pt x="176" y="583"/>
                  </a:lnTo>
                  <a:lnTo>
                    <a:pt x="292" y="350"/>
                  </a:lnTo>
                  <a:lnTo>
                    <a:pt x="351" y="233"/>
                  </a:lnTo>
                  <a:lnTo>
                    <a:pt x="467" y="175"/>
                  </a:lnTo>
                  <a:close/>
                  <a:moveTo>
                    <a:pt x="409" y="0"/>
                  </a:moveTo>
                  <a:lnTo>
                    <a:pt x="292" y="58"/>
                  </a:lnTo>
                  <a:lnTo>
                    <a:pt x="234" y="117"/>
                  </a:lnTo>
                  <a:lnTo>
                    <a:pt x="117" y="233"/>
                  </a:lnTo>
                  <a:lnTo>
                    <a:pt x="59" y="408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75"/>
                  </a:lnTo>
                  <a:lnTo>
                    <a:pt x="176" y="2042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5"/>
                  </a:lnTo>
                  <a:lnTo>
                    <a:pt x="1051" y="2625"/>
                  </a:lnTo>
                  <a:lnTo>
                    <a:pt x="1109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3" y="1692"/>
                  </a:lnTo>
                  <a:lnTo>
                    <a:pt x="1284" y="1109"/>
                  </a:lnTo>
                  <a:lnTo>
                    <a:pt x="1168" y="642"/>
                  </a:lnTo>
                  <a:lnTo>
                    <a:pt x="934" y="350"/>
                  </a:lnTo>
                  <a:lnTo>
                    <a:pt x="701" y="117"/>
                  </a:lnTo>
                  <a:lnTo>
                    <a:pt x="584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6"/>
            <p:cNvSpPr/>
            <p:nvPr/>
          </p:nvSpPr>
          <p:spPr>
            <a:xfrm>
              <a:off x="3718100" y="239225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59" y="175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5" y="2450"/>
                  </a:lnTo>
                  <a:lnTo>
                    <a:pt x="525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6"/>
            <p:cNvSpPr/>
            <p:nvPr/>
          </p:nvSpPr>
          <p:spPr>
            <a:xfrm>
              <a:off x="3436625" y="234120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3" y="175"/>
                  </a:moveTo>
                  <a:lnTo>
                    <a:pt x="700" y="234"/>
                  </a:lnTo>
                  <a:lnTo>
                    <a:pt x="875" y="467"/>
                  </a:lnTo>
                  <a:lnTo>
                    <a:pt x="1050" y="759"/>
                  </a:lnTo>
                  <a:lnTo>
                    <a:pt x="1167" y="1167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758" y="2451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926"/>
                  </a:lnTo>
                  <a:lnTo>
                    <a:pt x="175" y="1517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350" y="234"/>
                  </a:lnTo>
                  <a:lnTo>
                    <a:pt x="467" y="175"/>
                  </a:lnTo>
                  <a:close/>
                  <a:moveTo>
                    <a:pt x="467" y="0"/>
                  </a:moveTo>
                  <a:lnTo>
                    <a:pt x="350" y="59"/>
                  </a:lnTo>
                  <a:lnTo>
                    <a:pt x="233" y="117"/>
                  </a:lnTo>
                  <a:lnTo>
                    <a:pt x="117" y="234"/>
                  </a:lnTo>
                  <a:lnTo>
                    <a:pt x="58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408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3" y="2217"/>
                  </a:lnTo>
                  <a:lnTo>
                    <a:pt x="1342" y="1692"/>
                  </a:lnTo>
                  <a:lnTo>
                    <a:pt x="1283" y="1109"/>
                  </a:lnTo>
                  <a:lnTo>
                    <a:pt x="1167" y="642"/>
                  </a:lnTo>
                  <a:lnTo>
                    <a:pt x="933" y="292"/>
                  </a:lnTo>
                  <a:lnTo>
                    <a:pt x="700" y="117"/>
                  </a:lnTo>
                  <a:lnTo>
                    <a:pt x="583" y="5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6"/>
            <p:cNvSpPr/>
            <p:nvPr/>
          </p:nvSpPr>
          <p:spPr>
            <a:xfrm>
              <a:off x="3481825" y="2366000"/>
              <a:ext cx="14600" cy="62725"/>
            </a:xfrm>
            <a:custGeom>
              <a:avLst/>
              <a:gdLst/>
              <a:ahLst/>
              <a:cxnLst/>
              <a:rect l="l" t="t" r="r" b="b"/>
              <a:pathLst>
                <a:path w="584" h="2509" extrusionOk="0">
                  <a:moveTo>
                    <a:pt x="409" y="0"/>
                  </a:moveTo>
                  <a:lnTo>
                    <a:pt x="0" y="58"/>
                  </a:lnTo>
                  <a:lnTo>
                    <a:pt x="59" y="233"/>
                  </a:lnTo>
                  <a:lnTo>
                    <a:pt x="409" y="175"/>
                  </a:lnTo>
                  <a:lnTo>
                    <a:pt x="409" y="2450"/>
                  </a:lnTo>
                  <a:lnTo>
                    <a:pt x="526" y="2509"/>
                  </a:lnTo>
                  <a:lnTo>
                    <a:pt x="584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6"/>
            <p:cNvSpPr/>
            <p:nvPr/>
          </p:nvSpPr>
          <p:spPr>
            <a:xfrm>
              <a:off x="3521200" y="2389325"/>
              <a:ext cx="14600" cy="62750"/>
            </a:xfrm>
            <a:custGeom>
              <a:avLst/>
              <a:gdLst/>
              <a:ahLst/>
              <a:cxnLst/>
              <a:rect l="l" t="t" r="r" b="b"/>
              <a:pathLst>
                <a:path w="584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176"/>
                  </a:lnTo>
                  <a:lnTo>
                    <a:pt x="409" y="176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84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6"/>
            <p:cNvSpPr/>
            <p:nvPr/>
          </p:nvSpPr>
          <p:spPr>
            <a:xfrm>
              <a:off x="3560575" y="2412650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1" y="1"/>
                  </a:moveTo>
                  <a:lnTo>
                    <a:pt x="59" y="176"/>
                  </a:lnTo>
                  <a:lnTo>
                    <a:pt x="409" y="118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6"/>
            <p:cNvSpPr/>
            <p:nvPr/>
          </p:nvSpPr>
          <p:spPr>
            <a:xfrm>
              <a:off x="3594125" y="24316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5"/>
                  </a:moveTo>
                  <a:lnTo>
                    <a:pt x="642" y="234"/>
                  </a:lnTo>
                  <a:lnTo>
                    <a:pt x="876" y="467"/>
                  </a:lnTo>
                  <a:lnTo>
                    <a:pt x="1051" y="759"/>
                  </a:lnTo>
                  <a:lnTo>
                    <a:pt x="1109" y="1167"/>
                  </a:lnTo>
                  <a:lnTo>
                    <a:pt x="1167" y="1634"/>
                  </a:lnTo>
                  <a:lnTo>
                    <a:pt x="1109" y="2042"/>
                  </a:lnTo>
                  <a:lnTo>
                    <a:pt x="1051" y="2334"/>
                  </a:lnTo>
                  <a:lnTo>
                    <a:pt x="934" y="2451"/>
                  </a:lnTo>
                  <a:lnTo>
                    <a:pt x="642" y="2451"/>
                  </a:lnTo>
                  <a:lnTo>
                    <a:pt x="467" y="2217"/>
                  </a:lnTo>
                  <a:lnTo>
                    <a:pt x="292" y="1925"/>
                  </a:lnTo>
                  <a:lnTo>
                    <a:pt x="176" y="1517"/>
                  </a:lnTo>
                  <a:lnTo>
                    <a:pt x="176" y="1050"/>
                  </a:lnTo>
                  <a:lnTo>
                    <a:pt x="176" y="584"/>
                  </a:lnTo>
                  <a:lnTo>
                    <a:pt x="292" y="350"/>
                  </a:lnTo>
                  <a:lnTo>
                    <a:pt x="351" y="234"/>
                  </a:lnTo>
                  <a:lnTo>
                    <a:pt x="467" y="175"/>
                  </a:lnTo>
                  <a:close/>
                  <a:moveTo>
                    <a:pt x="409" y="0"/>
                  </a:moveTo>
                  <a:lnTo>
                    <a:pt x="292" y="59"/>
                  </a:ln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92"/>
                  </a:lnTo>
                  <a:lnTo>
                    <a:pt x="59" y="1575"/>
                  </a:lnTo>
                  <a:lnTo>
                    <a:pt x="176" y="2042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759" y="2626"/>
                  </a:lnTo>
                  <a:lnTo>
                    <a:pt x="1051" y="2626"/>
                  </a:lnTo>
                  <a:lnTo>
                    <a:pt x="1109" y="2567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92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350"/>
                  </a:lnTo>
                  <a:lnTo>
                    <a:pt x="701" y="117"/>
                  </a:lnTo>
                  <a:lnTo>
                    <a:pt x="526" y="59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6"/>
            <p:cNvSpPr/>
            <p:nvPr/>
          </p:nvSpPr>
          <p:spPr>
            <a:xfrm>
              <a:off x="3633500" y="24549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26" y="176"/>
                  </a:moveTo>
                  <a:lnTo>
                    <a:pt x="642" y="234"/>
                  </a:lnTo>
                  <a:lnTo>
                    <a:pt x="876" y="409"/>
                  </a:lnTo>
                  <a:lnTo>
                    <a:pt x="1051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1" y="2334"/>
                  </a:lnTo>
                  <a:lnTo>
                    <a:pt x="934" y="2393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92" y="1868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176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1" y="642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176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09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09" y="642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6"/>
            <p:cNvSpPr/>
            <p:nvPr/>
          </p:nvSpPr>
          <p:spPr>
            <a:xfrm>
              <a:off x="3678725" y="247975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8" y="0"/>
                  </a:moveTo>
                  <a:lnTo>
                    <a:pt x="0" y="59"/>
                  </a:lnTo>
                  <a:lnTo>
                    <a:pt x="58" y="234"/>
                  </a:lnTo>
                  <a:lnTo>
                    <a:pt x="408" y="175"/>
                  </a:lnTo>
                  <a:lnTo>
                    <a:pt x="408" y="2392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6"/>
            <p:cNvSpPr/>
            <p:nvPr/>
          </p:nvSpPr>
          <p:spPr>
            <a:xfrm>
              <a:off x="3718100" y="2503075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0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5" y="2451"/>
                  </a:lnTo>
                  <a:lnTo>
                    <a:pt x="525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6"/>
            <p:cNvSpPr/>
            <p:nvPr/>
          </p:nvSpPr>
          <p:spPr>
            <a:xfrm>
              <a:off x="3436625" y="245205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25" y="175"/>
                  </a:moveTo>
                  <a:lnTo>
                    <a:pt x="642" y="233"/>
                  </a:lnTo>
                  <a:lnTo>
                    <a:pt x="875" y="467"/>
                  </a:lnTo>
                  <a:lnTo>
                    <a:pt x="1050" y="758"/>
                  </a:lnTo>
                  <a:lnTo>
                    <a:pt x="1108" y="1167"/>
                  </a:lnTo>
                  <a:lnTo>
                    <a:pt x="1167" y="1634"/>
                  </a:lnTo>
                  <a:lnTo>
                    <a:pt x="1108" y="2042"/>
                  </a:lnTo>
                  <a:lnTo>
                    <a:pt x="1050" y="2334"/>
                  </a:lnTo>
                  <a:lnTo>
                    <a:pt x="933" y="2450"/>
                  </a:lnTo>
                  <a:lnTo>
                    <a:pt x="642" y="2450"/>
                  </a:lnTo>
                  <a:lnTo>
                    <a:pt x="467" y="2217"/>
                  </a:lnTo>
                  <a:lnTo>
                    <a:pt x="292" y="1925"/>
                  </a:lnTo>
                  <a:lnTo>
                    <a:pt x="175" y="1517"/>
                  </a:lnTo>
                  <a:lnTo>
                    <a:pt x="175" y="1050"/>
                  </a:lnTo>
                  <a:lnTo>
                    <a:pt x="175" y="583"/>
                  </a:lnTo>
                  <a:lnTo>
                    <a:pt x="292" y="350"/>
                  </a:lnTo>
                  <a:lnTo>
                    <a:pt x="350" y="233"/>
                  </a:lnTo>
                  <a:lnTo>
                    <a:pt x="467" y="175"/>
                  </a:lnTo>
                  <a:close/>
                  <a:moveTo>
                    <a:pt x="408" y="0"/>
                  </a:moveTo>
                  <a:lnTo>
                    <a:pt x="292" y="58"/>
                  </a:lnTo>
                  <a:lnTo>
                    <a:pt x="233" y="117"/>
                  </a:lnTo>
                  <a:lnTo>
                    <a:pt x="117" y="233"/>
                  </a:lnTo>
                  <a:lnTo>
                    <a:pt x="58" y="408"/>
                  </a:lnTo>
                  <a:lnTo>
                    <a:pt x="0" y="642"/>
                  </a:lnTo>
                  <a:lnTo>
                    <a:pt x="0" y="933"/>
                  </a:lnTo>
                  <a:lnTo>
                    <a:pt x="58" y="1575"/>
                  </a:lnTo>
                  <a:lnTo>
                    <a:pt x="175" y="2042"/>
                  </a:lnTo>
                  <a:lnTo>
                    <a:pt x="408" y="2334"/>
                  </a:lnTo>
                  <a:lnTo>
                    <a:pt x="642" y="2567"/>
                  </a:lnTo>
                  <a:lnTo>
                    <a:pt x="758" y="2625"/>
                  </a:lnTo>
                  <a:lnTo>
                    <a:pt x="1050" y="2625"/>
                  </a:lnTo>
                  <a:lnTo>
                    <a:pt x="1108" y="2509"/>
                  </a:lnTo>
                  <a:lnTo>
                    <a:pt x="1225" y="2392"/>
                  </a:lnTo>
                  <a:lnTo>
                    <a:pt x="1283" y="2217"/>
                  </a:lnTo>
                  <a:lnTo>
                    <a:pt x="1342" y="1692"/>
                  </a:lnTo>
                  <a:lnTo>
                    <a:pt x="1283" y="1108"/>
                  </a:lnTo>
                  <a:lnTo>
                    <a:pt x="1167" y="642"/>
                  </a:lnTo>
                  <a:lnTo>
                    <a:pt x="933" y="292"/>
                  </a:lnTo>
                  <a:lnTo>
                    <a:pt x="700" y="117"/>
                  </a:lnTo>
                  <a:lnTo>
                    <a:pt x="525" y="58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26"/>
            <p:cNvSpPr/>
            <p:nvPr/>
          </p:nvSpPr>
          <p:spPr>
            <a:xfrm>
              <a:off x="3481825" y="2478300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0" y="0"/>
                  </a:moveTo>
                  <a:lnTo>
                    <a:pt x="59" y="175"/>
                  </a:lnTo>
                  <a:lnTo>
                    <a:pt x="409" y="117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450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6"/>
            <p:cNvSpPr/>
            <p:nvPr/>
          </p:nvSpPr>
          <p:spPr>
            <a:xfrm>
              <a:off x="3521200" y="25001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9" y="0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5"/>
                  </a:lnTo>
                  <a:lnTo>
                    <a:pt x="409" y="2392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6"/>
            <p:cNvSpPr/>
            <p:nvPr/>
          </p:nvSpPr>
          <p:spPr>
            <a:xfrm>
              <a:off x="3554750" y="2520575"/>
              <a:ext cx="32100" cy="65675"/>
            </a:xfrm>
            <a:custGeom>
              <a:avLst/>
              <a:gdLst/>
              <a:ahLst/>
              <a:cxnLst/>
              <a:rect l="l" t="t" r="r" b="b"/>
              <a:pathLst>
                <a:path w="1284" h="2627" extrusionOk="0">
                  <a:moveTo>
                    <a:pt x="525" y="176"/>
                  </a:moveTo>
                  <a:lnTo>
                    <a:pt x="642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09" y="1109"/>
                  </a:lnTo>
                  <a:lnTo>
                    <a:pt x="1167" y="1576"/>
                  </a:lnTo>
                  <a:lnTo>
                    <a:pt x="1109" y="2043"/>
                  </a:lnTo>
                  <a:lnTo>
                    <a:pt x="1050" y="2334"/>
                  </a:lnTo>
                  <a:lnTo>
                    <a:pt x="934" y="2393"/>
                  </a:lnTo>
                  <a:lnTo>
                    <a:pt x="875" y="2451"/>
                  </a:lnTo>
                  <a:lnTo>
                    <a:pt x="759" y="2451"/>
                  </a:lnTo>
                  <a:lnTo>
                    <a:pt x="642" y="2393"/>
                  </a:lnTo>
                  <a:lnTo>
                    <a:pt x="409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17" y="993"/>
                  </a:lnTo>
                  <a:lnTo>
                    <a:pt x="175" y="584"/>
                  </a:lnTo>
                  <a:lnTo>
                    <a:pt x="292" y="293"/>
                  </a:lnTo>
                  <a:lnTo>
                    <a:pt x="350" y="234"/>
                  </a:lnTo>
                  <a:lnTo>
                    <a:pt x="467" y="176"/>
                  </a:lnTo>
                  <a:close/>
                  <a:moveTo>
                    <a:pt x="409" y="1"/>
                  </a:moveTo>
                  <a:lnTo>
                    <a:pt x="292" y="59"/>
                  </a:lnTo>
                  <a:lnTo>
                    <a:pt x="175" y="118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3"/>
                  </a:lnTo>
                  <a:lnTo>
                    <a:pt x="0" y="934"/>
                  </a:lnTo>
                  <a:lnTo>
                    <a:pt x="59" y="1518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759" y="2626"/>
                  </a:lnTo>
                  <a:lnTo>
                    <a:pt x="875" y="2626"/>
                  </a:lnTo>
                  <a:lnTo>
                    <a:pt x="992" y="2568"/>
                  </a:lnTo>
                  <a:lnTo>
                    <a:pt x="1109" y="2509"/>
                  </a:lnTo>
                  <a:lnTo>
                    <a:pt x="1225" y="2393"/>
                  </a:lnTo>
                  <a:lnTo>
                    <a:pt x="1284" y="2218"/>
                  </a:lnTo>
                  <a:lnTo>
                    <a:pt x="1284" y="1634"/>
                  </a:lnTo>
                  <a:lnTo>
                    <a:pt x="1284" y="1109"/>
                  </a:lnTo>
                  <a:lnTo>
                    <a:pt x="1109" y="643"/>
                  </a:lnTo>
                  <a:lnTo>
                    <a:pt x="934" y="293"/>
                  </a:lnTo>
                  <a:lnTo>
                    <a:pt x="700" y="59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6"/>
            <p:cNvSpPr/>
            <p:nvPr/>
          </p:nvSpPr>
          <p:spPr>
            <a:xfrm>
              <a:off x="3599950" y="25453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409" y="176"/>
                  </a:lnTo>
                  <a:lnTo>
                    <a:pt x="409" y="2393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6"/>
            <p:cNvSpPr/>
            <p:nvPr/>
          </p:nvSpPr>
          <p:spPr>
            <a:xfrm>
              <a:off x="3639325" y="2568725"/>
              <a:ext cx="13175" cy="61275"/>
            </a:xfrm>
            <a:custGeom>
              <a:avLst/>
              <a:gdLst/>
              <a:ahLst/>
              <a:cxnLst/>
              <a:rect l="l" t="t" r="r" b="b"/>
              <a:pathLst>
                <a:path w="527" h="2451" extrusionOk="0">
                  <a:moveTo>
                    <a:pt x="409" y="0"/>
                  </a:moveTo>
                  <a:lnTo>
                    <a:pt x="1" y="58"/>
                  </a:lnTo>
                  <a:lnTo>
                    <a:pt x="59" y="175"/>
                  </a:lnTo>
                  <a:lnTo>
                    <a:pt x="409" y="175"/>
                  </a:lnTo>
                  <a:lnTo>
                    <a:pt x="351" y="2392"/>
                  </a:lnTo>
                  <a:lnTo>
                    <a:pt x="526" y="2450"/>
                  </a:lnTo>
                  <a:lnTo>
                    <a:pt x="526" y="58"/>
                  </a:lnTo>
                  <a:lnTo>
                    <a:pt x="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6"/>
            <p:cNvSpPr/>
            <p:nvPr/>
          </p:nvSpPr>
          <p:spPr>
            <a:xfrm>
              <a:off x="3678725" y="2590600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408" y="0"/>
                  </a:moveTo>
                  <a:lnTo>
                    <a:pt x="0" y="58"/>
                  </a:lnTo>
                  <a:lnTo>
                    <a:pt x="58" y="234"/>
                  </a:lnTo>
                  <a:lnTo>
                    <a:pt x="350" y="175"/>
                  </a:lnTo>
                  <a:lnTo>
                    <a:pt x="408" y="175"/>
                  </a:lnTo>
                  <a:lnTo>
                    <a:pt x="350" y="2450"/>
                  </a:lnTo>
                  <a:lnTo>
                    <a:pt x="525" y="2509"/>
                  </a:lnTo>
                  <a:lnTo>
                    <a:pt x="525" y="117"/>
                  </a:lnTo>
                  <a:lnTo>
                    <a:pt x="4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6"/>
            <p:cNvSpPr/>
            <p:nvPr/>
          </p:nvSpPr>
          <p:spPr>
            <a:xfrm>
              <a:off x="3710800" y="2611000"/>
              <a:ext cx="33575" cy="65675"/>
            </a:xfrm>
            <a:custGeom>
              <a:avLst/>
              <a:gdLst/>
              <a:ahLst/>
              <a:cxnLst/>
              <a:rect l="l" t="t" r="r" b="b"/>
              <a:pathLst>
                <a:path w="1343" h="2627" extrusionOk="0">
                  <a:moveTo>
                    <a:pt x="584" y="176"/>
                  </a:moveTo>
                  <a:lnTo>
                    <a:pt x="701" y="234"/>
                  </a:lnTo>
                  <a:lnTo>
                    <a:pt x="934" y="468"/>
                  </a:lnTo>
                  <a:lnTo>
                    <a:pt x="1051" y="759"/>
                  </a:lnTo>
                  <a:lnTo>
                    <a:pt x="1167" y="1168"/>
                  </a:lnTo>
                  <a:lnTo>
                    <a:pt x="1167" y="1576"/>
                  </a:lnTo>
                  <a:lnTo>
                    <a:pt x="1167" y="2043"/>
                  </a:lnTo>
                  <a:lnTo>
                    <a:pt x="1051" y="2334"/>
                  </a:lnTo>
                  <a:lnTo>
                    <a:pt x="992" y="2393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1" y="2393"/>
                  </a:lnTo>
                  <a:lnTo>
                    <a:pt x="467" y="2218"/>
                  </a:lnTo>
                  <a:lnTo>
                    <a:pt x="292" y="1926"/>
                  </a:lnTo>
                  <a:lnTo>
                    <a:pt x="234" y="1518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351" y="293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1" y="59"/>
                  </a:lnTo>
                  <a:lnTo>
                    <a:pt x="234" y="118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3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68"/>
                  </a:lnTo>
                  <a:lnTo>
                    <a:pt x="817" y="2626"/>
                  </a:lnTo>
                  <a:lnTo>
                    <a:pt x="1051" y="2626"/>
                  </a:lnTo>
                  <a:lnTo>
                    <a:pt x="1167" y="2509"/>
                  </a:lnTo>
                  <a:lnTo>
                    <a:pt x="1226" y="2393"/>
                  </a:lnTo>
                  <a:lnTo>
                    <a:pt x="1284" y="2218"/>
                  </a:lnTo>
                  <a:lnTo>
                    <a:pt x="1342" y="1693"/>
                  </a:lnTo>
                  <a:lnTo>
                    <a:pt x="1284" y="1109"/>
                  </a:lnTo>
                  <a:lnTo>
                    <a:pt x="1167" y="643"/>
                  </a:lnTo>
                  <a:lnTo>
                    <a:pt x="992" y="293"/>
                  </a:lnTo>
                  <a:lnTo>
                    <a:pt x="701" y="118"/>
                  </a:lnTo>
                  <a:lnTo>
                    <a:pt x="584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6"/>
            <p:cNvSpPr/>
            <p:nvPr/>
          </p:nvSpPr>
          <p:spPr>
            <a:xfrm>
              <a:off x="3436625" y="2564350"/>
              <a:ext cx="32100" cy="64175"/>
            </a:xfrm>
            <a:custGeom>
              <a:avLst/>
              <a:gdLst/>
              <a:ahLst/>
              <a:cxnLst/>
              <a:rect l="l" t="t" r="r" b="b"/>
              <a:pathLst>
                <a:path w="1284" h="2567" extrusionOk="0">
                  <a:moveTo>
                    <a:pt x="525" y="117"/>
                  </a:moveTo>
                  <a:lnTo>
                    <a:pt x="642" y="175"/>
                  </a:lnTo>
                  <a:lnTo>
                    <a:pt x="875" y="408"/>
                  </a:lnTo>
                  <a:lnTo>
                    <a:pt x="1050" y="700"/>
                  </a:lnTo>
                  <a:lnTo>
                    <a:pt x="1108" y="1108"/>
                  </a:lnTo>
                  <a:lnTo>
                    <a:pt x="1167" y="1575"/>
                  </a:lnTo>
                  <a:lnTo>
                    <a:pt x="1108" y="1984"/>
                  </a:lnTo>
                  <a:lnTo>
                    <a:pt x="992" y="2275"/>
                  </a:lnTo>
                  <a:lnTo>
                    <a:pt x="933" y="2392"/>
                  </a:lnTo>
                  <a:lnTo>
                    <a:pt x="642" y="2392"/>
                  </a:lnTo>
                  <a:lnTo>
                    <a:pt x="408" y="2159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17" y="992"/>
                  </a:lnTo>
                  <a:lnTo>
                    <a:pt x="175" y="583"/>
                  </a:lnTo>
                  <a:lnTo>
                    <a:pt x="292" y="292"/>
                  </a:lnTo>
                  <a:lnTo>
                    <a:pt x="350" y="175"/>
                  </a:lnTo>
                  <a:lnTo>
                    <a:pt x="467" y="117"/>
                  </a:lnTo>
                  <a:close/>
                  <a:moveTo>
                    <a:pt x="292" y="0"/>
                  </a:moveTo>
                  <a:lnTo>
                    <a:pt x="175" y="58"/>
                  </a:lnTo>
                  <a:lnTo>
                    <a:pt x="117" y="175"/>
                  </a:lnTo>
                  <a:lnTo>
                    <a:pt x="58" y="350"/>
                  </a:lnTo>
                  <a:lnTo>
                    <a:pt x="0" y="583"/>
                  </a:lnTo>
                  <a:lnTo>
                    <a:pt x="0" y="933"/>
                  </a:lnTo>
                  <a:lnTo>
                    <a:pt x="58" y="1517"/>
                  </a:lnTo>
                  <a:lnTo>
                    <a:pt x="175" y="1984"/>
                  </a:lnTo>
                  <a:lnTo>
                    <a:pt x="408" y="2275"/>
                  </a:lnTo>
                  <a:lnTo>
                    <a:pt x="642" y="2509"/>
                  </a:lnTo>
                  <a:lnTo>
                    <a:pt x="758" y="2567"/>
                  </a:lnTo>
                  <a:lnTo>
                    <a:pt x="992" y="2567"/>
                  </a:lnTo>
                  <a:lnTo>
                    <a:pt x="1108" y="2509"/>
                  </a:lnTo>
                  <a:lnTo>
                    <a:pt x="1225" y="2334"/>
                  </a:lnTo>
                  <a:lnTo>
                    <a:pt x="1283" y="2159"/>
                  </a:lnTo>
                  <a:lnTo>
                    <a:pt x="1283" y="1634"/>
                  </a:lnTo>
                  <a:lnTo>
                    <a:pt x="1283" y="1050"/>
                  </a:lnTo>
                  <a:lnTo>
                    <a:pt x="1108" y="583"/>
                  </a:lnTo>
                  <a:lnTo>
                    <a:pt x="933" y="292"/>
                  </a:lnTo>
                  <a:lnTo>
                    <a:pt x="642" y="58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6"/>
            <p:cNvSpPr/>
            <p:nvPr/>
          </p:nvSpPr>
          <p:spPr>
            <a:xfrm>
              <a:off x="3481825" y="2589125"/>
              <a:ext cx="13150" cy="61300"/>
            </a:xfrm>
            <a:custGeom>
              <a:avLst/>
              <a:gdLst/>
              <a:ahLst/>
              <a:cxnLst/>
              <a:rect l="l" t="t" r="r" b="b"/>
              <a:pathLst>
                <a:path w="526" h="2452" extrusionOk="0">
                  <a:moveTo>
                    <a:pt x="0" y="1"/>
                  </a:moveTo>
                  <a:lnTo>
                    <a:pt x="59" y="176"/>
                  </a:lnTo>
                  <a:lnTo>
                    <a:pt x="409" y="176"/>
                  </a:lnTo>
                  <a:lnTo>
                    <a:pt x="351" y="2393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6"/>
            <p:cNvSpPr/>
            <p:nvPr/>
          </p:nvSpPr>
          <p:spPr>
            <a:xfrm>
              <a:off x="3521200" y="261100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59" y="234"/>
                  </a:lnTo>
                  <a:lnTo>
                    <a:pt x="351" y="176"/>
                  </a:lnTo>
                  <a:lnTo>
                    <a:pt x="409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118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6"/>
            <p:cNvSpPr/>
            <p:nvPr/>
          </p:nvSpPr>
          <p:spPr>
            <a:xfrm>
              <a:off x="3553300" y="263142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3" y="176"/>
                  </a:moveTo>
                  <a:lnTo>
                    <a:pt x="700" y="234"/>
                  </a:lnTo>
                  <a:lnTo>
                    <a:pt x="933" y="409"/>
                  </a:lnTo>
                  <a:lnTo>
                    <a:pt x="1050" y="759"/>
                  </a:lnTo>
                  <a:lnTo>
                    <a:pt x="1167" y="1167"/>
                  </a:lnTo>
                  <a:lnTo>
                    <a:pt x="1167" y="1576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933" y="2451"/>
                  </a:lnTo>
                  <a:lnTo>
                    <a:pt x="817" y="2451"/>
                  </a:lnTo>
                  <a:lnTo>
                    <a:pt x="700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3" y="1459"/>
                  </a:lnTo>
                  <a:lnTo>
                    <a:pt x="175" y="992"/>
                  </a:lnTo>
                  <a:lnTo>
                    <a:pt x="233" y="584"/>
                  </a:lnTo>
                  <a:lnTo>
                    <a:pt x="350" y="292"/>
                  </a:lnTo>
                  <a:lnTo>
                    <a:pt x="408" y="234"/>
                  </a:lnTo>
                  <a:lnTo>
                    <a:pt x="467" y="176"/>
                  </a:lnTo>
                  <a:close/>
                  <a:moveTo>
                    <a:pt x="467" y="1"/>
                  </a:moveTo>
                  <a:lnTo>
                    <a:pt x="350" y="59"/>
                  </a:lnTo>
                  <a:lnTo>
                    <a:pt x="233" y="117"/>
                  </a:lnTo>
                  <a:lnTo>
                    <a:pt x="175" y="234"/>
                  </a:lnTo>
                  <a:lnTo>
                    <a:pt x="58" y="409"/>
                  </a:lnTo>
                  <a:lnTo>
                    <a:pt x="58" y="642"/>
                  </a:lnTo>
                  <a:lnTo>
                    <a:pt x="0" y="934"/>
                  </a:lnTo>
                  <a:lnTo>
                    <a:pt x="58" y="1517"/>
                  </a:lnTo>
                  <a:lnTo>
                    <a:pt x="233" y="1984"/>
                  </a:lnTo>
                  <a:lnTo>
                    <a:pt x="408" y="2334"/>
                  </a:lnTo>
                  <a:lnTo>
                    <a:pt x="642" y="2567"/>
                  </a:lnTo>
                  <a:lnTo>
                    <a:pt x="817" y="2626"/>
                  </a:lnTo>
                  <a:lnTo>
                    <a:pt x="1050" y="2626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3" y="2217"/>
                  </a:lnTo>
                  <a:lnTo>
                    <a:pt x="1342" y="1692"/>
                  </a:lnTo>
                  <a:lnTo>
                    <a:pt x="1283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3" y="5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6"/>
            <p:cNvSpPr/>
            <p:nvPr/>
          </p:nvSpPr>
          <p:spPr>
            <a:xfrm>
              <a:off x="3592675" y="2654775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700" y="175"/>
                  </a:moveTo>
                  <a:lnTo>
                    <a:pt x="934" y="408"/>
                  </a:lnTo>
                  <a:lnTo>
                    <a:pt x="1050" y="700"/>
                  </a:lnTo>
                  <a:lnTo>
                    <a:pt x="1167" y="1108"/>
                  </a:lnTo>
                  <a:lnTo>
                    <a:pt x="1167" y="1575"/>
                  </a:lnTo>
                  <a:lnTo>
                    <a:pt x="1167" y="1984"/>
                  </a:lnTo>
                  <a:lnTo>
                    <a:pt x="1050" y="2275"/>
                  </a:lnTo>
                  <a:lnTo>
                    <a:pt x="992" y="2392"/>
                  </a:lnTo>
                  <a:lnTo>
                    <a:pt x="934" y="2450"/>
                  </a:lnTo>
                  <a:lnTo>
                    <a:pt x="817" y="2450"/>
                  </a:lnTo>
                  <a:lnTo>
                    <a:pt x="700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234" y="1458"/>
                  </a:lnTo>
                  <a:lnTo>
                    <a:pt x="175" y="992"/>
                  </a:lnTo>
                  <a:lnTo>
                    <a:pt x="234" y="583"/>
                  </a:lnTo>
                  <a:lnTo>
                    <a:pt x="350" y="292"/>
                  </a:lnTo>
                  <a:lnTo>
                    <a:pt x="409" y="175"/>
                  </a:lnTo>
                  <a:close/>
                  <a:moveTo>
                    <a:pt x="350" y="0"/>
                  </a:moveTo>
                  <a:lnTo>
                    <a:pt x="234" y="58"/>
                  </a:lnTo>
                  <a:lnTo>
                    <a:pt x="175" y="233"/>
                  </a:lnTo>
                  <a:lnTo>
                    <a:pt x="59" y="408"/>
                  </a:lnTo>
                  <a:lnTo>
                    <a:pt x="59" y="642"/>
                  </a:lnTo>
                  <a:lnTo>
                    <a:pt x="0" y="933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5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5" y="2392"/>
                  </a:lnTo>
                  <a:lnTo>
                    <a:pt x="1284" y="2159"/>
                  </a:lnTo>
                  <a:lnTo>
                    <a:pt x="1342" y="1633"/>
                  </a:lnTo>
                  <a:lnTo>
                    <a:pt x="1284" y="1050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58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6"/>
            <p:cNvSpPr/>
            <p:nvPr/>
          </p:nvSpPr>
          <p:spPr>
            <a:xfrm>
              <a:off x="3639325" y="2679550"/>
              <a:ext cx="13175" cy="62750"/>
            </a:xfrm>
            <a:custGeom>
              <a:avLst/>
              <a:gdLst/>
              <a:ahLst/>
              <a:cxnLst/>
              <a:rect l="l" t="t" r="r" b="b"/>
              <a:pathLst>
                <a:path w="527" h="2510" extrusionOk="0">
                  <a:moveTo>
                    <a:pt x="409" y="1"/>
                  </a:moveTo>
                  <a:lnTo>
                    <a:pt x="1" y="59"/>
                  </a:lnTo>
                  <a:lnTo>
                    <a:pt x="1" y="176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6"/>
            <p:cNvSpPr/>
            <p:nvPr/>
          </p:nvSpPr>
          <p:spPr>
            <a:xfrm>
              <a:off x="3671425" y="26999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0" y="176"/>
                  </a:moveTo>
                  <a:lnTo>
                    <a:pt x="934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276"/>
                  </a:lnTo>
                  <a:lnTo>
                    <a:pt x="992" y="2392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700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234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350" y="1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6"/>
            <p:cNvSpPr/>
            <p:nvPr/>
          </p:nvSpPr>
          <p:spPr>
            <a:xfrm>
              <a:off x="3718100" y="2724775"/>
              <a:ext cx="13150" cy="62725"/>
            </a:xfrm>
            <a:custGeom>
              <a:avLst/>
              <a:gdLst/>
              <a:ahLst/>
              <a:cxnLst/>
              <a:rect l="l" t="t" r="r" b="b"/>
              <a:pathLst>
                <a:path w="526" h="2509" extrusionOk="0">
                  <a:moveTo>
                    <a:pt x="350" y="0"/>
                  </a:moveTo>
                  <a:lnTo>
                    <a:pt x="0" y="59"/>
                  </a:lnTo>
                  <a:lnTo>
                    <a:pt x="0" y="234"/>
                  </a:lnTo>
                  <a:lnTo>
                    <a:pt x="350" y="175"/>
                  </a:lnTo>
                  <a:lnTo>
                    <a:pt x="350" y="2392"/>
                  </a:lnTo>
                  <a:lnTo>
                    <a:pt x="525" y="2509"/>
                  </a:lnTo>
                  <a:lnTo>
                    <a:pt x="525" y="59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6"/>
            <p:cNvSpPr/>
            <p:nvPr/>
          </p:nvSpPr>
          <p:spPr>
            <a:xfrm>
              <a:off x="3435150" y="267517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701" y="176"/>
                  </a:moveTo>
                  <a:lnTo>
                    <a:pt x="934" y="409"/>
                  </a:lnTo>
                  <a:lnTo>
                    <a:pt x="1051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1" y="2276"/>
                  </a:lnTo>
                  <a:lnTo>
                    <a:pt x="992" y="2393"/>
                  </a:lnTo>
                  <a:lnTo>
                    <a:pt x="934" y="2451"/>
                  </a:lnTo>
                  <a:lnTo>
                    <a:pt x="817" y="2451"/>
                  </a:lnTo>
                  <a:lnTo>
                    <a:pt x="701" y="2393"/>
                  </a:lnTo>
                  <a:lnTo>
                    <a:pt x="467" y="2159"/>
                  </a:lnTo>
                  <a:lnTo>
                    <a:pt x="292" y="1868"/>
                  </a:lnTo>
                  <a:lnTo>
                    <a:pt x="234" y="1459"/>
                  </a:lnTo>
                  <a:lnTo>
                    <a:pt x="176" y="993"/>
                  </a:lnTo>
                  <a:lnTo>
                    <a:pt x="234" y="584"/>
                  </a:lnTo>
                  <a:lnTo>
                    <a:pt x="351" y="292"/>
                  </a:lnTo>
                  <a:lnTo>
                    <a:pt x="409" y="176"/>
                  </a:lnTo>
                  <a:close/>
                  <a:moveTo>
                    <a:pt x="351" y="1"/>
                  </a:moveTo>
                  <a:lnTo>
                    <a:pt x="234" y="59"/>
                  </a:lnTo>
                  <a:lnTo>
                    <a:pt x="176" y="234"/>
                  </a:lnTo>
                  <a:lnTo>
                    <a:pt x="59" y="409"/>
                  </a:lnTo>
                  <a:lnTo>
                    <a:pt x="59" y="642"/>
                  </a:lnTo>
                  <a:lnTo>
                    <a:pt x="1" y="934"/>
                  </a:lnTo>
                  <a:lnTo>
                    <a:pt x="59" y="1518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568"/>
                  </a:lnTo>
                  <a:lnTo>
                    <a:pt x="934" y="2626"/>
                  </a:lnTo>
                  <a:lnTo>
                    <a:pt x="1051" y="2568"/>
                  </a:lnTo>
                  <a:lnTo>
                    <a:pt x="1167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642"/>
                  </a:lnTo>
                  <a:lnTo>
                    <a:pt x="992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6"/>
            <p:cNvSpPr/>
            <p:nvPr/>
          </p:nvSpPr>
          <p:spPr>
            <a:xfrm>
              <a:off x="3481825" y="2699975"/>
              <a:ext cx="13150" cy="61275"/>
            </a:xfrm>
            <a:custGeom>
              <a:avLst/>
              <a:gdLst/>
              <a:ahLst/>
              <a:cxnLst/>
              <a:rect l="l" t="t" r="r" b="b"/>
              <a:pathLst>
                <a:path w="526" h="2451" extrusionOk="0">
                  <a:moveTo>
                    <a:pt x="409" y="1"/>
                  </a:moveTo>
                  <a:lnTo>
                    <a:pt x="0" y="59"/>
                  </a:lnTo>
                  <a:lnTo>
                    <a:pt x="0" y="176"/>
                  </a:lnTo>
                  <a:lnTo>
                    <a:pt x="351" y="176"/>
                  </a:lnTo>
                  <a:lnTo>
                    <a:pt x="351" y="2392"/>
                  </a:lnTo>
                  <a:lnTo>
                    <a:pt x="526" y="2451"/>
                  </a:lnTo>
                  <a:lnTo>
                    <a:pt x="526" y="59"/>
                  </a:lnTo>
                  <a:lnTo>
                    <a:pt x="4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26"/>
            <p:cNvSpPr/>
            <p:nvPr/>
          </p:nvSpPr>
          <p:spPr>
            <a:xfrm>
              <a:off x="3521200" y="2721850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1" y="1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6"/>
                  </a:lnTo>
                  <a:lnTo>
                    <a:pt x="351" y="2451"/>
                  </a:lnTo>
                  <a:lnTo>
                    <a:pt x="526" y="2509"/>
                  </a:lnTo>
                  <a:lnTo>
                    <a:pt x="526" y="117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26"/>
            <p:cNvSpPr/>
            <p:nvPr/>
          </p:nvSpPr>
          <p:spPr>
            <a:xfrm>
              <a:off x="3560575" y="2745175"/>
              <a:ext cx="13150" cy="62750"/>
            </a:xfrm>
            <a:custGeom>
              <a:avLst/>
              <a:gdLst/>
              <a:ahLst/>
              <a:cxnLst/>
              <a:rect l="l" t="t" r="r" b="b"/>
              <a:pathLst>
                <a:path w="526" h="2510" extrusionOk="0">
                  <a:moveTo>
                    <a:pt x="351" y="1"/>
                  </a:moveTo>
                  <a:lnTo>
                    <a:pt x="1" y="59"/>
                  </a:lnTo>
                  <a:lnTo>
                    <a:pt x="1" y="176"/>
                  </a:lnTo>
                  <a:lnTo>
                    <a:pt x="351" y="176"/>
                  </a:lnTo>
                  <a:lnTo>
                    <a:pt x="351" y="2393"/>
                  </a:lnTo>
                  <a:lnTo>
                    <a:pt x="526" y="2510"/>
                  </a:lnTo>
                  <a:lnTo>
                    <a:pt x="526" y="59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6"/>
            <p:cNvSpPr/>
            <p:nvPr/>
          </p:nvSpPr>
          <p:spPr>
            <a:xfrm>
              <a:off x="3592675" y="2765600"/>
              <a:ext cx="33550" cy="65650"/>
            </a:xfrm>
            <a:custGeom>
              <a:avLst/>
              <a:gdLst/>
              <a:ahLst/>
              <a:cxnLst/>
              <a:rect l="l" t="t" r="r" b="b"/>
              <a:pathLst>
                <a:path w="1342" h="2626" extrusionOk="0">
                  <a:moveTo>
                    <a:pt x="584" y="176"/>
                  </a:moveTo>
                  <a:lnTo>
                    <a:pt x="700" y="234"/>
                  </a:lnTo>
                  <a:lnTo>
                    <a:pt x="934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67" y="1984"/>
                  </a:lnTo>
                  <a:lnTo>
                    <a:pt x="1050" y="2334"/>
                  </a:lnTo>
                  <a:lnTo>
                    <a:pt x="992" y="2393"/>
                  </a:lnTo>
                  <a:lnTo>
                    <a:pt x="875" y="2451"/>
                  </a:lnTo>
                  <a:lnTo>
                    <a:pt x="817" y="2451"/>
                  </a:lnTo>
                  <a:lnTo>
                    <a:pt x="642" y="2393"/>
                  </a:lnTo>
                  <a:lnTo>
                    <a:pt x="467" y="2218"/>
                  </a:lnTo>
                  <a:lnTo>
                    <a:pt x="292" y="1868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234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6"/>
                  </a:lnTo>
                  <a:close/>
                  <a:moveTo>
                    <a:pt x="350" y="1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234" y="1984"/>
                  </a:lnTo>
                  <a:lnTo>
                    <a:pt x="409" y="2334"/>
                  </a:lnTo>
                  <a:lnTo>
                    <a:pt x="642" y="2509"/>
                  </a:lnTo>
                  <a:lnTo>
                    <a:pt x="817" y="2626"/>
                  </a:lnTo>
                  <a:lnTo>
                    <a:pt x="934" y="2626"/>
                  </a:lnTo>
                  <a:lnTo>
                    <a:pt x="1050" y="2568"/>
                  </a:lnTo>
                  <a:lnTo>
                    <a:pt x="1167" y="2509"/>
                  </a:lnTo>
                  <a:lnTo>
                    <a:pt x="1225" y="2393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6"/>
            <p:cNvSpPr/>
            <p:nvPr/>
          </p:nvSpPr>
          <p:spPr>
            <a:xfrm>
              <a:off x="3639325" y="2790400"/>
              <a:ext cx="13175" cy="62725"/>
            </a:xfrm>
            <a:custGeom>
              <a:avLst/>
              <a:gdLst/>
              <a:ahLst/>
              <a:cxnLst/>
              <a:rect l="l" t="t" r="r" b="b"/>
              <a:pathLst>
                <a:path w="527" h="2509" extrusionOk="0">
                  <a:moveTo>
                    <a:pt x="351" y="0"/>
                  </a:moveTo>
                  <a:lnTo>
                    <a:pt x="1" y="59"/>
                  </a:lnTo>
                  <a:lnTo>
                    <a:pt x="1" y="234"/>
                  </a:lnTo>
                  <a:lnTo>
                    <a:pt x="351" y="175"/>
                  </a:lnTo>
                  <a:lnTo>
                    <a:pt x="351" y="2392"/>
                  </a:lnTo>
                  <a:lnTo>
                    <a:pt x="526" y="2509"/>
                  </a:lnTo>
                  <a:lnTo>
                    <a:pt x="526" y="59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6"/>
            <p:cNvSpPr/>
            <p:nvPr/>
          </p:nvSpPr>
          <p:spPr>
            <a:xfrm>
              <a:off x="3671425" y="2810825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75"/>
                  </a:moveTo>
                  <a:lnTo>
                    <a:pt x="700" y="234"/>
                  </a:lnTo>
                  <a:lnTo>
                    <a:pt x="875" y="409"/>
                  </a:lnTo>
                  <a:lnTo>
                    <a:pt x="1050" y="759"/>
                  </a:lnTo>
                  <a:lnTo>
                    <a:pt x="1167" y="1109"/>
                  </a:lnTo>
                  <a:lnTo>
                    <a:pt x="1167" y="1575"/>
                  </a:lnTo>
                  <a:lnTo>
                    <a:pt x="1167" y="2042"/>
                  </a:lnTo>
                  <a:lnTo>
                    <a:pt x="1050" y="2334"/>
                  </a:lnTo>
                  <a:lnTo>
                    <a:pt x="992" y="2392"/>
                  </a:lnTo>
                  <a:lnTo>
                    <a:pt x="875" y="2450"/>
                  </a:lnTo>
                  <a:lnTo>
                    <a:pt x="759" y="2450"/>
                  </a:lnTo>
                  <a:lnTo>
                    <a:pt x="642" y="2392"/>
                  </a:lnTo>
                  <a:lnTo>
                    <a:pt x="467" y="2217"/>
                  </a:lnTo>
                  <a:lnTo>
                    <a:pt x="292" y="1867"/>
                  </a:lnTo>
                  <a:lnTo>
                    <a:pt x="175" y="1459"/>
                  </a:lnTo>
                  <a:lnTo>
                    <a:pt x="175" y="992"/>
                  </a:lnTo>
                  <a:lnTo>
                    <a:pt x="175" y="584"/>
                  </a:lnTo>
                  <a:lnTo>
                    <a:pt x="292" y="292"/>
                  </a:lnTo>
                  <a:lnTo>
                    <a:pt x="409" y="234"/>
                  </a:lnTo>
                  <a:lnTo>
                    <a:pt x="467" y="175"/>
                  </a:lnTo>
                  <a:close/>
                  <a:moveTo>
                    <a:pt x="350" y="0"/>
                  </a:moveTo>
                  <a:lnTo>
                    <a:pt x="234" y="117"/>
                  </a:lnTo>
                  <a:lnTo>
                    <a:pt x="117" y="234"/>
                  </a:lnTo>
                  <a:lnTo>
                    <a:pt x="59" y="409"/>
                  </a:lnTo>
                  <a:lnTo>
                    <a:pt x="0" y="642"/>
                  </a:lnTo>
                  <a:lnTo>
                    <a:pt x="0" y="934"/>
                  </a:lnTo>
                  <a:lnTo>
                    <a:pt x="59" y="1517"/>
                  </a:lnTo>
                  <a:lnTo>
                    <a:pt x="175" y="1984"/>
                  </a:lnTo>
                  <a:lnTo>
                    <a:pt x="409" y="2334"/>
                  </a:lnTo>
                  <a:lnTo>
                    <a:pt x="642" y="2567"/>
                  </a:lnTo>
                  <a:lnTo>
                    <a:pt x="817" y="2625"/>
                  </a:lnTo>
                  <a:lnTo>
                    <a:pt x="934" y="2625"/>
                  </a:lnTo>
                  <a:lnTo>
                    <a:pt x="1050" y="2567"/>
                  </a:lnTo>
                  <a:lnTo>
                    <a:pt x="1167" y="2509"/>
                  </a:lnTo>
                  <a:lnTo>
                    <a:pt x="1226" y="2392"/>
                  </a:lnTo>
                  <a:lnTo>
                    <a:pt x="1284" y="2217"/>
                  </a:lnTo>
                  <a:lnTo>
                    <a:pt x="1342" y="1634"/>
                  </a:lnTo>
                  <a:lnTo>
                    <a:pt x="1284" y="1109"/>
                  </a:lnTo>
                  <a:lnTo>
                    <a:pt x="1167" y="642"/>
                  </a:lnTo>
                  <a:lnTo>
                    <a:pt x="934" y="292"/>
                  </a:lnTo>
                  <a:lnTo>
                    <a:pt x="700" y="59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6"/>
            <p:cNvSpPr/>
            <p:nvPr/>
          </p:nvSpPr>
          <p:spPr>
            <a:xfrm>
              <a:off x="3710800" y="2834150"/>
              <a:ext cx="33575" cy="65650"/>
            </a:xfrm>
            <a:custGeom>
              <a:avLst/>
              <a:gdLst/>
              <a:ahLst/>
              <a:cxnLst/>
              <a:rect l="l" t="t" r="r" b="b"/>
              <a:pathLst>
                <a:path w="1343" h="2626" extrusionOk="0">
                  <a:moveTo>
                    <a:pt x="584" y="117"/>
                  </a:moveTo>
                  <a:lnTo>
                    <a:pt x="642" y="176"/>
                  </a:lnTo>
                  <a:lnTo>
                    <a:pt x="876" y="409"/>
                  </a:lnTo>
                  <a:lnTo>
                    <a:pt x="1051" y="701"/>
                  </a:lnTo>
                  <a:lnTo>
                    <a:pt x="1167" y="1109"/>
                  </a:lnTo>
                  <a:lnTo>
                    <a:pt x="1167" y="1576"/>
                  </a:lnTo>
                  <a:lnTo>
                    <a:pt x="1109" y="1984"/>
                  </a:lnTo>
                  <a:lnTo>
                    <a:pt x="1051" y="2276"/>
                  </a:lnTo>
                  <a:lnTo>
                    <a:pt x="992" y="2392"/>
                  </a:lnTo>
                  <a:lnTo>
                    <a:pt x="876" y="2451"/>
                  </a:lnTo>
                  <a:lnTo>
                    <a:pt x="759" y="2451"/>
                  </a:lnTo>
                  <a:lnTo>
                    <a:pt x="642" y="2392"/>
                  </a:lnTo>
                  <a:lnTo>
                    <a:pt x="467" y="2159"/>
                  </a:lnTo>
                  <a:lnTo>
                    <a:pt x="292" y="1867"/>
                  </a:lnTo>
                  <a:lnTo>
                    <a:pt x="176" y="1459"/>
                  </a:lnTo>
                  <a:lnTo>
                    <a:pt x="176" y="992"/>
                  </a:lnTo>
                  <a:lnTo>
                    <a:pt x="176" y="584"/>
                  </a:lnTo>
                  <a:lnTo>
                    <a:pt x="292" y="292"/>
                  </a:lnTo>
                  <a:lnTo>
                    <a:pt x="351" y="176"/>
                  </a:lnTo>
                  <a:lnTo>
                    <a:pt x="467" y="117"/>
                  </a:lnTo>
                  <a:close/>
                  <a:moveTo>
                    <a:pt x="292" y="1"/>
                  </a:moveTo>
                  <a:lnTo>
                    <a:pt x="234" y="59"/>
                  </a:lnTo>
                  <a:lnTo>
                    <a:pt x="117" y="176"/>
                  </a:lnTo>
                  <a:lnTo>
                    <a:pt x="59" y="351"/>
                  </a:lnTo>
                  <a:lnTo>
                    <a:pt x="1" y="584"/>
                  </a:lnTo>
                  <a:lnTo>
                    <a:pt x="1" y="934"/>
                  </a:lnTo>
                  <a:lnTo>
                    <a:pt x="59" y="1517"/>
                  </a:lnTo>
                  <a:lnTo>
                    <a:pt x="176" y="1984"/>
                  </a:lnTo>
                  <a:lnTo>
                    <a:pt x="409" y="2276"/>
                  </a:lnTo>
                  <a:lnTo>
                    <a:pt x="642" y="2509"/>
                  </a:lnTo>
                  <a:lnTo>
                    <a:pt x="817" y="2567"/>
                  </a:lnTo>
                  <a:lnTo>
                    <a:pt x="934" y="2626"/>
                  </a:lnTo>
                  <a:lnTo>
                    <a:pt x="1051" y="2567"/>
                  </a:lnTo>
                  <a:lnTo>
                    <a:pt x="1167" y="2509"/>
                  </a:lnTo>
                  <a:lnTo>
                    <a:pt x="1226" y="2334"/>
                  </a:lnTo>
                  <a:lnTo>
                    <a:pt x="1284" y="2159"/>
                  </a:lnTo>
                  <a:lnTo>
                    <a:pt x="1342" y="1634"/>
                  </a:lnTo>
                  <a:lnTo>
                    <a:pt x="1284" y="1051"/>
                  </a:lnTo>
                  <a:lnTo>
                    <a:pt x="1167" y="584"/>
                  </a:lnTo>
                  <a:lnTo>
                    <a:pt x="934" y="292"/>
                  </a:lnTo>
                  <a:lnTo>
                    <a:pt x="701" y="59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1" name="Google Shape;1001;p26"/>
          <p:cNvGrpSpPr/>
          <p:nvPr/>
        </p:nvGrpSpPr>
        <p:grpSpPr>
          <a:xfrm>
            <a:off x="2611363" y="3976998"/>
            <a:ext cx="2375343" cy="632696"/>
            <a:chOff x="2611363" y="3976998"/>
            <a:chExt cx="2375343" cy="632696"/>
          </a:xfrm>
        </p:grpSpPr>
        <p:sp>
          <p:nvSpPr>
            <p:cNvPr id="1002" name="Google Shape;1002;p26"/>
            <p:cNvSpPr/>
            <p:nvPr/>
          </p:nvSpPr>
          <p:spPr>
            <a:xfrm>
              <a:off x="3898225" y="3976998"/>
              <a:ext cx="1088480" cy="632696"/>
            </a:xfrm>
            <a:custGeom>
              <a:avLst/>
              <a:gdLst/>
              <a:ahLst/>
              <a:cxnLst/>
              <a:rect l="l" t="t" r="r" b="b"/>
              <a:pathLst>
                <a:path w="61022" h="35470" extrusionOk="0">
                  <a:moveTo>
                    <a:pt x="59913" y="0"/>
                  </a:moveTo>
                  <a:lnTo>
                    <a:pt x="59505" y="59"/>
                  </a:lnTo>
                  <a:lnTo>
                    <a:pt x="59096" y="175"/>
                  </a:lnTo>
                  <a:lnTo>
                    <a:pt x="292" y="34362"/>
                  </a:lnTo>
                  <a:lnTo>
                    <a:pt x="175" y="34478"/>
                  </a:lnTo>
                  <a:lnTo>
                    <a:pt x="58" y="34537"/>
                  </a:lnTo>
                  <a:lnTo>
                    <a:pt x="0" y="34712"/>
                  </a:lnTo>
                  <a:lnTo>
                    <a:pt x="0" y="34828"/>
                  </a:lnTo>
                  <a:lnTo>
                    <a:pt x="0" y="34945"/>
                  </a:lnTo>
                  <a:lnTo>
                    <a:pt x="58" y="35062"/>
                  </a:lnTo>
                  <a:lnTo>
                    <a:pt x="175" y="35178"/>
                  </a:lnTo>
                  <a:lnTo>
                    <a:pt x="350" y="35295"/>
                  </a:lnTo>
                  <a:lnTo>
                    <a:pt x="700" y="35412"/>
                  </a:lnTo>
                  <a:lnTo>
                    <a:pt x="1108" y="35470"/>
                  </a:lnTo>
                  <a:lnTo>
                    <a:pt x="1517" y="35412"/>
                  </a:lnTo>
                  <a:lnTo>
                    <a:pt x="1925" y="35295"/>
                  </a:lnTo>
                  <a:lnTo>
                    <a:pt x="60730" y="1109"/>
                  </a:lnTo>
                  <a:lnTo>
                    <a:pt x="60846" y="992"/>
                  </a:lnTo>
                  <a:lnTo>
                    <a:pt x="60963" y="876"/>
                  </a:lnTo>
                  <a:lnTo>
                    <a:pt x="61021" y="759"/>
                  </a:lnTo>
                  <a:lnTo>
                    <a:pt x="61021" y="642"/>
                  </a:lnTo>
                  <a:lnTo>
                    <a:pt x="61021" y="526"/>
                  </a:lnTo>
                  <a:lnTo>
                    <a:pt x="60963" y="409"/>
                  </a:lnTo>
                  <a:lnTo>
                    <a:pt x="60846" y="292"/>
                  </a:lnTo>
                  <a:lnTo>
                    <a:pt x="60730" y="175"/>
                  </a:lnTo>
                  <a:lnTo>
                    <a:pt x="60321" y="59"/>
                  </a:lnTo>
                  <a:lnTo>
                    <a:pt x="59913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6"/>
            <p:cNvSpPr/>
            <p:nvPr/>
          </p:nvSpPr>
          <p:spPr>
            <a:xfrm>
              <a:off x="2611363" y="4226600"/>
              <a:ext cx="133500" cy="133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04" name="Google Shape;1004;p26"/>
          <p:cNvGrpSpPr/>
          <p:nvPr/>
        </p:nvGrpSpPr>
        <p:grpSpPr>
          <a:xfrm>
            <a:off x="1844129" y="856212"/>
            <a:ext cx="2054096" cy="239838"/>
            <a:chOff x="1844129" y="856212"/>
            <a:chExt cx="2054096" cy="239838"/>
          </a:xfrm>
        </p:grpSpPr>
        <p:sp>
          <p:nvSpPr>
            <p:cNvPr id="1005" name="Google Shape;1005;p26"/>
            <p:cNvSpPr/>
            <p:nvPr/>
          </p:nvSpPr>
          <p:spPr>
            <a:xfrm>
              <a:off x="3764725" y="962550"/>
              <a:ext cx="133500" cy="133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006" name="Google Shape;1006;p26"/>
            <p:cNvGrpSpPr/>
            <p:nvPr/>
          </p:nvGrpSpPr>
          <p:grpSpPr>
            <a:xfrm>
              <a:off x="1844129" y="856212"/>
              <a:ext cx="336649" cy="193799"/>
              <a:chOff x="5129875" y="3798200"/>
              <a:chExt cx="250875" cy="144400"/>
            </a:xfrm>
          </p:grpSpPr>
          <p:sp>
            <p:nvSpPr>
              <p:cNvPr id="1007" name="Google Shape;1007;p26"/>
              <p:cNvSpPr/>
              <p:nvPr/>
            </p:nvSpPr>
            <p:spPr>
              <a:xfrm>
                <a:off x="5129875" y="3881325"/>
                <a:ext cx="107950" cy="6127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451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450"/>
                    </a:lnTo>
                    <a:lnTo>
                      <a:pt x="4317" y="2450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26"/>
              <p:cNvSpPr/>
              <p:nvPr/>
            </p:nvSpPr>
            <p:spPr>
              <a:xfrm>
                <a:off x="5272800" y="3798200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509"/>
                    </a:lnTo>
                    <a:lnTo>
                      <a:pt x="4317" y="2509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26"/>
              <p:cNvSpPr/>
              <p:nvPr/>
            </p:nvSpPr>
            <p:spPr>
              <a:xfrm>
                <a:off x="5201325" y="3839025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1" y="0"/>
                    </a:moveTo>
                    <a:lnTo>
                      <a:pt x="1" y="817"/>
                    </a:lnTo>
                    <a:lnTo>
                      <a:pt x="2918" y="817"/>
                    </a:lnTo>
                    <a:lnTo>
                      <a:pt x="2918" y="2509"/>
                    </a:lnTo>
                    <a:lnTo>
                      <a:pt x="4318" y="2509"/>
                    </a:lnTo>
                    <a:lnTo>
                      <a:pt x="431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0" name="Google Shape;1010;p26"/>
          <p:cNvGrpSpPr/>
          <p:nvPr/>
        </p:nvGrpSpPr>
        <p:grpSpPr>
          <a:xfrm>
            <a:off x="4601325" y="856198"/>
            <a:ext cx="1088480" cy="1268032"/>
            <a:chOff x="4601325" y="856198"/>
            <a:chExt cx="1088480" cy="1268032"/>
          </a:xfrm>
        </p:grpSpPr>
        <p:grpSp>
          <p:nvGrpSpPr>
            <p:cNvPr id="1011" name="Google Shape;1011;p26"/>
            <p:cNvGrpSpPr/>
            <p:nvPr/>
          </p:nvGrpSpPr>
          <p:grpSpPr>
            <a:xfrm>
              <a:off x="4817332" y="1930431"/>
              <a:ext cx="336649" cy="193799"/>
              <a:chOff x="5129875" y="3798200"/>
              <a:chExt cx="250875" cy="144400"/>
            </a:xfrm>
          </p:grpSpPr>
          <p:sp>
            <p:nvSpPr>
              <p:cNvPr id="1012" name="Google Shape;1012;p26"/>
              <p:cNvSpPr/>
              <p:nvPr/>
            </p:nvSpPr>
            <p:spPr>
              <a:xfrm>
                <a:off x="5129875" y="3881325"/>
                <a:ext cx="107950" cy="6127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451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450"/>
                    </a:lnTo>
                    <a:lnTo>
                      <a:pt x="4317" y="2450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26"/>
              <p:cNvSpPr/>
              <p:nvPr/>
            </p:nvSpPr>
            <p:spPr>
              <a:xfrm>
                <a:off x="5272800" y="3798200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509"/>
                    </a:lnTo>
                    <a:lnTo>
                      <a:pt x="4317" y="2509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26"/>
              <p:cNvSpPr/>
              <p:nvPr/>
            </p:nvSpPr>
            <p:spPr>
              <a:xfrm>
                <a:off x="5201325" y="3839025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1" y="0"/>
                    </a:moveTo>
                    <a:lnTo>
                      <a:pt x="1" y="817"/>
                    </a:lnTo>
                    <a:lnTo>
                      <a:pt x="2918" y="817"/>
                    </a:lnTo>
                    <a:lnTo>
                      <a:pt x="2918" y="2509"/>
                    </a:lnTo>
                    <a:lnTo>
                      <a:pt x="4318" y="2509"/>
                    </a:lnTo>
                    <a:lnTo>
                      <a:pt x="43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5" name="Google Shape;1015;p26"/>
            <p:cNvSpPr/>
            <p:nvPr/>
          </p:nvSpPr>
          <p:spPr>
            <a:xfrm>
              <a:off x="4601325" y="856198"/>
              <a:ext cx="1088480" cy="632696"/>
            </a:xfrm>
            <a:custGeom>
              <a:avLst/>
              <a:gdLst/>
              <a:ahLst/>
              <a:cxnLst/>
              <a:rect l="l" t="t" r="r" b="b"/>
              <a:pathLst>
                <a:path w="61022" h="35470" extrusionOk="0">
                  <a:moveTo>
                    <a:pt x="59913" y="0"/>
                  </a:moveTo>
                  <a:lnTo>
                    <a:pt x="59505" y="59"/>
                  </a:lnTo>
                  <a:lnTo>
                    <a:pt x="59096" y="175"/>
                  </a:lnTo>
                  <a:lnTo>
                    <a:pt x="292" y="34362"/>
                  </a:lnTo>
                  <a:lnTo>
                    <a:pt x="175" y="34478"/>
                  </a:lnTo>
                  <a:lnTo>
                    <a:pt x="58" y="34537"/>
                  </a:lnTo>
                  <a:lnTo>
                    <a:pt x="0" y="34712"/>
                  </a:lnTo>
                  <a:lnTo>
                    <a:pt x="0" y="34828"/>
                  </a:lnTo>
                  <a:lnTo>
                    <a:pt x="0" y="34945"/>
                  </a:lnTo>
                  <a:lnTo>
                    <a:pt x="58" y="35062"/>
                  </a:lnTo>
                  <a:lnTo>
                    <a:pt x="175" y="35178"/>
                  </a:lnTo>
                  <a:lnTo>
                    <a:pt x="350" y="35295"/>
                  </a:lnTo>
                  <a:lnTo>
                    <a:pt x="700" y="35412"/>
                  </a:lnTo>
                  <a:lnTo>
                    <a:pt x="1108" y="35470"/>
                  </a:lnTo>
                  <a:lnTo>
                    <a:pt x="1517" y="35412"/>
                  </a:lnTo>
                  <a:lnTo>
                    <a:pt x="1925" y="35295"/>
                  </a:lnTo>
                  <a:lnTo>
                    <a:pt x="60730" y="1109"/>
                  </a:lnTo>
                  <a:lnTo>
                    <a:pt x="60846" y="992"/>
                  </a:lnTo>
                  <a:lnTo>
                    <a:pt x="60963" y="876"/>
                  </a:lnTo>
                  <a:lnTo>
                    <a:pt x="61021" y="759"/>
                  </a:lnTo>
                  <a:lnTo>
                    <a:pt x="61021" y="642"/>
                  </a:lnTo>
                  <a:lnTo>
                    <a:pt x="61021" y="526"/>
                  </a:lnTo>
                  <a:lnTo>
                    <a:pt x="60963" y="409"/>
                  </a:lnTo>
                  <a:lnTo>
                    <a:pt x="60846" y="292"/>
                  </a:lnTo>
                  <a:lnTo>
                    <a:pt x="60730" y="175"/>
                  </a:lnTo>
                  <a:lnTo>
                    <a:pt x="60321" y="59"/>
                  </a:lnTo>
                  <a:lnTo>
                    <a:pt x="59913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Intro to </a:t>
            </a:r>
            <a:r>
              <a:rPr lang="en" dirty="0"/>
              <a:t>Zigbee</a:t>
            </a:r>
            <a:endParaRPr dirty="0"/>
          </a:p>
        </p:txBody>
      </p:sp>
      <p:sp>
        <p:nvSpPr>
          <p:cNvPr id="1057" name="Google Shape;1057;p2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Wireless communication protocol based on IEEE 802.15.4</a:t>
            </a:r>
          </a:p>
          <a:p>
            <a:r>
              <a:rPr lang="en-US" sz="1400" dirty="0"/>
              <a:t>Short-range, low-data-rate, low-power use</a:t>
            </a:r>
          </a:p>
          <a:p>
            <a:r>
              <a:rPr lang="en-US" sz="1400" dirty="0"/>
              <a:t>Designed mainly for Internet of Things (IoT)</a:t>
            </a:r>
          </a:p>
          <a:p>
            <a:r>
              <a:rPr lang="en-US" sz="1400" dirty="0"/>
              <a:t>Optimized for energy efficiency, reliability, scalability</a:t>
            </a:r>
          </a:p>
          <a:p>
            <a:r>
              <a:rPr lang="en-US" sz="1400" dirty="0"/>
              <a:t>Used in smart homes, industry, healthcare, and energy systems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</p:txBody>
      </p:sp>
      <p:pic>
        <p:nvPicPr>
          <p:cNvPr id="1034" name="Picture 10" descr="Computer Networks">
            <a:extLst>
              <a:ext uri="{FF2B5EF4-FFF2-40B4-BE49-F238E27FC236}">
                <a16:creationId xmlns:a16="http://schemas.microsoft.com/office/drawing/2014/main" id="{4155C141-45A7-ED5D-81A9-069149F33B56}"/>
              </a:ext>
            </a:extLst>
          </p:cNvPr>
          <p:cNvPicPr>
            <a:picLocks noGrp="1" noChangeAspect="1" noChangeArrowheads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54" r="21754"/>
          <a:stretch>
            <a:fillRect/>
          </a:stretch>
        </p:blipFill>
        <p:spPr bwMode="auto">
          <a:prstGeom prst="ellipse">
            <a:avLst/>
          </a:prstGeom>
          <a:ln w="63500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9" name="Google Shape;1059;p29"/>
          <p:cNvSpPr/>
          <p:nvPr/>
        </p:nvSpPr>
        <p:spPr>
          <a:xfrm>
            <a:off x="7154550" y="1030211"/>
            <a:ext cx="1088480" cy="632696"/>
          </a:xfrm>
          <a:custGeom>
            <a:avLst/>
            <a:gdLst/>
            <a:ahLst/>
            <a:cxnLst/>
            <a:rect l="l" t="t" r="r" b="b"/>
            <a:pathLst>
              <a:path w="61022" h="35470" extrusionOk="0">
                <a:moveTo>
                  <a:pt x="59913" y="0"/>
                </a:moveTo>
                <a:lnTo>
                  <a:pt x="59505" y="59"/>
                </a:lnTo>
                <a:lnTo>
                  <a:pt x="59096" y="175"/>
                </a:lnTo>
                <a:lnTo>
                  <a:pt x="292" y="34362"/>
                </a:lnTo>
                <a:lnTo>
                  <a:pt x="175" y="34478"/>
                </a:lnTo>
                <a:lnTo>
                  <a:pt x="58" y="34537"/>
                </a:lnTo>
                <a:lnTo>
                  <a:pt x="0" y="34712"/>
                </a:lnTo>
                <a:lnTo>
                  <a:pt x="0" y="34828"/>
                </a:lnTo>
                <a:lnTo>
                  <a:pt x="0" y="34945"/>
                </a:lnTo>
                <a:lnTo>
                  <a:pt x="58" y="35062"/>
                </a:lnTo>
                <a:lnTo>
                  <a:pt x="175" y="35178"/>
                </a:lnTo>
                <a:lnTo>
                  <a:pt x="350" y="35295"/>
                </a:lnTo>
                <a:lnTo>
                  <a:pt x="700" y="35412"/>
                </a:lnTo>
                <a:lnTo>
                  <a:pt x="1108" y="35470"/>
                </a:lnTo>
                <a:lnTo>
                  <a:pt x="1517" y="35412"/>
                </a:lnTo>
                <a:lnTo>
                  <a:pt x="1925" y="35295"/>
                </a:lnTo>
                <a:lnTo>
                  <a:pt x="60730" y="1109"/>
                </a:lnTo>
                <a:lnTo>
                  <a:pt x="60846" y="992"/>
                </a:lnTo>
                <a:lnTo>
                  <a:pt x="60963" y="876"/>
                </a:lnTo>
                <a:lnTo>
                  <a:pt x="61021" y="759"/>
                </a:lnTo>
                <a:lnTo>
                  <a:pt x="61021" y="642"/>
                </a:lnTo>
                <a:lnTo>
                  <a:pt x="61021" y="526"/>
                </a:lnTo>
                <a:lnTo>
                  <a:pt x="60963" y="409"/>
                </a:lnTo>
                <a:lnTo>
                  <a:pt x="60846" y="292"/>
                </a:lnTo>
                <a:lnTo>
                  <a:pt x="60730" y="175"/>
                </a:lnTo>
                <a:lnTo>
                  <a:pt x="60321" y="59"/>
                </a:lnTo>
                <a:lnTo>
                  <a:pt x="59913" y="0"/>
                </a:lnTo>
                <a:close/>
              </a:path>
            </a:pathLst>
          </a:custGeom>
          <a:solidFill>
            <a:srgbClr val="01FCFE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0" name="Google Shape;1060;p29"/>
          <p:cNvGrpSpPr/>
          <p:nvPr/>
        </p:nvGrpSpPr>
        <p:grpSpPr>
          <a:xfrm>
            <a:off x="7778529" y="3071637"/>
            <a:ext cx="336649" cy="193799"/>
            <a:chOff x="5129875" y="3798200"/>
            <a:chExt cx="250875" cy="144400"/>
          </a:xfrm>
        </p:grpSpPr>
        <p:sp>
          <p:nvSpPr>
            <p:cNvPr id="1061" name="Google Shape;1061;p29"/>
            <p:cNvSpPr/>
            <p:nvPr/>
          </p:nvSpPr>
          <p:spPr>
            <a:xfrm>
              <a:off x="5129875" y="3881325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450"/>
                  </a:lnTo>
                  <a:lnTo>
                    <a:pt x="4317" y="2450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5272800" y="3798200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7" y="2509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9"/>
            <p:cNvSpPr/>
            <p:nvPr/>
          </p:nvSpPr>
          <p:spPr>
            <a:xfrm>
              <a:off x="5201325" y="3839025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1" y="0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509"/>
                  </a:lnTo>
                  <a:lnTo>
                    <a:pt x="4318" y="2509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4" name="Google Shape;1064;p29"/>
          <p:cNvGrpSpPr/>
          <p:nvPr/>
        </p:nvGrpSpPr>
        <p:grpSpPr>
          <a:xfrm>
            <a:off x="2368088" y="896700"/>
            <a:ext cx="2271641" cy="711711"/>
            <a:chOff x="2368088" y="896700"/>
            <a:chExt cx="2271641" cy="711711"/>
          </a:xfrm>
        </p:grpSpPr>
        <p:sp>
          <p:nvSpPr>
            <p:cNvPr id="1065" name="Google Shape;1065;p29"/>
            <p:cNvSpPr/>
            <p:nvPr/>
          </p:nvSpPr>
          <p:spPr>
            <a:xfrm>
              <a:off x="2368088" y="896700"/>
              <a:ext cx="133500" cy="133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066" name="Google Shape;1066;p29"/>
            <p:cNvGrpSpPr/>
            <p:nvPr/>
          </p:nvGrpSpPr>
          <p:grpSpPr>
            <a:xfrm>
              <a:off x="4303079" y="1414612"/>
              <a:ext cx="336649" cy="193799"/>
              <a:chOff x="5129875" y="3798200"/>
              <a:chExt cx="250875" cy="144400"/>
            </a:xfrm>
          </p:grpSpPr>
          <p:sp>
            <p:nvSpPr>
              <p:cNvPr id="1067" name="Google Shape;1067;p29"/>
              <p:cNvSpPr/>
              <p:nvPr/>
            </p:nvSpPr>
            <p:spPr>
              <a:xfrm>
                <a:off x="5129875" y="3881325"/>
                <a:ext cx="107950" cy="6127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451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450"/>
                    </a:lnTo>
                    <a:lnTo>
                      <a:pt x="4317" y="2450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9"/>
              <p:cNvSpPr/>
              <p:nvPr/>
            </p:nvSpPr>
            <p:spPr>
              <a:xfrm>
                <a:off x="5272800" y="3798200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509"/>
                    </a:lnTo>
                    <a:lnTo>
                      <a:pt x="4317" y="2509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9"/>
              <p:cNvSpPr/>
              <p:nvPr/>
            </p:nvSpPr>
            <p:spPr>
              <a:xfrm>
                <a:off x="5201325" y="3839025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1" y="0"/>
                    </a:moveTo>
                    <a:lnTo>
                      <a:pt x="1" y="817"/>
                    </a:lnTo>
                    <a:lnTo>
                      <a:pt x="2918" y="817"/>
                    </a:lnTo>
                    <a:lnTo>
                      <a:pt x="2918" y="2509"/>
                    </a:lnTo>
                    <a:lnTo>
                      <a:pt x="4318" y="2509"/>
                    </a:lnTo>
                    <a:lnTo>
                      <a:pt x="43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70" name="Google Shape;1070;p29"/>
          <p:cNvGrpSpPr/>
          <p:nvPr/>
        </p:nvGrpSpPr>
        <p:grpSpPr>
          <a:xfrm>
            <a:off x="958504" y="3903661"/>
            <a:ext cx="7284524" cy="632696"/>
            <a:chOff x="958504" y="3903661"/>
            <a:chExt cx="7284524" cy="632696"/>
          </a:xfrm>
        </p:grpSpPr>
        <p:sp>
          <p:nvSpPr>
            <p:cNvPr id="1071" name="Google Shape;1071;p29"/>
            <p:cNvSpPr/>
            <p:nvPr/>
          </p:nvSpPr>
          <p:spPr>
            <a:xfrm>
              <a:off x="3146250" y="3903661"/>
              <a:ext cx="1088480" cy="632696"/>
            </a:xfrm>
            <a:custGeom>
              <a:avLst/>
              <a:gdLst/>
              <a:ahLst/>
              <a:cxnLst/>
              <a:rect l="l" t="t" r="r" b="b"/>
              <a:pathLst>
                <a:path w="61022" h="35470" extrusionOk="0">
                  <a:moveTo>
                    <a:pt x="59913" y="0"/>
                  </a:moveTo>
                  <a:lnTo>
                    <a:pt x="59505" y="59"/>
                  </a:lnTo>
                  <a:lnTo>
                    <a:pt x="59096" y="175"/>
                  </a:lnTo>
                  <a:lnTo>
                    <a:pt x="292" y="34362"/>
                  </a:lnTo>
                  <a:lnTo>
                    <a:pt x="175" y="34478"/>
                  </a:lnTo>
                  <a:lnTo>
                    <a:pt x="58" y="34537"/>
                  </a:lnTo>
                  <a:lnTo>
                    <a:pt x="0" y="34712"/>
                  </a:lnTo>
                  <a:lnTo>
                    <a:pt x="0" y="34828"/>
                  </a:lnTo>
                  <a:lnTo>
                    <a:pt x="0" y="34945"/>
                  </a:lnTo>
                  <a:lnTo>
                    <a:pt x="58" y="35062"/>
                  </a:lnTo>
                  <a:lnTo>
                    <a:pt x="175" y="35178"/>
                  </a:lnTo>
                  <a:lnTo>
                    <a:pt x="350" y="35295"/>
                  </a:lnTo>
                  <a:lnTo>
                    <a:pt x="700" y="35412"/>
                  </a:lnTo>
                  <a:lnTo>
                    <a:pt x="1108" y="35470"/>
                  </a:lnTo>
                  <a:lnTo>
                    <a:pt x="1517" y="35412"/>
                  </a:lnTo>
                  <a:lnTo>
                    <a:pt x="1925" y="35295"/>
                  </a:lnTo>
                  <a:lnTo>
                    <a:pt x="60730" y="1109"/>
                  </a:lnTo>
                  <a:lnTo>
                    <a:pt x="60846" y="992"/>
                  </a:lnTo>
                  <a:lnTo>
                    <a:pt x="60963" y="876"/>
                  </a:lnTo>
                  <a:lnTo>
                    <a:pt x="61021" y="759"/>
                  </a:lnTo>
                  <a:lnTo>
                    <a:pt x="61021" y="642"/>
                  </a:lnTo>
                  <a:lnTo>
                    <a:pt x="61021" y="526"/>
                  </a:lnTo>
                  <a:lnTo>
                    <a:pt x="60963" y="409"/>
                  </a:lnTo>
                  <a:lnTo>
                    <a:pt x="60846" y="292"/>
                  </a:lnTo>
                  <a:lnTo>
                    <a:pt x="60730" y="175"/>
                  </a:lnTo>
                  <a:lnTo>
                    <a:pt x="60321" y="59"/>
                  </a:lnTo>
                  <a:lnTo>
                    <a:pt x="59913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2" name="Google Shape;1072;p29"/>
            <p:cNvGrpSpPr/>
            <p:nvPr/>
          </p:nvGrpSpPr>
          <p:grpSpPr>
            <a:xfrm>
              <a:off x="7906379" y="4253062"/>
              <a:ext cx="336649" cy="193799"/>
              <a:chOff x="5129875" y="3798200"/>
              <a:chExt cx="250875" cy="144400"/>
            </a:xfrm>
          </p:grpSpPr>
          <p:sp>
            <p:nvSpPr>
              <p:cNvPr id="1073" name="Google Shape;1073;p29"/>
              <p:cNvSpPr/>
              <p:nvPr/>
            </p:nvSpPr>
            <p:spPr>
              <a:xfrm>
                <a:off x="5129875" y="3881325"/>
                <a:ext cx="107950" cy="6127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451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450"/>
                    </a:lnTo>
                    <a:lnTo>
                      <a:pt x="4317" y="2450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9"/>
              <p:cNvSpPr/>
              <p:nvPr/>
            </p:nvSpPr>
            <p:spPr>
              <a:xfrm>
                <a:off x="5272800" y="3798200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509"/>
                    </a:lnTo>
                    <a:lnTo>
                      <a:pt x="4317" y="2509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9"/>
              <p:cNvSpPr/>
              <p:nvPr/>
            </p:nvSpPr>
            <p:spPr>
              <a:xfrm>
                <a:off x="5201325" y="3839025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1" y="0"/>
                    </a:moveTo>
                    <a:lnTo>
                      <a:pt x="1" y="817"/>
                    </a:lnTo>
                    <a:lnTo>
                      <a:pt x="2918" y="817"/>
                    </a:lnTo>
                    <a:lnTo>
                      <a:pt x="2918" y="2509"/>
                    </a:lnTo>
                    <a:lnTo>
                      <a:pt x="4318" y="2509"/>
                    </a:lnTo>
                    <a:lnTo>
                      <a:pt x="431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76" name="Google Shape;1076;p29"/>
            <p:cNvSpPr/>
            <p:nvPr/>
          </p:nvSpPr>
          <p:spPr>
            <a:xfrm>
              <a:off x="5104488" y="4201875"/>
              <a:ext cx="133500" cy="133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077" name="Google Shape;1077;p29"/>
            <p:cNvGrpSpPr/>
            <p:nvPr/>
          </p:nvGrpSpPr>
          <p:grpSpPr>
            <a:xfrm>
              <a:off x="958504" y="4171737"/>
              <a:ext cx="336649" cy="193799"/>
              <a:chOff x="5129875" y="3798200"/>
              <a:chExt cx="250875" cy="144400"/>
            </a:xfrm>
          </p:grpSpPr>
          <p:sp>
            <p:nvSpPr>
              <p:cNvPr id="1078" name="Google Shape;1078;p29"/>
              <p:cNvSpPr/>
              <p:nvPr/>
            </p:nvSpPr>
            <p:spPr>
              <a:xfrm>
                <a:off x="5129875" y="3881325"/>
                <a:ext cx="107950" cy="6127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451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450"/>
                    </a:lnTo>
                    <a:lnTo>
                      <a:pt x="4317" y="2450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9"/>
              <p:cNvSpPr/>
              <p:nvPr/>
            </p:nvSpPr>
            <p:spPr>
              <a:xfrm>
                <a:off x="5272800" y="3798200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509"/>
                    </a:lnTo>
                    <a:lnTo>
                      <a:pt x="4317" y="2509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9"/>
              <p:cNvSpPr/>
              <p:nvPr/>
            </p:nvSpPr>
            <p:spPr>
              <a:xfrm>
                <a:off x="5201325" y="3839025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1" y="0"/>
                    </a:moveTo>
                    <a:lnTo>
                      <a:pt x="1" y="817"/>
                    </a:lnTo>
                    <a:lnTo>
                      <a:pt x="2918" y="817"/>
                    </a:lnTo>
                    <a:lnTo>
                      <a:pt x="2918" y="2509"/>
                    </a:lnTo>
                    <a:lnTo>
                      <a:pt x="4318" y="2509"/>
                    </a:lnTo>
                    <a:lnTo>
                      <a:pt x="431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Key </a:t>
            </a:r>
            <a:r>
              <a:rPr lang="en" dirty="0"/>
              <a:t>Features</a:t>
            </a:r>
            <a:endParaRPr dirty="0"/>
          </a:p>
        </p:txBody>
      </p:sp>
      <p:sp>
        <p:nvSpPr>
          <p:cNvPr id="1473" name="Google Shape;1473;p3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10–100 m indoors (extendable with mesh routing)</a:t>
            </a:r>
          </a:p>
        </p:txBody>
      </p:sp>
      <p:sp>
        <p:nvSpPr>
          <p:cNvPr id="1474" name="Google Shape;1474;p34"/>
          <p:cNvSpPr txBox="1">
            <a:spLocks noGrp="1"/>
          </p:cNvSpPr>
          <p:nvPr>
            <p:ph type="sub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Up to 250 kbps (sufficient for control &amp; sensors)</a:t>
            </a:r>
          </a:p>
        </p:txBody>
      </p:sp>
      <p:sp>
        <p:nvSpPr>
          <p:cNvPr id="1475" name="Google Shape;1475;p34"/>
          <p:cNvSpPr txBox="1">
            <a:spLocks noGrp="1"/>
          </p:cNvSpPr>
          <p:nvPr>
            <p:ph type="subTitle" idx="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Supports Star, Tree, Mesh topologies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6" name="Google Shape;1476;p3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Coordinator, Router, End Device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0" name="Google Shape;1480;p34"/>
          <p:cNvSpPr txBox="1">
            <a:spLocks noGrp="1"/>
          </p:cNvSpPr>
          <p:nvPr>
            <p:ph type="subTitle" idx="5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2.4 GHz (global), 868 MHz (EU), 915 MHz (US)</a:t>
            </a:r>
          </a:p>
        </p:txBody>
      </p:sp>
      <p:sp>
        <p:nvSpPr>
          <p:cNvPr id="1481" name="Google Shape;1481;p34"/>
          <p:cNvSpPr txBox="1">
            <a:spLocks noGrp="1"/>
          </p:cNvSpPr>
          <p:nvPr>
            <p:ph type="subTitle" idx="6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Low-cost, highly scalable, secure communication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7" name="Google Shape;1477;p34"/>
          <p:cNvSpPr txBox="1">
            <a:spLocks noGrp="1"/>
          </p:cNvSpPr>
          <p:nvPr>
            <p:ph type="subTitle" idx="7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Range</a:t>
            </a:r>
            <a:endParaRPr dirty="0"/>
          </a:p>
        </p:txBody>
      </p:sp>
      <p:sp>
        <p:nvSpPr>
          <p:cNvPr id="1478" name="Google Shape;1478;p34"/>
          <p:cNvSpPr txBox="1">
            <a:spLocks noGrp="1"/>
          </p:cNvSpPr>
          <p:nvPr>
            <p:ph type="subTitle" idx="8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Rate</a:t>
            </a:r>
            <a:endParaRPr dirty="0"/>
          </a:p>
        </p:txBody>
      </p:sp>
      <p:sp>
        <p:nvSpPr>
          <p:cNvPr id="1479" name="Google Shape;1479;p34"/>
          <p:cNvSpPr txBox="1">
            <a:spLocks noGrp="1"/>
          </p:cNvSpPr>
          <p:nvPr>
            <p:ph type="subTitle" idx="9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Frequencies</a:t>
            </a:r>
            <a:endParaRPr dirty="0"/>
          </a:p>
        </p:txBody>
      </p:sp>
      <p:sp>
        <p:nvSpPr>
          <p:cNvPr id="1482" name="Google Shape;1482;p34"/>
          <p:cNvSpPr txBox="1">
            <a:spLocks noGrp="1"/>
          </p:cNvSpPr>
          <p:nvPr>
            <p:ph type="subTitle" idx="1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Topologies</a:t>
            </a:r>
            <a:endParaRPr dirty="0"/>
          </a:p>
        </p:txBody>
      </p:sp>
      <p:sp>
        <p:nvSpPr>
          <p:cNvPr id="1483" name="Google Shape;1483;p34"/>
          <p:cNvSpPr txBox="1">
            <a:spLocks noGrp="1"/>
          </p:cNvSpPr>
          <p:nvPr>
            <p:ph type="subTitle" idx="1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Device Types</a:t>
            </a:r>
            <a:endParaRPr dirty="0"/>
          </a:p>
        </p:txBody>
      </p:sp>
      <p:sp>
        <p:nvSpPr>
          <p:cNvPr id="1484" name="Google Shape;1484;p34"/>
          <p:cNvSpPr txBox="1">
            <a:spLocks noGrp="1"/>
          </p:cNvSpPr>
          <p:nvPr>
            <p:ph type="subTitle" idx="15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Benefits</a:t>
            </a:r>
            <a:endParaRPr dirty="0"/>
          </a:p>
        </p:txBody>
      </p:sp>
      <p:grpSp>
        <p:nvGrpSpPr>
          <p:cNvPr id="1485" name="Google Shape;1485;p34"/>
          <p:cNvGrpSpPr/>
          <p:nvPr/>
        </p:nvGrpSpPr>
        <p:grpSpPr>
          <a:xfrm>
            <a:off x="1737898" y="2976104"/>
            <a:ext cx="262814" cy="310009"/>
            <a:chOff x="859265" y="3348175"/>
            <a:chExt cx="312316" cy="368400"/>
          </a:xfrm>
        </p:grpSpPr>
        <p:sp>
          <p:nvSpPr>
            <p:cNvPr id="1486" name="Google Shape;1486;p34"/>
            <p:cNvSpPr/>
            <p:nvPr/>
          </p:nvSpPr>
          <p:spPr>
            <a:xfrm>
              <a:off x="968792" y="3507102"/>
              <a:ext cx="92498" cy="30589"/>
            </a:xfrm>
            <a:custGeom>
              <a:avLst/>
              <a:gdLst/>
              <a:ahLst/>
              <a:cxnLst/>
              <a:rect l="l" t="t" r="r" b="b"/>
              <a:pathLst>
                <a:path w="2906" h="961" extrusionOk="0">
                  <a:moveTo>
                    <a:pt x="1169" y="1"/>
                  </a:moveTo>
                  <a:cubicBezTo>
                    <a:pt x="820" y="1"/>
                    <a:pt x="503" y="37"/>
                    <a:pt x="298" y="68"/>
                  </a:cubicBezTo>
                  <a:cubicBezTo>
                    <a:pt x="119" y="104"/>
                    <a:pt x="0" y="247"/>
                    <a:pt x="0" y="413"/>
                  </a:cubicBezTo>
                  <a:lnTo>
                    <a:pt x="0" y="794"/>
                  </a:lnTo>
                  <a:cubicBezTo>
                    <a:pt x="0" y="890"/>
                    <a:pt x="72" y="961"/>
                    <a:pt x="167" y="961"/>
                  </a:cubicBezTo>
                  <a:cubicBezTo>
                    <a:pt x="250" y="961"/>
                    <a:pt x="322" y="890"/>
                    <a:pt x="322" y="794"/>
                  </a:cubicBezTo>
                  <a:lnTo>
                    <a:pt x="322" y="413"/>
                  </a:lnTo>
                  <a:cubicBezTo>
                    <a:pt x="322" y="413"/>
                    <a:pt x="322" y="401"/>
                    <a:pt x="346" y="401"/>
                  </a:cubicBezTo>
                  <a:cubicBezTo>
                    <a:pt x="513" y="373"/>
                    <a:pt x="820" y="331"/>
                    <a:pt x="1157" y="331"/>
                  </a:cubicBezTo>
                  <a:cubicBezTo>
                    <a:pt x="1250" y="331"/>
                    <a:pt x="1345" y="334"/>
                    <a:pt x="1441" y="342"/>
                  </a:cubicBezTo>
                  <a:cubicBezTo>
                    <a:pt x="1977" y="366"/>
                    <a:pt x="2346" y="497"/>
                    <a:pt x="2572" y="735"/>
                  </a:cubicBezTo>
                  <a:cubicBezTo>
                    <a:pt x="2602" y="764"/>
                    <a:pt x="2646" y="779"/>
                    <a:pt x="2691" y="779"/>
                  </a:cubicBezTo>
                  <a:cubicBezTo>
                    <a:pt x="2736" y="779"/>
                    <a:pt x="2780" y="764"/>
                    <a:pt x="2810" y="735"/>
                  </a:cubicBezTo>
                  <a:cubicBezTo>
                    <a:pt x="2905" y="675"/>
                    <a:pt x="2905" y="556"/>
                    <a:pt x="2834" y="497"/>
                  </a:cubicBezTo>
                  <a:cubicBezTo>
                    <a:pt x="2432" y="102"/>
                    <a:pt x="1754" y="1"/>
                    <a:pt x="11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4"/>
            <p:cNvSpPr/>
            <p:nvPr/>
          </p:nvSpPr>
          <p:spPr>
            <a:xfrm>
              <a:off x="911562" y="3458466"/>
              <a:ext cx="206577" cy="258109"/>
            </a:xfrm>
            <a:custGeom>
              <a:avLst/>
              <a:gdLst/>
              <a:ahLst/>
              <a:cxnLst/>
              <a:rect l="l" t="t" r="r" b="b"/>
              <a:pathLst>
                <a:path w="6490" h="8109" extrusionOk="0">
                  <a:moveTo>
                    <a:pt x="5061" y="322"/>
                  </a:moveTo>
                  <a:lnTo>
                    <a:pt x="5061" y="1953"/>
                  </a:lnTo>
                  <a:cubicBezTo>
                    <a:pt x="5061" y="2203"/>
                    <a:pt x="5001" y="2441"/>
                    <a:pt x="4894" y="2668"/>
                  </a:cubicBezTo>
                  <a:cubicBezTo>
                    <a:pt x="4882" y="2703"/>
                    <a:pt x="4882" y="2715"/>
                    <a:pt x="4882" y="2739"/>
                  </a:cubicBezTo>
                  <a:lnTo>
                    <a:pt x="4882" y="3215"/>
                  </a:lnTo>
                  <a:cubicBezTo>
                    <a:pt x="4882" y="3680"/>
                    <a:pt x="4703" y="4096"/>
                    <a:pt x="4358" y="4430"/>
                  </a:cubicBezTo>
                  <a:cubicBezTo>
                    <a:pt x="4044" y="4712"/>
                    <a:pt x="3660" y="4875"/>
                    <a:pt x="3244" y="4875"/>
                  </a:cubicBezTo>
                  <a:cubicBezTo>
                    <a:pt x="3203" y="4875"/>
                    <a:pt x="3161" y="4873"/>
                    <a:pt x="3120" y="4870"/>
                  </a:cubicBezTo>
                  <a:cubicBezTo>
                    <a:pt x="2275" y="4823"/>
                    <a:pt x="1596" y="4072"/>
                    <a:pt x="1596" y="3180"/>
                  </a:cubicBezTo>
                  <a:lnTo>
                    <a:pt x="1596" y="2763"/>
                  </a:lnTo>
                  <a:cubicBezTo>
                    <a:pt x="1596" y="2727"/>
                    <a:pt x="1596" y="2715"/>
                    <a:pt x="1572" y="2679"/>
                  </a:cubicBezTo>
                  <a:cubicBezTo>
                    <a:pt x="1477" y="2465"/>
                    <a:pt x="1417" y="2227"/>
                    <a:pt x="1417" y="1965"/>
                  </a:cubicBezTo>
                  <a:lnTo>
                    <a:pt x="1417" y="1596"/>
                  </a:lnTo>
                  <a:cubicBezTo>
                    <a:pt x="1417" y="894"/>
                    <a:pt x="1989" y="322"/>
                    <a:pt x="2691" y="322"/>
                  </a:cubicBezTo>
                  <a:close/>
                  <a:moveTo>
                    <a:pt x="4168" y="4989"/>
                  </a:moveTo>
                  <a:lnTo>
                    <a:pt x="4168" y="5299"/>
                  </a:lnTo>
                  <a:lnTo>
                    <a:pt x="3239" y="5930"/>
                  </a:lnTo>
                  <a:lnTo>
                    <a:pt x="2322" y="5299"/>
                  </a:lnTo>
                  <a:lnTo>
                    <a:pt x="2322" y="4989"/>
                  </a:lnTo>
                  <a:cubicBezTo>
                    <a:pt x="2560" y="5120"/>
                    <a:pt x="2822" y="5204"/>
                    <a:pt x="3108" y="5215"/>
                  </a:cubicBezTo>
                  <a:lnTo>
                    <a:pt x="3239" y="5215"/>
                  </a:lnTo>
                  <a:cubicBezTo>
                    <a:pt x="3572" y="5215"/>
                    <a:pt x="3882" y="5144"/>
                    <a:pt x="4168" y="4989"/>
                  </a:cubicBezTo>
                  <a:close/>
                  <a:moveTo>
                    <a:pt x="2191" y="5620"/>
                  </a:moveTo>
                  <a:lnTo>
                    <a:pt x="2989" y="6168"/>
                  </a:lnTo>
                  <a:lnTo>
                    <a:pt x="2560" y="6585"/>
                  </a:lnTo>
                  <a:lnTo>
                    <a:pt x="2548" y="6585"/>
                  </a:lnTo>
                  <a:lnTo>
                    <a:pt x="2024" y="5799"/>
                  </a:lnTo>
                  <a:lnTo>
                    <a:pt x="2191" y="5620"/>
                  </a:lnTo>
                  <a:close/>
                  <a:moveTo>
                    <a:pt x="4299" y="5596"/>
                  </a:moveTo>
                  <a:lnTo>
                    <a:pt x="4465" y="5775"/>
                  </a:lnTo>
                  <a:lnTo>
                    <a:pt x="3941" y="6585"/>
                  </a:lnTo>
                  <a:lnTo>
                    <a:pt x="3929" y="6585"/>
                  </a:lnTo>
                  <a:lnTo>
                    <a:pt x="3501" y="6156"/>
                  </a:lnTo>
                  <a:lnTo>
                    <a:pt x="4299" y="5596"/>
                  </a:lnTo>
                  <a:close/>
                  <a:moveTo>
                    <a:pt x="2703" y="1"/>
                  </a:moveTo>
                  <a:cubicBezTo>
                    <a:pt x="1810" y="1"/>
                    <a:pt x="1084" y="727"/>
                    <a:pt x="1084" y="1620"/>
                  </a:cubicBezTo>
                  <a:lnTo>
                    <a:pt x="1084" y="1977"/>
                  </a:lnTo>
                  <a:cubicBezTo>
                    <a:pt x="1084" y="2263"/>
                    <a:pt x="1143" y="2548"/>
                    <a:pt x="1262" y="2799"/>
                  </a:cubicBezTo>
                  <a:lnTo>
                    <a:pt x="1262" y="3191"/>
                  </a:lnTo>
                  <a:cubicBezTo>
                    <a:pt x="1262" y="3822"/>
                    <a:pt x="1548" y="4394"/>
                    <a:pt x="1989" y="4763"/>
                  </a:cubicBezTo>
                  <a:lnTo>
                    <a:pt x="1989" y="5335"/>
                  </a:lnTo>
                  <a:lnTo>
                    <a:pt x="1679" y="5656"/>
                  </a:lnTo>
                  <a:cubicBezTo>
                    <a:pt x="1655" y="5692"/>
                    <a:pt x="1632" y="5751"/>
                    <a:pt x="1632" y="5787"/>
                  </a:cubicBezTo>
                  <a:lnTo>
                    <a:pt x="596" y="6168"/>
                  </a:lnTo>
                  <a:cubicBezTo>
                    <a:pt x="239" y="6299"/>
                    <a:pt x="0" y="6620"/>
                    <a:pt x="0" y="7013"/>
                  </a:cubicBezTo>
                  <a:lnTo>
                    <a:pt x="0" y="7954"/>
                  </a:lnTo>
                  <a:cubicBezTo>
                    <a:pt x="0" y="8037"/>
                    <a:pt x="72" y="8109"/>
                    <a:pt x="155" y="8109"/>
                  </a:cubicBezTo>
                  <a:cubicBezTo>
                    <a:pt x="250" y="8109"/>
                    <a:pt x="322" y="8037"/>
                    <a:pt x="322" y="7954"/>
                  </a:cubicBezTo>
                  <a:lnTo>
                    <a:pt x="322" y="7013"/>
                  </a:lnTo>
                  <a:cubicBezTo>
                    <a:pt x="322" y="6775"/>
                    <a:pt x="477" y="6561"/>
                    <a:pt x="691" y="6489"/>
                  </a:cubicBezTo>
                  <a:lnTo>
                    <a:pt x="1798" y="6085"/>
                  </a:lnTo>
                  <a:lnTo>
                    <a:pt x="2263" y="6775"/>
                  </a:lnTo>
                  <a:cubicBezTo>
                    <a:pt x="2322" y="6859"/>
                    <a:pt x="2405" y="6918"/>
                    <a:pt x="2513" y="6918"/>
                  </a:cubicBezTo>
                  <a:lnTo>
                    <a:pt x="2536" y="6918"/>
                  </a:lnTo>
                  <a:cubicBezTo>
                    <a:pt x="2632" y="6918"/>
                    <a:pt x="2715" y="6894"/>
                    <a:pt x="2798" y="6823"/>
                  </a:cubicBezTo>
                  <a:lnTo>
                    <a:pt x="3072" y="6537"/>
                  </a:lnTo>
                  <a:lnTo>
                    <a:pt x="3072" y="7930"/>
                  </a:lnTo>
                  <a:cubicBezTo>
                    <a:pt x="3072" y="8025"/>
                    <a:pt x="3156" y="8097"/>
                    <a:pt x="3239" y="8097"/>
                  </a:cubicBezTo>
                  <a:cubicBezTo>
                    <a:pt x="3334" y="8097"/>
                    <a:pt x="3406" y="8025"/>
                    <a:pt x="3406" y="7930"/>
                  </a:cubicBezTo>
                  <a:lnTo>
                    <a:pt x="3406" y="6537"/>
                  </a:lnTo>
                  <a:lnTo>
                    <a:pt x="3691" y="6823"/>
                  </a:lnTo>
                  <a:cubicBezTo>
                    <a:pt x="3751" y="6882"/>
                    <a:pt x="3834" y="6918"/>
                    <a:pt x="3941" y="6918"/>
                  </a:cubicBezTo>
                  <a:lnTo>
                    <a:pt x="3965" y="6918"/>
                  </a:lnTo>
                  <a:cubicBezTo>
                    <a:pt x="4072" y="6906"/>
                    <a:pt x="4168" y="6859"/>
                    <a:pt x="4227" y="6775"/>
                  </a:cubicBezTo>
                  <a:lnTo>
                    <a:pt x="4680" y="6085"/>
                  </a:lnTo>
                  <a:lnTo>
                    <a:pt x="5787" y="6489"/>
                  </a:lnTo>
                  <a:cubicBezTo>
                    <a:pt x="6013" y="6561"/>
                    <a:pt x="6156" y="6775"/>
                    <a:pt x="6156" y="7013"/>
                  </a:cubicBezTo>
                  <a:lnTo>
                    <a:pt x="6156" y="7954"/>
                  </a:lnTo>
                  <a:cubicBezTo>
                    <a:pt x="6156" y="8037"/>
                    <a:pt x="6227" y="8109"/>
                    <a:pt x="6323" y="8109"/>
                  </a:cubicBezTo>
                  <a:cubicBezTo>
                    <a:pt x="6406" y="8109"/>
                    <a:pt x="6489" y="8037"/>
                    <a:pt x="6489" y="7954"/>
                  </a:cubicBezTo>
                  <a:lnTo>
                    <a:pt x="6489" y="7013"/>
                  </a:lnTo>
                  <a:cubicBezTo>
                    <a:pt x="6489" y="6632"/>
                    <a:pt x="6251" y="6299"/>
                    <a:pt x="5906" y="6168"/>
                  </a:cubicBezTo>
                  <a:lnTo>
                    <a:pt x="4870" y="5799"/>
                  </a:lnTo>
                  <a:cubicBezTo>
                    <a:pt x="4870" y="5751"/>
                    <a:pt x="4846" y="5704"/>
                    <a:pt x="4822" y="5656"/>
                  </a:cubicBezTo>
                  <a:lnTo>
                    <a:pt x="4513" y="5335"/>
                  </a:lnTo>
                  <a:lnTo>
                    <a:pt x="4513" y="4787"/>
                  </a:lnTo>
                  <a:cubicBezTo>
                    <a:pt x="4537" y="4751"/>
                    <a:pt x="4572" y="4727"/>
                    <a:pt x="4608" y="4692"/>
                  </a:cubicBezTo>
                  <a:cubicBezTo>
                    <a:pt x="5013" y="4323"/>
                    <a:pt x="5239" y="3787"/>
                    <a:pt x="5239" y="3251"/>
                  </a:cubicBezTo>
                  <a:lnTo>
                    <a:pt x="5239" y="2799"/>
                  </a:lnTo>
                  <a:cubicBezTo>
                    <a:pt x="5358" y="2537"/>
                    <a:pt x="5418" y="2263"/>
                    <a:pt x="5418" y="1977"/>
                  </a:cubicBezTo>
                  <a:lnTo>
                    <a:pt x="5418" y="167"/>
                  </a:lnTo>
                  <a:cubicBezTo>
                    <a:pt x="5418" y="72"/>
                    <a:pt x="5334" y="1"/>
                    <a:pt x="52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4"/>
            <p:cNvSpPr/>
            <p:nvPr/>
          </p:nvSpPr>
          <p:spPr>
            <a:xfrm>
              <a:off x="946034" y="3694580"/>
              <a:ext cx="10663" cy="21613"/>
            </a:xfrm>
            <a:custGeom>
              <a:avLst/>
              <a:gdLst/>
              <a:ahLst/>
              <a:cxnLst/>
              <a:rect l="l" t="t" r="r" b="b"/>
              <a:pathLst>
                <a:path w="335" h="679" extrusionOk="0">
                  <a:moveTo>
                    <a:pt x="168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524"/>
                  </a:lnTo>
                  <a:cubicBezTo>
                    <a:pt x="1" y="607"/>
                    <a:pt x="72" y="679"/>
                    <a:pt x="168" y="679"/>
                  </a:cubicBezTo>
                  <a:cubicBezTo>
                    <a:pt x="251" y="679"/>
                    <a:pt x="334" y="607"/>
                    <a:pt x="334" y="524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4"/>
            <p:cNvSpPr/>
            <p:nvPr/>
          </p:nvSpPr>
          <p:spPr>
            <a:xfrm>
              <a:off x="1073004" y="3694580"/>
              <a:ext cx="10631" cy="21613"/>
            </a:xfrm>
            <a:custGeom>
              <a:avLst/>
              <a:gdLst/>
              <a:ahLst/>
              <a:cxnLst/>
              <a:rect l="l" t="t" r="r" b="b"/>
              <a:pathLst>
                <a:path w="334" h="679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524"/>
                  </a:lnTo>
                  <a:cubicBezTo>
                    <a:pt x="0" y="607"/>
                    <a:pt x="72" y="679"/>
                    <a:pt x="167" y="679"/>
                  </a:cubicBezTo>
                  <a:cubicBezTo>
                    <a:pt x="251" y="679"/>
                    <a:pt x="334" y="607"/>
                    <a:pt x="334" y="524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4"/>
            <p:cNvSpPr/>
            <p:nvPr/>
          </p:nvSpPr>
          <p:spPr>
            <a:xfrm>
              <a:off x="859265" y="3348175"/>
              <a:ext cx="312316" cy="293759"/>
            </a:xfrm>
            <a:custGeom>
              <a:avLst/>
              <a:gdLst/>
              <a:ahLst/>
              <a:cxnLst/>
              <a:rect l="l" t="t" r="r" b="b"/>
              <a:pathLst>
                <a:path w="9812" h="9229" extrusionOk="0">
                  <a:moveTo>
                    <a:pt x="3275" y="632"/>
                  </a:moveTo>
                  <a:cubicBezTo>
                    <a:pt x="3025" y="846"/>
                    <a:pt x="2786" y="1120"/>
                    <a:pt x="2560" y="1441"/>
                  </a:cubicBezTo>
                  <a:cubicBezTo>
                    <a:pt x="2417" y="1680"/>
                    <a:pt x="2286" y="1918"/>
                    <a:pt x="2179" y="2180"/>
                  </a:cubicBezTo>
                  <a:lnTo>
                    <a:pt x="1239" y="2180"/>
                  </a:lnTo>
                  <a:cubicBezTo>
                    <a:pt x="1762" y="1489"/>
                    <a:pt x="2453" y="941"/>
                    <a:pt x="3275" y="632"/>
                  </a:cubicBezTo>
                  <a:close/>
                  <a:moveTo>
                    <a:pt x="4703" y="346"/>
                  </a:moveTo>
                  <a:lnTo>
                    <a:pt x="4703" y="2180"/>
                  </a:lnTo>
                  <a:lnTo>
                    <a:pt x="2536" y="2180"/>
                  </a:lnTo>
                  <a:cubicBezTo>
                    <a:pt x="3036" y="1132"/>
                    <a:pt x="3810" y="429"/>
                    <a:pt x="4703" y="346"/>
                  </a:cubicBezTo>
                  <a:close/>
                  <a:moveTo>
                    <a:pt x="5049" y="346"/>
                  </a:moveTo>
                  <a:cubicBezTo>
                    <a:pt x="5942" y="418"/>
                    <a:pt x="6715" y="1120"/>
                    <a:pt x="7227" y="2180"/>
                  </a:cubicBezTo>
                  <a:lnTo>
                    <a:pt x="5049" y="2180"/>
                  </a:lnTo>
                  <a:lnTo>
                    <a:pt x="5049" y="346"/>
                  </a:lnTo>
                  <a:close/>
                  <a:moveTo>
                    <a:pt x="6489" y="644"/>
                  </a:moveTo>
                  <a:lnTo>
                    <a:pt x="6489" y="644"/>
                  </a:lnTo>
                  <a:cubicBezTo>
                    <a:pt x="7311" y="953"/>
                    <a:pt x="8013" y="1489"/>
                    <a:pt x="8525" y="2192"/>
                  </a:cubicBezTo>
                  <a:lnTo>
                    <a:pt x="7597" y="2192"/>
                  </a:lnTo>
                  <a:cubicBezTo>
                    <a:pt x="7477" y="1918"/>
                    <a:pt x="7358" y="1680"/>
                    <a:pt x="7204" y="1453"/>
                  </a:cubicBezTo>
                  <a:cubicBezTo>
                    <a:pt x="7001" y="1132"/>
                    <a:pt x="6763" y="858"/>
                    <a:pt x="6489" y="644"/>
                  </a:cubicBezTo>
                  <a:close/>
                  <a:moveTo>
                    <a:pt x="2024" y="2513"/>
                  </a:moveTo>
                  <a:cubicBezTo>
                    <a:pt x="1786" y="3192"/>
                    <a:pt x="1655" y="3930"/>
                    <a:pt x="1632" y="4716"/>
                  </a:cubicBezTo>
                  <a:lnTo>
                    <a:pt x="334" y="4716"/>
                  </a:lnTo>
                  <a:cubicBezTo>
                    <a:pt x="358" y="3918"/>
                    <a:pt x="596" y="3168"/>
                    <a:pt x="1000" y="2513"/>
                  </a:cubicBezTo>
                  <a:close/>
                  <a:moveTo>
                    <a:pt x="8751" y="2513"/>
                  </a:moveTo>
                  <a:cubicBezTo>
                    <a:pt x="9156" y="3156"/>
                    <a:pt x="9394" y="3918"/>
                    <a:pt x="9430" y="4716"/>
                  </a:cubicBezTo>
                  <a:lnTo>
                    <a:pt x="8132" y="4716"/>
                  </a:lnTo>
                  <a:cubicBezTo>
                    <a:pt x="8120" y="3930"/>
                    <a:pt x="7978" y="3192"/>
                    <a:pt x="7728" y="2513"/>
                  </a:cubicBezTo>
                  <a:close/>
                  <a:moveTo>
                    <a:pt x="9430" y="5049"/>
                  </a:moveTo>
                  <a:cubicBezTo>
                    <a:pt x="9394" y="5811"/>
                    <a:pt x="9192" y="6549"/>
                    <a:pt x="8799" y="7192"/>
                  </a:cubicBezTo>
                  <a:cubicBezTo>
                    <a:pt x="8787" y="7204"/>
                    <a:pt x="8775" y="7228"/>
                    <a:pt x="8751" y="7252"/>
                  </a:cubicBezTo>
                  <a:lnTo>
                    <a:pt x="7728" y="7252"/>
                  </a:lnTo>
                  <a:cubicBezTo>
                    <a:pt x="7739" y="7204"/>
                    <a:pt x="7763" y="7156"/>
                    <a:pt x="7775" y="7097"/>
                  </a:cubicBezTo>
                  <a:cubicBezTo>
                    <a:pt x="8001" y="6466"/>
                    <a:pt x="8120" y="5775"/>
                    <a:pt x="8132" y="5049"/>
                  </a:cubicBezTo>
                  <a:close/>
                  <a:moveTo>
                    <a:pt x="1632" y="5061"/>
                  </a:moveTo>
                  <a:cubicBezTo>
                    <a:pt x="1655" y="5775"/>
                    <a:pt x="1762" y="6466"/>
                    <a:pt x="1989" y="7121"/>
                  </a:cubicBezTo>
                  <a:cubicBezTo>
                    <a:pt x="2001" y="7156"/>
                    <a:pt x="2013" y="7216"/>
                    <a:pt x="2024" y="7264"/>
                  </a:cubicBezTo>
                  <a:lnTo>
                    <a:pt x="989" y="7264"/>
                  </a:lnTo>
                  <a:cubicBezTo>
                    <a:pt x="584" y="6609"/>
                    <a:pt x="358" y="5847"/>
                    <a:pt x="334" y="5061"/>
                  </a:cubicBezTo>
                  <a:close/>
                  <a:moveTo>
                    <a:pt x="4882" y="1"/>
                  </a:moveTo>
                  <a:cubicBezTo>
                    <a:pt x="3572" y="1"/>
                    <a:pt x="2358" y="513"/>
                    <a:pt x="1429" y="1430"/>
                  </a:cubicBezTo>
                  <a:cubicBezTo>
                    <a:pt x="512" y="2358"/>
                    <a:pt x="0" y="3573"/>
                    <a:pt x="0" y="4882"/>
                  </a:cubicBezTo>
                  <a:cubicBezTo>
                    <a:pt x="0" y="6716"/>
                    <a:pt x="1012" y="8371"/>
                    <a:pt x="2644" y="9216"/>
                  </a:cubicBezTo>
                  <a:cubicBezTo>
                    <a:pt x="2667" y="9228"/>
                    <a:pt x="2679" y="9228"/>
                    <a:pt x="2715" y="9228"/>
                  </a:cubicBezTo>
                  <a:cubicBezTo>
                    <a:pt x="2775" y="9228"/>
                    <a:pt x="2834" y="9204"/>
                    <a:pt x="2858" y="9145"/>
                  </a:cubicBezTo>
                  <a:cubicBezTo>
                    <a:pt x="2905" y="9050"/>
                    <a:pt x="2882" y="8966"/>
                    <a:pt x="2786" y="8919"/>
                  </a:cubicBezTo>
                  <a:cubicBezTo>
                    <a:pt x="2167" y="8585"/>
                    <a:pt x="1643" y="8133"/>
                    <a:pt x="1239" y="7597"/>
                  </a:cubicBezTo>
                  <a:lnTo>
                    <a:pt x="2179" y="7597"/>
                  </a:lnTo>
                  <a:cubicBezTo>
                    <a:pt x="2382" y="8049"/>
                    <a:pt x="2644" y="8466"/>
                    <a:pt x="2941" y="8800"/>
                  </a:cubicBezTo>
                  <a:cubicBezTo>
                    <a:pt x="2972" y="8837"/>
                    <a:pt x="3013" y="8855"/>
                    <a:pt x="3057" y="8855"/>
                  </a:cubicBezTo>
                  <a:cubicBezTo>
                    <a:pt x="3097" y="8855"/>
                    <a:pt x="3140" y="8840"/>
                    <a:pt x="3179" y="8811"/>
                  </a:cubicBezTo>
                  <a:cubicBezTo>
                    <a:pt x="3251" y="8752"/>
                    <a:pt x="3251" y="8645"/>
                    <a:pt x="3191" y="8573"/>
                  </a:cubicBezTo>
                  <a:cubicBezTo>
                    <a:pt x="2941" y="8288"/>
                    <a:pt x="2727" y="7966"/>
                    <a:pt x="2548" y="7597"/>
                  </a:cubicBezTo>
                  <a:cubicBezTo>
                    <a:pt x="2644" y="7573"/>
                    <a:pt x="2703" y="7514"/>
                    <a:pt x="2703" y="7430"/>
                  </a:cubicBezTo>
                  <a:cubicBezTo>
                    <a:pt x="2703" y="7335"/>
                    <a:pt x="2620" y="7264"/>
                    <a:pt x="2536" y="7264"/>
                  </a:cubicBezTo>
                  <a:lnTo>
                    <a:pt x="2417" y="7264"/>
                  </a:lnTo>
                  <a:cubicBezTo>
                    <a:pt x="2167" y="6609"/>
                    <a:pt x="2001" y="5847"/>
                    <a:pt x="1977" y="5061"/>
                  </a:cubicBezTo>
                  <a:lnTo>
                    <a:pt x="2179" y="5061"/>
                  </a:lnTo>
                  <a:cubicBezTo>
                    <a:pt x="2263" y="5061"/>
                    <a:pt x="2346" y="4990"/>
                    <a:pt x="2346" y="4894"/>
                  </a:cubicBezTo>
                  <a:cubicBezTo>
                    <a:pt x="2346" y="4811"/>
                    <a:pt x="2263" y="4740"/>
                    <a:pt x="2179" y="4740"/>
                  </a:cubicBezTo>
                  <a:lnTo>
                    <a:pt x="1977" y="4740"/>
                  </a:lnTo>
                  <a:cubicBezTo>
                    <a:pt x="2001" y="3930"/>
                    <a:pt x="2155" y="3192"/>
                    <a:pt x="2417" y="2537"/>
                  </a:cubicBezTo>
                  <a:lnTo>
                    <a:pt x="4739" y="2537"/>
                  </a:lnTo>
                  <a:lnTo>
                    <a:pt x="4739" y="2906"/>
                  </a:lnTo>
                  <a:cubicBezTo>
                    <a:pt x="4739" y="2989"/>
                    <a:pt x="4810" y="3073"/>
                    <a:pt x="4894" y="3073"/>
                  </a:cubicBezTo>
                  <a:cubicBezTo>
                    <a:pt x="4989" y="3073"/>
                    <a:pt x="5061" y="2989"/>
                    <a:pt x="5061" y="2906"/>
                  </a:cubicBezTo>
                  <a:lnTo>
                    <a:pt x="5061" y="2537"/>
                  </a:lnTo>
                  <a:lnTo>
                    <a:pt x="7382" y="2537"/>
                  </a:lnTo>
                  <a:cubicBezTo>
                    <a:pt x="7632" y="3168"/>
                    <a:pt x="7787" y="3930"/>
                    <a:pt x="7811" y="4740"/>
                  </a:cubicBezTo>
                  <a:lnTo>
                    <a:pt x="7620" y="4740"/>
                  </a:lnTo>
                  <a:cubicBezTo>
                    <a:pt x="7537" y="4740"/>
                    <a:pt x="7454" y="4811"/>
                    <a:pt x="7454" y="4894"/>
                  </a:cubicBezTo>
                  <a:cubicBezTo>
                    <a:pt x="7454" y="4990"/>
                    <a:pt x="7537" y="5061"/>
                    <a:pt x="7620" y="5061"/>
                  </a:cubicBezTo>
                  <a:lnTo>
                    <a:pt x="7811" y="5061"/>
                  </a:lnTo>
                  <a:cubicBezTo>
                    <a:pt x="7799" y="5847"/>
                    <a:pt x="7656" y="6609"/>
                    <a:pt x="7382" y="7264"/>
                  </a:cubicBezTo>
                  <a:lnTo>
                    <a:pt x="7263" y="7264"/>
                  </a:lnTo>
                  <a:cubicBezTo>
                    <a:pt x="7180" y="7264"/>
                    <a:pt x="7096" y="7335"/>
                    <a:pt x="7096" y="7430"/>
                  </a:cubicBezTo>
                  <a:cubicBezTo>
                    <a:pt x="7096" y="7514"/>
                    <a:pt x="7156" y="7597"/>
                    <a:pt x="7251" y="7597"/>
                  </a:cubicBezTo>
                  <a:cubicBezTo>
                    <a:pt x="7073" y="7966"/>
                    <a:pt x="6846" y="8311"/>
                    <a:pt x="6608" y="8573"/>
                  </a:cubicBezTo>
                  <a:cubicBezTo>
                    <a:pt x="6549" y="8645"/>
                    <a:pt x="6549" y="8752"/>
                    <a:pt x="6620" y="8811"/>
                  </a:cubicBezTo>
                  <a:cubicBezTo>
                    <a:pt x="6656" y="8847"/>
                    <a:pt x="6704" y="8859"/>
                    <a:pt x="6739" y="8859"/>
                  </a:cubicBezTo>
                  <a:cubicBezTo>
                    <a:pt x="6787" y="8859"/>
                    <a:pt x="6835" y="8847"/>
                    <a:pt x="6882" y="8800"/>
                  </a:cubicBezTo>
                  <a:cubicBezTo>
                    <a:pt x="7180" y="8466"/>
                    <a:pt x="7442" y="8049"/>
                    <a:pt x="7632" y="7597"/>
                  </a:cubicBezTo>
                  <a:lnTo>
                    <a:pt x="8573" y="7597"/>
                  </a:lnTo>
                  <a:cubicBezTo>
                    <a:pt x="8204" y="8085"/>
                    <a:pt x="7739" y="8514"/>
                    <a:pt x="7192" y="8823"/>
                  </a:cubicBezTo>
                  <a:cubicBezTo>
                    <a:pt x="7120" y="8871"/>
                    <a:pt x="7085" y="8978"/>
                    <a:pt x="7132" y="9061"/>
                  </a:cubicBezTo>
                  <a:cubicBezTo>
                    <a:pt x="7163" y="9116"/>
                    <a:pt x="7215" y="9145"/>
                    <a:pt x="7274" y="9145"/>
                  </a:cubicBezTo>
                  <a:cubicBezTo>
                    <a:pt x="7305" y="9145"/>
                    <a:pt x="7338" y="9137"/>
                    <a:pt x="7370" y="9121"/>
                  </a:cubicBezTo>
                  <a:cubicBezTo>
                    <a:pt x="8097" y="8704"/>
                    <a:pt x="8704" y="8097"/>
                    <a:pt x="9144" y="7371"/>
                  </a:cubicBezTo>
                  <a:cubicBezTo>
                    <a:pt x="9585" y="6621"/>
                    <a:pt x="9811" y="5763"/>
                    <a:pt x="9811" y="4894"/>
                  </a:cubicBezTo>
                  <a:cubicBezTo>
                    <a:pt x="9763" y="3585"/>
                    <a:pt x="9263" y="2346"/>
                    <a:pt x="8335" y="1430"/>
                  </a:cubicBezTo>
                  <a:cubicBezTo>
                    <a:pt x="7418" y="513"/>
                    <a:pt x="6192" y="1"/>
                    <a:pt x="48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1" name="Google Shape;1491;p34"/>
          <p:cNvGrpSpPr/>
          <p:nvPr/>
        </p:nvGrpSpPr>
        <p:grpSpPr>
          <a:xfrm>
            <a:off x="4373778" y="1222253"/>
            <a:ext cx="347934" cy="310024"/>
            <a:chOff x="1327676" y="2910480"/>
            <a:chExt cx="347934" cy="310024"/>
          </a:xfrm>
        </p:grpSpPr>
        <p:sp>
          <p:nvSpPr>
            <p:cNvPr id="1492" name="Google Shape;1492;p34"/>
            <p:cNvSpPr/>
            <p:nvPr/>
          </p:nvSpPr>
          <p:spPr>
            <a:xfrm>
              <a:off x="1367081" y="3067370"/>
              <a:ext cx="43257" cy="15565"/>
            </a:xfrm>
            <a:custGeom>
              <a:avLst/>
              <a:gdLst/>
              <a:ahLst/>
              <a:cxnLst/>
              <a:rect l="l" t="t" r="r" b="b"/>
              <a:pathLst>
                <a:path w="1359" h="489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8"/>
                    <a:pt x="1168" y="488"/>
                    <a:pt x="1191" y="488"/>
                  </a:cubicBezTo>
                  <a:cubicBezTo>
                    <a:pt x="1251" y="488"/>
                    <a:pt x="1310" y="465"/>
                    <a:pt x="1346" y="405"/>
                  </a:cubicBezTo>
                  <a:cubicBezTo>
                    <a:pt x="1358" y="322"/>
                    <a:pt x="1334" y="238"/>
                    <a:pt x="1251" y="191"/>
                  </a:cubicBezTo>
                  <a:cubicBezTo>
                    <a:pt x="882" y="12"/>
                    <a:pt x="191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4"/>
            <p:cNvSpPr/>
            <p:nvPr/>
          </p:nvSpPr>
          <p:spPr>
            <a:xfrm>
              <a:off x="1350402" y="3170436"/>
              <a:ext cx="10663" cy="48541"/>
            </a:xfrm>
            <a:custGeom>
              <a:avLst/>
              <a:gdLst/>
              <a:ahLst/>
              <a:cxnLst/>
              <a:rect l="l" t="t" r="r" b="b"/>
              <a:pathLst>
                <a:path w="335" h="1525" extrusionOk="0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358"/>
                  </a:lnTo>
                  <a:cubicBezTo>
                    <a:pt x="1" y="1453"/>
                    <a:pt x="84" y="1525"/>
                    <a:pt x="168" y="1525"/>
                  </a:cubicBezTo>
                  <a:cubicBezTo>
                    <a:pt x="263" y="1525"/>
                    <a:pt x="334" y="1453"/>
                    <a:pt x="334" y="1358"/>
                  </a:cubicBezTo>
                  <a:lnTo>
                    <a:pt x="334" y="168"/>
                  </a:ln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4"/>
            <p:cNvSpPr/>
            <p:nvPr/>
          </p:nvSpPr>
          <p:spPr>
            <a:xfrm>
              <a:off x="1327676" y="3040187"/>
              <a:ext cx="201643" cy="180317"/>
            </a:xfrm>
            <a:custGeom>
              <a:avLst/>
              <a:gdLst/>
              <a:ahLst/>
              <a:cxnLst/>
              <a:rect l="l" t="t" r="r" b="b"/>
              <a:pathLst>
                <a:path w="6335" h="5665" extrusionOk="0">
                  <a:moveTo>
                    <a:pt x="5894" y="628"/>
                  </a:moveTo>
                  <a:lnTo>
                    <a:pt x="5954" y="866"/>
                  </a:lnTo>
                  <a:cubicBezTo>
                    <a:pt x="5977" y="926"/>
                    <a:pt x="5966" y="997"/>
                    <a:pt x="5918" y="1045"/>
                  </a:cubicBezTo>
                  <a:lnTo>
                    <a:pt x="5823" y="1140"/>
                  </a:lnTo>
                  <a:lnTo>
                    <a:pt x="5596" y="914"/>
                  </a:lnTo>
                  <a:lnTo>
                    <a:pt x="5894" y="628"/>
                  </a:lnTo>
                  <a:close/>
                  <a:moveTo>
                    <a:pt x="2941" y="307"/>
                  </a:moveTo>
                  <a:lnTo>
                    <a:pt x="2941" y="961"/>
                  </a:lnTo>
                  <a:cubicBezTo>
                    <a:pt x="2941" y="1057"/>
                    <a:pt x="2906" y="1164"/>
                    <a:pt x="2870" y="1271"/>
                  </a:cubicBezTo>
                  <a:lnTo>
                    <a:pt x="2787" y="1438"/>
                  </a:lnTo>
                  <a:cubicBezTo>
                    <a:pt x="2775" y="1450"/>
                    <a:pt x="2775" y="1473"/>
                    <a:pt x="2775" y="1509"/>
                  </a:cubicBezTo>
                  <a:lnTo>
                    <a:pt x="2775" y="1854"/>
                  </a:lnTo>
                  <a:cubicBezTo>
                    <a:pt x="2775" y="2104"/>
                    <a:pt x="2667" y="2331"/>
                    <a:pt x="2513" y="2485"/>
                  </a:cubicBezTo>
                  <a:cubicBezTo>
                    <a:pt x="2363" y="2635"/>
                    <a:pt x="2165" y="2727"/>
                    <a:pt x="1954" y="2727"/>
                  </a:cubicBezTo>
                  <a:cubicBezTo>
                    <a:pt x="1930" y="2727"/>
                    <a:pt x="1906" y="2726"/>
                    <a:pt x="1882" y="2724"/>
                  </a:cubicBezTo>
                  <a:cubicBezTo>
                    <a:pt x="1417" y="2712"/>
                    <a:pt x="1048" y="2307"/>
                    <a:pt x="1048" y="1819"/>
                  </a:cubicBezTo>
                  <a:lnTo>
                    <a:pt x="1048" y="1521"/>
                  </a:lnTo>
                  <a:cubicBezTo>
                    <a:pt x="1048" y="1497"/>
                    <a:pt x="1048" y="1473"/>
                    <a:pt x="1036" y="1450"/>
                  </a:cubicBezTo>
                  <a:lnTo>
                    <a:pt x="929" y="1259"/>
                  </a:lnTo>
                  <a:cubicBezTo>
                    <a:pt x="905" y="1176"/>
                    <a:pt x="870" y="1104"/>
                    <a:pt x="870" y="1021"/>
                  </a:cubicBezTo>
                  <a:lnTo>
                    <a:pt x="870" y="997"/>
                  </a:lnTo>
                  <a:cubicBezTo>
                    <a:pt x="870" y="616"/>
                    <a:pt x="1179" y="307"/>
                    <a:pt x="1572" y="307"/>
                  </a:cubicBezTo>
                  <a:close/>
                  <a:moveTo>
                    <a:pt x="2275" y="2986"/>
                  </a:moveTo>
                  <a:cubicBezTo>
                    <a:pt x="2286" y="3045"/>
                    <a:pt x="2298" y="3081"/>
                    <a:pt x="2310" y="3117"/>
                  </a:cubicBezTo>
                  <a:lnTo>
                    <a:pt x="2167" y="3259"/>
                  </a:lnTo>
                  <a:cubicBezTo>
                    <a:pt x="2102" y="3325"/>
                    <a:pt x="2013" y="3358"/>
                    <a:pt x="1923" y="3358"/>
                  </a:cubicBezTo>
                  <a:cubicBezTo>
                    <a:pt x="1834" y="3358"/>
                    <a:pt x="1745" y="3325"/>
                    <a:pt x="1679" y="3259"/>
                  </a:cubicBezTo>
                  <a:lnTo>
                    <a:pt x="1536" y="3128"/>
                  </a:lnTo>
                  <a:cubicBezTo>
                    <a:pt x="1560" y="3081"/>
                    <a:pt x="1572" y="3045"/>
                    <a:pt x="1572" y="2986"/>
                  </a:cubicBezTo>
                  <a:cubicBezTo>
                    <a:pt x="1679" y="3009"/>
                    <a:pt x="1775" y="3045"/>
                    <a:pt x="1882" y="3045"/>
                  </a:cubicBezTo>
                  <a:lnTo>
                    <a:pt x="1917" y="3045"/>
                  </a:lnTo>
                  <a:cubicBezTo>
                    <a:pt x="2036" y="3045"/>
                    <a:pt x="2167" y="3021"/>
                    <a:pt x="2275" y="2986"/>
                  </a:cubicBezTo>
                  <a:close/>
                  <a:moveTo>
                    <a:pt x="6162" y="0"/>
                  </a:moveTo>
                  <a:cubicBezTo>
                    <a:pt x="6120" y="0"/>
                    <a:pt x="6079" y="15"/>
                    <a:pt x="6049" y="45"/>
                  </a:cubicBezTo>
                  <a:lnTo>
                    <a:pt x="2906" y="3021"/>
                  </a:lnTo>
                  <a:cubicBezTo>
                    <a:pt x="2882" y="3057"/>
                    <a:pt x="2834" y="3069"/>
                    <a:pt x="2787" y="3069"/>
                  </a:cubicBezTo>
                  <a:lnTo>
                    <a:pt x="2763" y="3069"/>
                  </a:lnTo>
                  <a:cubicBezTo>
                    <a:pt x="2656" y="3069"/>
                    <a:pt x="2584" y="2997"/>
                    <a:pt x="2584" y="2890"/>
                  </a:cubicBezTo>
                  <a:lnTo>
                    <a:pt x="2584" y="2843"/>
                  </a:lnTo>
                  <a:cubicBezTo>
                    <a:pt x="2644" y="2819"/>
                    <a:pt x="2679" y="2771"/>
                    <a:pt x="2727" y="2724"/>
                  </a:cubicBezTo>
                  <a:cubicBezTo>
                    <a:pt x="2965" y="2497"/>
                    <a:pt x="3084" y="2200"/>
                    <a:pt x="3084" y="1878"/>
                  </a:cubicBezTo>
                  <a:lnTo>
                    <a:pt x="3084" y="1581"/>
                  </a:lnTo>
                  <a:lnTo>
                    <a:pt x="3144" y="1450"/>
                  </a:lnTo>
                  <a:cubicBezTo>
                    <a:pt x="3215" y="1307"/>
                    <a:pt x="3251" y="1152"/>
                    <a:pt x="3251" y="997"/>
                  </a:cubicBezTo>
                  <a:lnTo>
                    <a:pt x="3251" y="176"/>
                  </a:lnTo>
                  <a:cubicBezTo>
                    <a:pt x="3251" y="92"/>
                    <a:pt x="3179" y="21"/>
                    <a:pt x="3084" y="21"/>
                  </a:cubicBezTo>
                  <a:lnTo>
                    <a:pt x="1548" y="21"/>
                  </a:lnTo>
                  <a:cubicBezTo>
                    <a:pt x="1001" y="21"/>
                    <a:pt x="536" y="461"/>
                    <a:pt x="536" y="1033"/>
                  </a:cubicBezTo>
                  <a:lnTo>
                    <a:pt x="536" y="1045"/>
                  </a:lnTo>
                  <a:cubicBezTo>
                    <a:pt x="536" y="1176"/>
                    <a:pt x="572" y="1295"/>
                    <a:pt x="632" y="1414"/>
                  </a:cubicBezTo>
                  <a:lnTo>
                    <a:pt x="703" y="1581"/>
                  </a:lnTo>
                  <a:lnTo>
                    <a:pt x="703" y="1831"/>
                  </a:lnTo>
                  <a:cubicBezTo>
                    <a:pt x="703" y="2247"/>
                    <a:pt x="917" y="2616"/>
                    <a:pt x="1215" y="2843"/>
                  </a:cubicBezTo>
                  <a:lnTo>
                    <a:pt x="1215" y="2997"/>
                  </a:lnTo>
                  <a:cubicBezTo>
                    <a:pt x="1215" y="3069"/>
                    <a:pt x="1155" y="3140"/>
                    <a:pt x="1072" y="3176"/>
                  </a:cubicBezTo>
                  <a:lnTo>
                    <a:pt x="501" y="3343"/>
                  </a:lnTo>
                  <a:cubicBezTo>
                    <a:pt x="215" y="3414"/>
                    <a:pt x="0" y="3676"/>
                    <a:pt x="0" y="3974"/>
                  </a:cubicBezTo>
                  <a:lnTo>
                    <a:pt x="0" y="5462"/>
                  </a:lnTo>
                  <a:cubicBezTo>
                    <a:pt x="0" y="5557"/>
                    <a:pt x="84" y="5629"/>
                    <a:pt x="167" y="5629"/>
                  </a:cubicBezTo>
                  <a:cubicBezTo>
                    <a:pt x="262" y="5629"/>
                    <a:pt x="334" y="5557"/>
                    <a:pt x="334" y="5462"/>
                  </a:cubicBezTo>
                  <a:lnTo>
                    <a:pt x="334" y="3974"/>
                  </a:lnTo>
                  <a:cubicBezTo>
                    <a:pt x="334" y="3831"/>
                    <a:pt x="441" y="3676"/>
                    <a:pt x="584" y="3640"/>
                  </a:cubicBezTo>
                  <a:lnTo>
                    <a:pt x="1167" y="3474"/>
                  </a:lnTo>
                  <a:cubicBezTo>
                    <a:pt x="1215" y="3450"/>
                    <a:pt x="1251" y="3438"/>
                    <a:pt x="1298" y="3414"/>
                  </a:cubicBezTo>
                  <a:lnTo>
                    <a:pt x="1405" y="3521"/>
                  </a:lnTo>
                  <a:cubicBezTo>
                    <a:pt x="1536" y="3652"/>
                    <a:pt x="1703" y="3712"/>
                    <a:pt x="1882" y="3712"/>
                  </a:cubicBezTo>
                  <a:cubicBezTo>
                    <a:pt x="2060" y="3712"/>
                    <a:pt x="2227" y="3652"/>
                    <a:pt x="2358" y="3521"/>
                  </a:cubicBezTo>
                  <a:lnTo>
                    <a:pt x="2501" y="3367"/>
                  </a:lnTo>
                  <a:cubicBezTo>
                    <a:pt x="2584" y="3402"/>
                    <a:pt x="2656" y="3426"/>
                    <a:pt x="2727" y="3426"/>
                  </a:cubicBezTo>
                  <a:lnTo>
                    <a:pt x="2763" y="3426"/>
                  </a:lnTo>
                  <a:cubicBezTo>
                    <a:pt x="2894" y="3426"/>
                    <a:pt x="3013" y="3378"/>
                    <a:pt x="3096" y="3295"/>
                  </a:cubicBezTo>
                  <a:lnTo>
                    <a:pt x="5334" y="1176"/>
                  </a:lnTo>
                  <a:lnTo>
                    <a:pt x="5561" y="1402"/>
                  </a:lnTo>
                  <a:lnTo>
                    <a:pt x="2965" y="3986"/>
                  </a:lnTo>
                  <a:cubicBezTo>
                    <a:pt x="2798" y="4152"/>
                    <a:pt x="2715" y="4367"/>
                    <a:pt x="2715" y="4581"/>
                  </a:cubicBezTo>
                  <a:lnTo>
                    <a:pt x="2715" y="5498"/>
                  </a:lnTo>
                  <a:cubicBezTo>
                    <a:pt x="2715" y="5581"/>
                    <a:pt x="2787" y="5664"/>
                    <a:pt x="2882" y="5664"/>
                  </a:cubicBezTo>
                  <a:cubicBezTo>
                    <a:pt x="2965" y="5664"/>
                    <a:pt x="3037" y="5581"/>
                    <a:pt x="3037" y="5498"/>
                  </a:cubicBezTo>
                  <a:lnTo>
                    <a:pt x="3037" y="4581"/>
                  </a:lnTo>
                  <a:cubicBezTo>
                    <a:pt x="3037" y="4450"/>
                    <a:pt x="3096" y="4319"/>
                    <a:pt x="3191" y="4212"/>
                  </a:cubicBezTo>
                  <a:lnTo>
                    <a:pt x="6096" y="1307"/>
                  </a:lnTo>
                  <a:cubicBezTo>
                    <a:pt x="6216" y="1200"/>
                    <a:pt x="6275" y="997"/>
                    <a:pt x="6227" y="831"/>
                  </a:cubicBezTo>
                  <a:lnTo>
                    <a:pt x="6168" y="378"/>
                  </a:lnTo>
                  <a:lnTo>
                    <a:pt x="6275" y="271"/>
                  </a:lnTo>
                  <a:cubicBezTo>
                    <a:pt x="6335" y="211"/>
                    <a:pt x="6335" y="104"/>
                    <a:pt x="6275" y="45"/>
                  </a:cubicBezTo>
                  <a:cubicBezTo>
                    <a:pt x="6245" y="15"/>
                    <a:pt x="6204" y="0"/>
                    <a:pt x="61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4"/>
            <p:cNvSpPr/>
            <p:nvPr/>
          </p:nvSpPr>
          <p:spPr>
            <a:xfrm>
              <a:off x="1470179" y="2910480"/>
              <a:ext cx="205431" cy="173601"/>
            </a:xfrm>
            <a:custGeom>
              <a:avLst/>
              <a:gdLst/>
              <a:ahLst/>
              <a:cxnLst/>
              <a:rect l="l" t="t" r="r" b="b"/>
              <a:pathLst>
                <a:path w="6454" h="5454" extrusionOk="0"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lnTo>
                    <a:pt x="0" y="4822"/>
                  </a:lnTo>
                  <a:cubicBezTo>
                    <a:pt x="0" y="4917"/>
                    <a:pt x="72" y="4989"/>
                    <a:pt x="155" y="4989"/>
                  </a:cubicBezTo>
                  <a:cubicBezTo>
                    <a:pt x="250" y="4989"/>
                    <a:pt x="322" y="4917"/>
                    <a:pt x="322" y="4822"/>
                  </a:cubicBezTo>
                  <a:lnTo>
                    <a:pt x="322" y="512"/>
                  </a:lnTo>
                  <a:cubicBezTo>
                    <a:pt x="322" y="405"/>
                    <a:pt x="393" y="322"/>
                    <a:pt x="500" y="322"/>
                  </a:cubicBezTo>
                  <a:lnTo>
                    <a:pt x="5953" y="322"/>
                  </a:lnTo>
                  <a:cubicBezTo>
                    <a:pt x="6049" y="322"/>
                    <a:pt x="6132" y="405"/>
                    <a:pt x="6132" y="512"/>
                  </a:cubicBezTo>
                  <a:lnTo>
                    <a:pt x="6132" y="4941"/>
                  </a:lnTo>
                  <a:cubicBezTo>
                    <a:pt x="6132" y="5048"/>
                    <a:pt x="6049" y="5120"/>
                    <a:pt x="5953" y="5120"/>
                  </a:cubicBezTo>
                  <a:lnTo>
                    <a:pt x="2298" y="5120"/>
                  </a:lnTo>
                  <a:cubicBezTo>
                    <a:pt x="2215" y="5120"/>
                    <a:pt x="2131" y="5191"/>
                    <a:pt x="2131" y="5287"/>
                  </a:cubicBezTo>
                  <a:cubicBezTo>
                    <a:pt x="2131" y="5370"/>
                    <a:pt x="2215" y="5453"/>
                    <a:pt x="2298" y="5453"/>
                  </a:cubicBezTo>
                  <a:lnTo>
                    <a:pt x="5953" y="5453"/>
                  </a:lnTo>
                  <a:cubicBezTo>
                    <a:pt x="6227" y="5453"/>
                    <a:pt x="6453" y="5227"/>
                    <a:pt x="6453" y="4941"/>
                  </a:cubicBezTo>
                  <a:lnTo>
                    <a:pt x="6453" y="512"/>
                  </a:lnTo>
                  <a:cubicBezTo>
                    <a:pt x="6453" y="226"/>
                    <a:pt x="6215" y="0"/>
                    <a:pt x="59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4"/>
            <p:cNvSpPr/>
            <p:nvPr/>
          </p:nvSpPr>
          <p:spPr>
            <a:xfrm>
              <a:off x="1497075" y="2942692"/>
              <a:ext cx="152370" cy="96668"/>
            </a:xfrm>
            <a:custGeom>
              <a:avLst/>
              <a:gdLst/>
              <a:ahLst/>
              <a:cxnLst/>
              <a:rect l="l" t="t" r="r" b="b"/>
              <a:pathLst>
                <a:path w="4787" h="3037" extrusionOk="0">
                  <a:moveTo>
                    <a:pt x="3751" y="0"/>
                  </a:moveTo>
                  <a:cubicBezTo>
                    <a:pt x="3656" y="0"/>
                    <a:pt x="3584" y="72"/>
                    <a:pt x="3584" y="167"/>
                  </a:cubicBezTo>
                  <a:cubicBezTo>
                    <a:pt x="3584" y="250"/>
                    <a:pt x="3656" y="334"/>
                    <a:pt x="3751" y="334"/>
                  </a:cubicBezTo>
                  <a:lnTo>
                    <a:pt x="4215" y="334"/>
                  </a:lnTo>
                  <a:lnTo>
                    <a:pt x="2465" y="2072"/>
                  </a:lnTo>
                  <a:lnTo>
                    <a:pt x="1727" y="1322"/>
                  </a:lnTo>
                  <a:cubicBezTo>
                    <a:pt x="1697" y="1292"/>
                    <a:pt x="1656" y="1277"/>
                    <a:pt x="1614" y="1277"/>
                  </a:cubicBezTo>
                  <a:cubicBezTo>
                    <a:pt x="1572" y="1277"/>
                    <a:pt x="1531" y="1292"/>
                    <a:pt x="1501" y="1322"/>
                  </a:cubicBezTo>
                  <a:lnTo>
                    <a:pt x="60" y="2774"/>
                  </a:lnTo>
                  <a:cubicBezTo>
                    <a:pt x="1" y="2834"/>
                    <a:pt x="1" y="2929"/>
                    <a:pt x="60" y="2989"/>
                  </a:cubicBezTo>
                  <a:cubicBezTo>
                    <a:pt x="84" y="3024"/>
                    <a:pt x="132" y="3036"/>
                    <a:pt x="179" y="3036"/>
                  </a:cubicBezTo>
                  <a:cubicBezTo>
                    <a:pt x="227" y="3036"/>
                    <a:pt x="251" y="3024"/>
                    <a:pt x="298" y="2989"/>
                  </a:cubicBezTo>
                  <a:lnTo>
                    <a:pt x="1632" y="1655"/>
                  </a:lnTo>
                  <a:lnTo>
                    <a:pt x="2382" y="2393"/>
                  </a:lnTo>
                  <a:cubicBezTo>
                    <a:pt x="2412" y="2423"/>
                    <a:pt x="2453" y="2438"/>
                    <a:pt x="2495" y="2438"/>
                  </a:cubicBezTo>
                  <a:cubicBezTo>
                    <a:pt x="2537" y="2438"/>
                    <a:pt x="2578" y="2423"/>
                    <a:pt x="2608" y="2393"/>
                  </a:cubicBezTo>
                  <a:lnTo>
                    <a:pt x="4465" y="536"/>
                  </a:lnTo>
                  <a:lnTo>
                    <a:pt x="4465" y="1000"/>
                  </a:lnTo>
                  <a:cubicBezTo>
                    <a:pt x="4465" y="1084"/>
                    <a:pt x="4537" y="1167"/>
                    <a:pt x="4632" y="1167"/>
                  </a:cubicBezTo>
                  <a:cubicBezTo>
                    <a:pt x="4715" y="1167"/>
                    <a:pt x="4787" y="1084"/>
                    <a:pt x="4787" y="1000"/>
                  </a:cubicBezTo>
                  <a:lnTo>
                    <a:pt x="4787" y="155"/>
                  </a:lnTo>
                  <a:cubicBezTo>
                    <a:pt x="4751" y="72"/>
                    <a:pt x="4692" y="0"/>
                    <a:pt x="45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7" name="Google Shape;1497;p34"/>
          <p:cNvGrpSpPr/>
          <p:nvPr/>
        </p:nvGrpSpPr>
        <p:grpSpPr>
          <a:xfrm>
            <a:off x="7095507" y="1221107"/>
            <a:ext cx="308878" cy="311170"/>
            <a:chOff x="6571955" y="2919170"/>
            <a:chExt cx="308878" cy="311170"/>
          </a:xfrm>
        </p:grpSpPr>
        <p:sp>
          <p:nvSpPr>
            <p:cNvPr id="1498" name="Google Shape;1498;p34"/>
            <p:cNvSpPr/>
            <p:nvPr/>
          </p:nvSpPr>
          <p:spPr>
            <a:xfrm>
              <a:off x="6571955" y="2919170"/>
              <a:ext cx="245982" cy="237675"/>
            </a:xfrm>
            <a:custGeom>
              <a:avLst/>
              <a:gdLst/>
              <a:ahLst/>
              <a:cxnLst/>
              <a:rect l="l" t="t" r="r" b="b"/>
              <a:pathLst>
                <a:path w="7728" h="7467" extrusionOk="0">
                  <a:moveTo>
                    <a:pt x="3084" y="1680"/>
                  </a:moveTo>
                  <a:cubicBezTo>
                    <a:pt x="3405" y="1680"/>
                    <a:pt x="3679" y="1942"/>
                    <a:pt x="3679" y="2275"/>
                  </a:cubicBezTo>
                  <a:lnTo>
                    <a:pt x="3679" y="4049"/>
                  </a:lnTo>
                  <a:cubicBezTo>
                    <a:pt x="3679" y="4371"/>
                    <a:pt x="3405" y="4644"/>
                    <a:pt x="3084" y="4644"/>
                  </a:cubicBezTo>
                  <a:lnTo>
                    <a:pt x="2203" y="4644"/>
                  </a:lnTo>
                  <a:cubicBezTo>
                    <a:pt x="2143" y="4644"/>
                    <a:pt x="2084" y="4680"/>
                    <a:pt x="2072" y="4740"/>
                  </a:cubicBezTo>
                  <a:cubicBezTo>
                    <a:pt x="2060" y="4787"/>
                    <a:pt x="1929" y="5204"/>
                    <a:pt x="2096" y="5490"/>
                  </a:cubicBezTo>
                  <a:cubicBezTo>
                    <a:pt x="2036" y="5478"/>
                    <a:pt x="1977" y="5442"/>
                    <a:pt x="1917" y="5395"/>
                  </a:cubicBezTo>
                  <a:cubicBezTo>
                    <a:pt x="1786" y="5299"/>
                    <a:pt x="1703" y="5073"/>
                    <a:pt x="1679" y="4775"/>
                  </a:cubicBezTo>
                  <a:cubicBezTo>
                    <a:pt x="1679" y="4704"/>
                    <a:pt x="1608" y="4644"/>
                    <a:pt x="1536" y="4644"/>
                  </a:cubicBezTo>
                  <a:lnTo>
                    <a:pt x="822" y="4644"/>
                  </a:lnTo>
                  <a:cubicBezTo>
                    <a:pt x="488" y="4644"/>
                    <a:pt x="226" y="4371"/>
                    <a:pt x="226" y="4049"/>
                  </a:cubicBezTo>
                  <a:lnTo>
                    <a:pt x="226" y="2275"/>
                  </a:lnTo>
                  <a:cubicBezTo>
                    <a:pt x="226" y="1942"/>
                    <a:pt x="488" y="1680"/>
                    <a:pt x="822" y="1680"/>
                  </a:cubicBezTo>
                  <a:close/>
                  <a:moveTo>
                    <a:pt x="2739" y="1"/>
                  </a:moveTo>
                  <a:cubicBezTo>
                    <a:pt x="2334" y="1"/>
                    <a:pt x="2024" y="322"/>
                    <a:pt x="2024" y="715"/>
                  </a:cubicBezTo>
                  <a:lnTo>
                    <a:pt x="2024" y="1382"/>
                  </a:lnTo>
                  <a:lnTo>
                    <a:pt x="881" y="1382"/>
                  </a:lnTo>
                  <a:cubicBezTo>
                    <a:pt x="393" y="1382"/>
                    <a:pt x="0" y="1763"/>
                    <a:pt x="0" y="2263"/>
                  </a:cubicBezTo>
                  <a:lnTo>
                    <a:pt x="0" y="4025"/>
                  </a:lnTo>
                  <a:cubicBezTo>
                    <a:pt x="0" y="4513"/>
                    <a:pt x="393" y="4906"/>
                    <a:pt x="881" y="4906"/>
                  </a:cubicBezTo>
                  <a:lnTo>
                    <a:pt x="1465" y="4906"/>
                  </a:lnTo>
                  <a:cubicBezTo>
                    <a:pt x="1500" y="5240"/>
                    <a:pt x="1619" y="5466"/>
                    <a:pt x="1822" y="5621"/>
                  </a:cubicBezTo>
                  <a:cubicBezTo>
                    <a:pt x="1893" y="5668"/>
                    <a:pt x="1953" y="5704"/>
                    <a:pt x="2024" y="5740"/>
                  </a:cubicBezTo>
                  <a:lnTo>
                    <a:pt x="2024" y="7323"/>
                  </a:lnTo>
                  <a:lnTo>
                    <a:pt x="1977" y="7323"/>
                  </a:lnTo>
                  <a:cubicBezTo>
                    <a:pt x="1977" y="7395"/>
                    <a:pt x="2036" y="7466"/>
                    <a:pt x="2131" y="7466"/>
                  </a:cubicBezTo>
                  <a:cubicBezTo>
                    <a:pt x="2215" y="7466"/>
                    <a:pt x="2274" y="7407"/>
                    <a:pt x="2274" y="7323"/>
                  </a:cubicBezTo>
                  <a:lnTo>
                    <a:pt x="2274" y="5787"/>
                  </a:lnTo>
                  <a:lnTo>
                    <a:pt x="2298" y="5787"/>
                  </a:lnTo>
                  <a:cubicBezTo>
                    <a:pt x="2393" y="5787"/>
                    <a:pt x="2489" y="5776"/>
                    <a:pt x="2548" y="5752"/>
                  </a:cubicBezTo>
                  <a:cubicBezTo>
                    <a:pt x="2620" y="5740"/>
                    <a:pt x="2679" y="5668"/>
                    <a:pt x="2679" y="5597"/>
                  </a:cubicBezTo>
                  <a:cubicBezTo>
                    <a:pt x="2679" y="5514"/>
                    <a:pt x="2620" y="5442"/>
                    <a:pt x="2548" y="5430"/>
                  </a:cubicBezTo>
                  <a:cubicBezTo>
                    <a:pt x="2477" y="5406"/>
                    <a:pt x="2429" y="5383"/>
                    <a:pt x="2393" y="5335"/>
                  </a:cubicBezTo>
                  <a:cubicBezTo>
                    <a:pt x="2322" y="5216"/>
                    <a:pt x="2334" y="5037"/>
                    <a:pt x="2370" y="4906"/>
                  </a:cubicBezTo>
                  <a:lnTo>
                    <a:pt x="3120" y="4906"/>
                  </a:lnTo>
                  <a:cubicBezTo>
                    <a:pt x="3620" y="4906"/>
                    <a:pt x="4001" y="4513"/>
                    <a:pt x="4001" y="4025"/>
                  </a:cubicBezTo>
                  <a:lnTo>
                    <a:pt x="4001" y="2263"/>
                  </a:lnTo>
                  <a:cubicBezTo>
                    <a:pt x="4001" y="1763"/>
                    <a:pt x="3620" y="1382"/>
                    <a:pt x="3120" y="1382"/>
                  </a:cubicBezTo>
                  <a:lnTo>
                    <a:pt x="2298" y="1382"/>
                  </a:lnTo>
                  <a:lnTo>
                    <a:pt x="2298" y="1156"/>
                  </a:lnTo>
                  <a:lnTo>
                    <a:pt x="3024" y="1156"/>
                  </a:lnTo>
                  <a:cubicBezTo>
                    <a:pt x="3096" y="1156"/>
                    <a:pt x="3167" y="1096"/>
                    <a:pt x="3167" y="1013"/>
                  </a:cubicBezTo>
                  <a:cubicBezTo>
                    <a:pt x="3167" y="930"/>
                    <a:pt x="3108" y="858"/>
                    <a:pt x="3024" y="858"/>
                  </a:cubicBezTo>
                  <a:lnTo>
                    <a:pt x="2298" y="858"/>
                  </a:lnTo>
                  <a:lnTo>
                    <a:pt x="2298" y="692"/>
                  </a:lnTo>
                  <a:cubicBezTo>
                    <a:pt x="2298" y="453"/>
                    <a:pt x="2489" y="263"/>
                    <a:pt x="2727" y="263"/>
                  </a:cubicBezTo>
                  <a:lnTo>
                    <a:pt x="7001" y="263"/>
                  </a:lnTo>
                  <a:cubicBezTo>
                    <a:pt x="7239" y="263"/>
                    <a:pt x="7430" y="453"/>
                    <a:pt x="7430" y="692"/>
                  </a:cubicBezTo>
                  <a:lnTo>
                    <a:pt x="7430" y="858"/>
                  </a:lnTo>
                  <a:lnTo>
                    <a:pt x="3632" y="858"/>
                  </a:lnTo>
                  <a:cubicBezTo>
                    <a:pt x="3560" y="858"/>
                    <a:pt x="3489" y="918"/>
                    <a:pt x="3489" y="1013"/>
                  </a:cubicBezTo>
                  <a:cubicBezTo>
                    <a:pt x="3489" y="1084"/>
                    <a:pt x="3548" y="1156"/>
                    <a:pt x="3632" y="1156"/>
                  </a:cubicBezTo>
                  <a:lnTo>
                    <a:pt x="7430" y="1156"/>
                  </a:lnTo>
                  <a:lnTo>
                    <a:pt x="7430" y="1823"/>
                  </a:lnTo>
                  <a:cubicBezTo>
                    <a:pt x="7430" y="1906"/>
                    <a:pt x="7489" y="1977"/>
                    <a:pt x="7573" y="1977"/>
                  </a:cubicBezTo>
                  <a:cubicBezTo>
                    <a:pt x="7656" y="1977"/>
                    <a:pt x="7727" y="1918"/>
                    <a:pt x="7727" y="1823"/>
                  </a:cubicBezTo>
                  <a:lnTo>
                    <a:pt x="7727" y="715"/>
                  </a:lnTo>
                  <a:cubicBezTo>
                    <a:pt x="7727" y="311"/>
                    <a:pt x="7394" y="1"/>
                    <a:pt x="70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4"/>
            <p:cNvSpPr/>
            <p:nvPr/>
          </p:nvSpPr>
          <p:spPr>
            <a:xfrm>
              <a:off x="6708760" y="3206436"/>
              <a:ext cx="33740" cy="9517"/>
            </a:xfrm>
            <a:custGeom>
              <a:avLst/>
              <a:gdLst/>
              <a:ahLst/>
              <a:cxnLst/>
              <a:rect l="l" t="t" r="r" b="b"/>
              <a:pathLst>
                <a:path w="1060" h="299" extrusionOk="0">
                  <a:moveTo>
                    <a:pt x="155" y="1"/>
                  </a:moveTo>
                  <a:cubicBezTo>
                    <a:pt x="84" y="1"/>
                    <a:pt x="0" y="60"/>
                    <a:pt x="0" y="156"/>
                  </a:cubicBezTo>
                  <a:cubicBezTo>
                    <a:pt x="0" y="239"/>
                    <a:pt x="60" y="299"/>
                    <a:pt x="155" y="299"/>
                  </a:cubicBezTo>
                  <a:lnTo>
                    <a:pt x="917" y="299"/>
                  </a:lnTo>
                  <a:cubicBezTo>
                    <a:pt x="989" y="299"/>
                    <a:pt x="1060" y="239"/>
                    <a:pt x="1060" y="156"/>
                  </a:cubicBezTo>
                  <a:cubicBezTo>
                    <a:pt x="1060" y="84"/>
                    <a:pt x="1000" y="1"/>
                    <a:pt x="9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4"/>
            <p:cNvSpPr/>
            <p:nvPr/>
          </p:nvSpPr>
          <p:spPr>
            <a:xfrm>
              <a:off x="6604549" y="2993079"/>
              <a:ext cx="59904" cy="51565"/>
            </a:xfrm>
            <a:custGeom>
              <a:avLst/>
              <a:gdLst/>
              <a:ahLst/>
              <a:cxnLst/>
              <a:rect l="l" t="t" r="r" b="b"/>
              <a:pathLst>
                <a:path w="1882" h="1620" extrusionOk="0">
                  <a:moveTo>
                    <a:pt x="1346" y="275"/>
                  </a:moveTo>
                  <a:cubicBezTo>
                    <a:pt x="1512" y="275"/>
                    <a:pt x="1596" y="441"/>
                    <a:pt x="1596" y="596"/>
                  </a:cubicBezTo>
                  <a:cubicBezTo>
                    <a:pt x="1596" y="834"/>
                    <a:pt x="1357" y="1096"/>
                    <a:pt x="941" y="1322"/>
                  </a:cubicBezTo>
                  <a:cubicBezTo>
                    <a:pt x="524" y="1096"/>
                    <a:pt x="286" y="834"/>
                    <a:pt x="286" y="596"/>
                  </a:cubicBezTo>
                  <a:cubicBezTo>
                    <a:pt x="286" y="441"/>
                    <a:pt x="381" y="275"/>
                    <a:pt x="536" y="275"/>
                  </a:cubicBezTo>
                  <a:cubicBezTo>
                    <a:pt x="655" y="275"/>
                    <a:pt x="750" y="334"/>
                    <a:pt x="798" y="382"/>
                  </a:cubicBezTo>
                  <a:cubicBezTo>
                    <a:pt x="834" y="429"/>
                    <a:pt x="881" y="441"/>
                    <a:pt x="941" y="441"/>
                  </a:cubicBezTo>
                  <a:cubicBezTo>
                    <a:pt x="1000" y="441"/>
                    <a:pt x="1048" y="406"/>
                    <a:pt x="1095" y="382"/>
                  </a:cubicBezTo>
                  <a:cubicBezTo>
                    <a:pt x="1131" y="334"/>
                    <a:pt x="1226" y="275"/>
                    <a:pt x="1346" y="275"/>
                  </a:cubicBezTo>
                  <a:close/>
                  <a:moveTo>
                    <a:pt x="536" y="1"/>
                  </a:moveTo>
                  <a:cubicBezTo>
                    <a:pt x="238" y="1"/>
                    <a:pt x="0" y="263"/>
                    <a:pt x="0" y="596"/>
                  </a:cubicBezTo>
                  <a:cubicBezTo>
                    <a:pt x="0" y="798"/>
                    <a:pt x="107" y="1215"/>
                    <a:pt x="834" y="1584"/>
                  </a:cubicBezTo>
                  <a:cubicBezTo>
                    <a:pt x="869" y="1608"/>
                    <a:pt x="917" y="1620"/>
                    <a:pt x="941" y="1620"/>
                  </a:cubicBezTo>
                  <a:cubicBezTo>
                    <a:pt x="976" y="1620"/>
                    <a:pt x="1012" y="1608"/>
                    <a:pt x="1048" y="1584"/>
                  </a:cubicBezTo>
                  <a:cubicBezTo>
                    <a:pt x="1762" y="1215"/>
                    <a:pt x="1881" y="798"/>
                    <a:pt x="1881" y="596"/>
                  </a:cubicBezTo>
                  <a:cubicBezTo>
                    <a:pt x="1881" y="263"/>
                    <a:pt x="1643" y="1"/>
                    <a:pt x="1346" y="1"/>
                  </a:cubicBezTo>
                  <a:cubicBezTo>
                    <a:pt x="1167" y="1"/>
                    <a:pt x="1036" y="72"/>
                    <a:pt x="941" y="132"/>
                  </a:cubicBezTo>
                  <a:cubicBezTo>
                    <a:pt x="857" y="72"/>
                    <a:pt x="714" y="1"/>
                    <a:pt x="5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4"/>
            <p:cNvSpPr/>
            <p:nvPr/>
          </p:nvSpPr>
          <p:spPr>
            <a:xfrm>
              <a:off x="6634469" y="2991933"/>
              <a:ext cx="246364" cy="238407"/>
            </a:xfrm>
            <a:custGeom>
              <a:avLst/>
              <a:gdLst/>
              <a:ahLst/>
              <a:cxnLst/>
              <a:rect l="l" t="t" r="r" b="b"/>
              <a:pathLst>
                <a:path w="7740" h="7490" extrusionOk="0">
                  <a:moveTo>
                    <a:pt x="6847" y="1727"/>
                  </a:moveTo>
                  <a:cubicBezTo>
                    <a:pt x="7180" y="1727"/>
                    <a:pt x="7442" y="1989"/>
                    <a:pt x="7442" y="2323"/>
                  </a:cubicBezTo>
                  <a:lnTo>
                    <a:pt x="7442" y="4085"/>
                  </a:lnTo>
                  <a:lnTo>
                    <a:pt x="7454" y="4085"/>
                  </a:lnTo>
                  <a:cubicBezTo>
                    <a:pt x="7454" y="4406"/>
                    <a:pt x="7192" y="4680"/>
                    <a:pt x="6859" y="4680"/>
                  </a:cubicBezTo>
                  <a:lnTo>
                    <a:pt x="6144" y="4680"/>
                  </a:lnTo>
                  <a:cubicBezTo>
                    <a:pt x="6073" y="4680"/>
                    <a:pt x="6013" y="4740"/>
                    <a:pt x="6001" y="4811"/>
                  </a:cubicBezTo>
                  <a:cubicBezTo>
                    <a:pt x="5990" y="5121"/>
                    <a:pt x="5894" y="5335"/>
                    <a:pt x="5751" y="5454"/>
                  </a:cubicBezTo>
                  <a:cubicBezTo>
                    <a:pt x="5692" y="5490"/>
                    <a:pt x="5632" y="5525"/>
                    <a:pt x="5573" y="5537"/>
                  </a:cubicBezTo>
                  <a:cubicBezTo>
                    <a:pt x="5728" y="5252"/>
                    <a:pt x="5609" y="4835"/>
                    <a:pt x="5597" y="4799"/>
                  </a:cubicBezTo>
                  <a:cubicBezTo>
                    <a:pt x="5585" y="4740"/>
                    <a:pt x="5525" y="4692"/>
                    <a:pt x="5466" y="4692"/>
                  </a:cubicBezTo>
                  <a:lnTo>
                    <a:pt x="4585" y="4692"/>
                  </a:lnTo>
                  <a:cubicBezTo>
                    <a:pt x="4251" y="4692"/>
                    <a:pt x="3989" y="4418"/>
                    <a:pt x="3989" y="4097"/>
                  </a:cubicBezTo>
                  <a:lnTo>
                    <a:pt x="3989" y="2323"/>
                  </a:lnTo>
                  <a:cubicBezTo>
                    <a:pt x="3989" y="1989"/>
                    <a:pt x="4251" y="1727"/>
                    <a:pt x="4585" y="1727"/>
                  </a:cubicBezTo>
                  <a:close/>
                  <a:moveTo>
                    <a:pt x="5430" y="6609"/>
                  </a:moveTo>
                  <a:lnTo>
                    <a:pt x="5430" y="6776"/>
                  </a:lnTo>
                  <a:cubicBezTo>
                    <a:pt x="5430" y="7014"/>
                    <a:pt x="5239" y="7204"/>
                    <a:pt x="5001" y="7204"/>
                  </a:cubicBezTo>
                  <a:lnTo>
                    <a:pt x="727" y="7204"/>
                  </a:lnTo>
                  <a:cubicBezTo>
                    <a:pt x="489" y="7204"/>
                    <a:pt x="298" y="7014"/>
                    <a:pt x="298" y="6776"/>
                  </a:cubicBezTo>
                  <a:lnTo>
                    <a:pt x="298" y="6609"/>
                  </a:lnTo>
                  <a:close/>
                  <a:moveTo>
                    <a:pt x="5573" y="1"/>
                  </a:moveTo>
                  <a:cubicBezTo>
                    <a:pt x="5489" y="1"/>
                    <a:pt x="5418" y="61"/>
                    <a:pt x="5418" y="144"/>
                  </a:cubicBezTo>
                  <a:lnTo>
                    <a:pt x="5418" y="1430"/>
                  </a:lnTo>
                  <a:lnTo>
                    <a:pt x="4585" y="1430"/>
                  </a:lnTo>
                  <a:cubicBezTo>
                    <a:pt x="4096" y="1430"/>
                    <a:pt x="3704" y="1823"/>
                    <a:pt x="3704" y="2311"/>
                  </a:cubicBezTo>
                  <a:lnTo>
                    <a:pt x="3704" y="4073"/>
                  </a:lnTo>
                  <a:cubicBezTo>
                    <a:pt x="3704" y="4573"/>
                    <a:pt x="4096" y="4954"/>
                    <a:pt x="4585" y="4954"/>
                  </a:cubicBezTo>
                  <a:lnTo>
                    <a:pt x="5347" y="4954"/>
                  </a:lnTo>
                  <a:cubicBezTo>
                    <a:pt x="5359" y="5073"/>
                    <a:pt x="5370" y="5264"/>
                    <a:pt x="5311" y="5383"/>
                  </a:cubicBezTo>
                  <a:cubicBezTo>
                    <a:pt x="5287" y="5442"/>
                    <a:pt x="5239" y="5478"/>
                    <a:pt x="5168" y="5478"/>
                  </a:cubicBezTo>
                  <a:cubicBezTo>
                    <a:pt x="5097" y="5490"/>
                    <a:pt x="5025" y="5549"/>
                    <a:pt x="5025" y="5645"/>
                  </a:cubicBezTo>
                  <a:cubicBezTo>
                    <a:pt x="5025" y="5716"/>
                    <a:pt x="5097" y="5787"/>
                    <a:pt x="5168" y="5799"/>
                  </a:cubicBezTo>
                  <a:cubicBezTo>
                    <a:pt x="5228" y="5823"/>
                    <a:pt x="5311" y="5835"/>
                    <a:pt x="5418" y="5835"/>
                  </a:cubicBezTo>
                  <a:lnTo>
                    <a:pt x="5430" y="5835"/>
                  </a:lnTo>
                  <a:lnTo>
                    <a:pt x="5430" y="6323"/>
                  </a:lnTo>
                  <a:lnTo>
                    <a:pt x="298" y="6323"/>
                  </a:lnTo>
                  <a:lnTo>
                    <a:pt x="298" y="5656"/>
                  </a:lnTo>
                  <a:cubicBezTo>
                    <a:pt x="298" y="5585"/>
                    <a:pt x="239" y="5502"/>
                    <a:pt x="144" y="5502"/>
                  </a:cubicBezTo>
                  <a:cubicBezTo>
                    <a:pt x="72" y="5502"/>
                    <a:pt x="1" y="5561"/>
                    <a:pt x="1" y="5656"/>
                  </a:cubicBezTo>
                  <a:lnTo>
                    <a:pt x="1" y="6776"/>
                  </a:lnTo>
                  <a:cubicBezTo>
                    <a:pt x="1" y="7180"/>
                    <a:pt x="334" y="7490"/>
                    <a:pt x="715" y="7490"/>
                  </a:cubicBezTo>
                  <a:lnTo>
                    <a:pt x="4989" y="7490"/>
                  </a:lnTo>
                  <a:cubicBezTo>
                    <a:pt x="5394" y="7490"/>
                    <a:pt x="5704" y="7157"/>
                    <a:pt x="5704" y="6776"/>
                  </a:cubicBezTo>
                  <a:lnTo>
                    <a:pt x="5704" y="5787"/>
                  </a:lnTo>
                  <a:cubicBezTo>
                    <a:pt x="5775" y="5764"/>
                    <a:pt x="5847" y="5728"/>
                    <a:pt x="5906" y="5668"/>
                  </a:cubicBezTo>
                  <a:cubicBezTo>
                    <a:pt x="6097" y="5525"/>
                    <a:pt x="6216" y="5287"/>
                    <a:pt x="6263" y="4954"/>
                  </a:cubicBezTo>
                  <a:lnTo>
                    <a:pt x="6847" y="4954"/>
                  </a:lnTo>
                  <a:cubicBezTo>
                    <a:pt x="7335" y="4954"/>
                    <a:pt x="7728" y="4573"/>
                    <a:pt x="7728" y="4085"/>
                  </a:cubicBezTo>
                  <a:lnTo>
                    <a:pt x="7728" y="2311"/>
                  </a:lnTo>
                  <a:cubicBezTo>
                    <a:pt x="7740" y="1835"/>
                    <a:pt x="7359" y="1430"/>
                    <a:pt x="6859" y="1430"/>
                  </a:cubicBezTo>
                  <a:lnTo>
                    <a:pt x="5716" y="1430"/>
                  </a:lnTo>
                  <a:lnTo>
                    <a:pt x="5716" y="144"/>
                  </a:lnTo>
                  <a:cubicBezTo>
                    <a:pt x="5716" y="72"/>
                    <a:pt x="5656" y="1"/>
                    <a:pt x="55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4"/>
            <p:cNvSpPr/>
            <p:nvPr/>
          </p:nvSpPr>
          <p:spPr>
            <a:xfrm>
              <a:off x="6790627" y="3057885"/>
              <a:ext cx="52329" cy="60668"/>
            </a:xfrm>
            <a:custGeom>
              <a:avLst/>
              <a:gdLst/>
              <a:ahLst/>
              <a:cxnLst/>
              <a:rect l="l" t="t" r="r" b="b"/>
              <a:pathLst>
                <a:path w="1644" h="1906" extrusionOk="0">
                  <a:moveTo>
                    <a:pt x="822" y="286"/>
                  </a:moveTo>
                  <a:cubicBezTo>
                    <a:pt x="976" y="286"/>
                    <a:pt x="1084" y="405"/>
                    <a:pt x="1084" y="536"/>
                  </a:cubicBezTo>
                  <a:cubicBezTo>
                    <a:pt x="1084" y="679"/>
                    <a:pt x="964" y="786"/>
                    <a:pt x="822" y="786"/>
                  </a:cubicBezTo>
                  <a:cubicBezTo>
                    <a:pt x="691" y="786"/>
                    <a:pt x="572" y="667"/>
                    <a:pt x="572" y="536"/>
                  </a:cubicBezTo>
                  <a:cubicBezTo>
                    <a:pt x="572" y="405"/>
                    <a:pt x="691" y="286"/>
                    <a:pt x="822" y="286"/>
                  </a:cubicBezTo>
                  <a:close/>
                  <a:moveTo>
                    <a:pt x="936" y="1096"/>
                  </a:moveTo>
                  <a:cubicBezTo>
                    <a:pt x="1165" y="1096"/>
                    <a:pt x="1345" y="1305"/>
                    <a:pt x="1345" y="1548"/>
                  </a:cubicBezTo>
                  <a:cubicBezTo>
                    <a:pt x="1345" y="1572"/>
                    <a:pt x="1322" y="1608"/>
                    <a:pt x="1286" y="1608"/>
                  </a:cubicBezTo>
                  <a:lnTo>
                    <a:pt x="369" y="1608"/>
                  </a:lnTo>
                  <a:cubicBezTo>
                    <a:pt x="333" y="1608"/>
                    <a:pt x="298" y="1572"/>
                    <a:pt x="298" y="1548"/>
                  </a:cubicBezTo>
                  <a:lnTo>
                    <a:pt x="298" y="1537"/>
                  </a:lnTo>
                  <a:cubicBezTo>
                    <a:pt x="298" y="1298"/>
                    <a:pt x="500" y="1096"/>
                    <a:pt x="738" y="1096"/>
                  </a:cubicBezTo>
                  <a:lnTo>
                    <a:pt x="917" y="1096"/>
                  </a:lnTo>
                  <a:cubicBezTo>
                    <a:pt x="923" y="1096"/>
                    <a:pt x="929" y="1096"/>
                    <a:pt x="936" y="1096"/>
                  </a:cubicBezTo>
                  <a:close/>
                  <a:moveTo>
                    <a:pt x="822" y="1"/>
                  </a:moveTo>
                  <a:cubicBezTo>
                    <a:pt x="512" y="1"/>
                    <a:pt x="274" y="239"/>
                    <a:pt x="274" y="548"/>
                  </a:cubicBezTo>
                  <a:cubicBezTo>
                    <a:pt x="274" y="679"/>
                    <a:pt x="322" y="798"/>
                    <a:pt x="393" y="894"/>
                  </a:cubicBezTo>
                  <a:cubicBezTo>
                    <a:pt x="167" y="1013"/>
                    <a:pt x="0" y="1251"/>
                    <a:pt x="0" y="1537"/>
                  </a:cubicBezTo>
                  <a:lnTo>
                    <a:pt x="0" y="1548"/>
                  </a:lnTo>
                  <a:cubicBezTo>
                    <a:pt x="0" y="1739"/>
                    <a:pt x="167" y="1906"/>
                    <a:pt x="369" y="1906"/>
                  </a:cubicBezTo>
                  <a:lnTo>
                    <a:pt x="1286" y="1906"/>
                  </a:lnTo>
                  <a:cubicBezTo>
                    <a:pt x="1476" y="1906"/>
                    <a:pt x="1643" y="1739"/>
                    <a:pt x="1643" y="1548"/>
                  </a:cubicBezTo>
                  <a:lnTo>
                    <a:pt x="1643" y="1537"/>
                  </a:lnTo>
                  <a:cubicBezTo>
                    <a:pt x="1643" y="1251"/>
                    <a:pt x="1476" y="1013"/>
                    <a:pt x="1262" y="894"/>
                  </a:cubicBezTo>
                  <a:cubicBezTo>
                    <a:pt x="1334" y="798"/>
                    <a:pt x="1381" y="679"/>
                    <a:pt x="1381" y="548"/>
                  </a:cubicBezTo>
                  <a:cubicBezTo>
                    <a:pt x="1381" y="251"/>
                    <a:pt x="1143" y="1"/>
                    <a:pt x="8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4"/>
            <p:cNvSpPr/>
            <p:nvPr/>
          </p:nvSpPr>
          <p:spPr>
            <a:xfrm>
              <a:off x="6712166" y="2975286"/>
              <a:ext cx="73941" cy="9485"/>
            </a:xfrm>
            <a:custGeom>
              <a:avLst/>
              <a:gdLst/>
              <a:ahLst/>
              <a:cxnLst/>
              <a:rect l="l" t="t" r="r" b="b"/>
              <a:pathLst>
                <a:path w="2323" h="298" extrusionOk="0">
                  <a:moveTo>
                    <a:pt x="155" y="0"/>
                  </a:moveTo>
                  <a:cubicBezTo>
                    <a:pt x="72" y="0"/>
                    <a:pt x="0" y="60"/>
                    <a:pt x="0" y="155"/>
                  </a:cubicBezTo>
                  <a:cubicBezTo>
                    <a:pt x="0" y="238"/>
                    <a:pt x="60" y="298"/>
                    <a:pt x="155" y="298"/>
                  </a:cubicBezTo>
                  <a:lnTo>
                    <a:pt x="2179" y="298"/>
                  </a:lnTo>
                  <a:cubicBezTo>
                    <a:pt x="2251" y="298"/>
                    <a:pt x="2322" y="238"/>
                    <a:pt x="2322" y="155"/>
                  </a:cubicBezTo>
                  <a:cubicBezTo>
                    <a:pt x="2322" y="60"/>
                    <a:pt x="2263" y="0"/>
                    <a:pt x="2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4"/>
            <p:cNvSpPr/>
            <p:nvPr/>
          </p:nvSpPr>
          <p:spPr>
            <a:xfrm>
              <a:off x="6712166" y="2993461"/>
              <a:ext cx="73941" cy="9517"/>
            </a:xfrm>
            <a:custGeom>
              <a:avLst/>
              <a:gdLst/>
              <a:ahLst/>
              <a:cxnLst/>
              <a:rect l="l" t="t" r="r" b="b"/>
              <a:pathLst>
                <a:path w="2323" h="299" extrusionOk="0">
                  <a:moveTo>
                    <a:pt x="155" y="1"/>
                  </a:moveTo>
                  <a:cubicBezTo>
                    <a:pt x="72" y="1"/>
                    <a:pt x="0" y="60"/>
                    <a:pt x="0" y="143"/>
                  </a:cubicBezTo>
                  <a:cubicBezTo>
                    <a:pt x="0" y="239"/>
                    <a:pt x="60" y="298"/>
                    <a:pt x="155" y="298"/>
                  </a:cubicBezTo>
                  <a:lnTo>
                    <a:pt x="2179" y="298"/>
                  </a:lnTo>
                  <a:cubicBezTo>
                    <a:pt x="2251" y="298"/>
                    <a:pt x="2322" y="239"/>
                    <a:pt x="2322" y="143"/>
                  </a:cubicBezTo>
                  <a:cubicBezTo>
                    <a:pt x="2322" y="60"/>
                    <a:pt x="2263" y="1"/>
                    <a:pt x="21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4"/>
            <p:cNvSpPr/>
            <p:nvPr/>
          </p:nvSpPr>
          <p:spPr>
            <a:xfrm>
              <a:off x="6712166" y="3012050"/>
              <a:ext cx="73941" cy="9485"/>
            </a:xfrm>
            <a:custGeom>
              <a:avLst/>
              <a:gdLst/>
              <a:ahLst/>
              <a:cxnLst/>
              <a:rect l="l" t="t" r="r" b="b"/>
              <a:pathLst>
                <a:path w="2323" h="298" extrusionOk="0">
                  <a:moveTo>
                    <a:pt x="155" y="0"/>
                  </a:moveTo>
                  <a:cubicBezTo>
                    <a:pt x="72" y="0"/>
                    <a:pt x="0" y="60"/>
                    <a:pt x="0" y="143"/>
                  </a:cubicBezTo>
                  <a:cubicBezTo>
                    <a:pt x="0" y="238"/>
                    <a:pt x="60" y="298"/>
                    <a:pt x="155" y="298"/>
                  </a:cubicBezTo>
                  <a:lnTo>
                    <a:pt x="2179" y="298"/>
                  </a:lnTo>
                  <a:cubicBezTo>
                    <a:pt x="2263" y="274"/>
                    <a:pt x="2322" y="214"/>
                    <a:pt x="2322" y="143"/>
                  </a:cubicBezTo>
                  <a:cubicBezTo>
                    <a:pt x="2322" y="71"/>
                    <a:pt x="2263" y="0"/>
                    <a:pt x="2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4"/>
            <p:cNvSpPr/>
            <p:nvPr/>
          </p:nvSpPr>
          <p:spPr>
            <a:xfrm>
              <a:off x="6662511" y="3103752"/>
              <a:ext cx="73941" cy="27310"/>
            </a:xfrm>
            <a:custGeom>
              <a:avLst/>
              <a:gdLst/>
              <a:ahLst/>
              <a:cxnLst/>
              <a:rect l="l" t="t" r="r" b="b"/>
              <a:pathLst>
                <a:path w="2323" h="858" extrusionOk="0">
                  <a:moveTo>
                    <a:pt x="2037" y="298"/>
                  </a:moveTo>
                  <a:lnTo>
                    <a:pt x="2037" y="584"/>
                  </a:lnTo>
                  <a:lnTo>
                    <a:pt x="298" y="584"/>
                  </a:lnTo>
                  <a:lnTo>
                    <a:pt x="298" y="298"/>
                  </a:lnTo>
                  <a:close/>
                  <a:moveTo>
                    <a:pt x="144" y="0"/>
                  </a:moveTo>
                  <a:cubicBezTo>
                    <a:pt x="72" y="0"/>
                    <a:pt x="1" y="60"/>
                    <a:pt x="1" y="155"/>
                  </a:cubicBezTo>
                  <a:lnTo>
                    <a:pt x="1" y="715"/>
                  </a:lnTo>
                  <a:cubicBezTo>
                    <a:pt x="1" y="786"/>
                    <a:pt x="60" y="858"/>
                    <a:pt x="144" y="858"/>
                  </a:cubicBezTo>
                  <a:lnTo>
                    <a:pt x="2168" y="858"/>
                  </a:lnTo>
                  <a:cubicBezTo>
                    <a:pt x="2251" y="858"/>
                    <a:pt x="2322" y="798"/>
                    <a:pt x="2322" y="715"/>
                  </a:cubicBezTo>
                  <a:lnTo>
                    <a:pt x="2322" y="155"/>
                  </a:lnTo>
                  <a:cubicBezTo>
                    <a:pt x="2322" y="72"/>
                    <a:pt x="2263" y="0"/>
                    <a:pt x="2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4"/>
            <p:cNvSpPr/>
            <p:nvPr/>
          </p:nvSpPr>
          <p:spPr>
            <a:xfrm>
              <a:off x="6662893" y="3140134"/>
              <a:ext cx="73941" cy="9485"/>
            </a:xfrm>
            <a:custGeom>
              <a:avLst/>
              <a:gdLst/>
              <a:ahLst/>
              <a:cxnLst/>
              <a:rect l="l" t="t" r="r" b="b"/>
              <a:pathLst>
                <a:path w="2323" h="298" extrusionOk="0">
                  <a:moveTo>
                    <a:pt x="155" y="0"/>
                  </a:moveTo>
                  <a:cubicBezTo>
                    <a:pt x="72" y="0"/>
                    <a:pt x="1" y="60"/>
                    <a:pt x="1" y="155"/>
                  </a:cubicBezTo>
                  <a:cubicBezTo>
                    <a:pt x="1" y="238"/>
                    <a:pt x="60" y="298"/>
                    <a:pt x="155" y="298"/>
                  </a:cubicBezTo>
                  <a:lnTo>
                    <a:pt x="2180" y="298"/>
                  </a:lnTo>
                  <a:cubicBezTo>
                    <a:pt x="2251" y="298"/>
                    <a:pt x="2322" y="238"/>
                    <a:pt x="2322" y="155"/>
                  </a:cubicBezTo>
                  <a:cubicBezTo>
                    <a:pt x="2322" y="60"/>
                    <a:pt x="2251" y="0"/>
                    <a:pt x="21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8" name="Google Shape;1508;p34"/>
          <p:cNvGrpSpPr/>
          <p:nvPr/>
        </p:nvGrpSpPr>
        <p:grpSpPr>
          <a:xfrm>
            <a:off x="7085973" y="2961797"/>
            <a:ext cx="327976" cy="324316"/>
            <a:chOff x="7528096" y="2450059"/>
            <a:chExt cx="327976" cy="324316"/>
          </a:xfrm>
        </p:grpSpPr>
        <p:sp>
          <p:nvSpPr>
            <p:cNvPr id="1509" name="Google Shape;1509;p34"/>
            <p:cNvSpPr/>
            <p:nvPr/>
          </p:nvSpPr>
          <p:spPr>
            <a:xfrm>
              <a:off x="7569411" y="2697187"/>
              <a:ext cx="26928" cy="25623"/>
            </a:xfrm>
            <a:custGeom>
              <a:avLst/>
              <a:gdLst/>
              <a:ahLst/>
              <a:cxnLst/>
              <a:rect l="l" t="t" r="r" b="b"/>
              <a:pathLst>
                <a:path w="846" h="805" extrusionOk="0">
                  <a:moveTo>
                    <a:pt x="679" y="1"/>
                  </a:moveTo>
                  <a:cubicBezTo>
                    <a:pt x="640" y="1"/>
                    <a:pt x="602" y="16"/>
                    <a:pt x="572" y="46"/>
                  </a:cubicBezTo>
                  <a:lnTo>
                    <a:pt x="60" y="558"/>
                  </a:lnTo>
                  <a:cubicBezTo>
                    <a:pt x="0" y="617"/>
                    <a:pt x="0" y="700"/>
                    <a:pt x="60" y="760"/>
                  </a:cubicBezTo>
                  <a:cubicBezTo>
                    <a:pt x="96" y="790"/>
                    <a:pt x="134" y="805"/>
                    <a:pt x="172" y="805"/>
                  </a:cubicBezTo>
                  <a:cubicBezTo>
                    <a:pt x="209" y="805"/>
                    <a:pt x="244" y="790"/>
                    <a:pt x="274" y="760"/>
                  </a:cubicBezTo>
                  <a:lnTo>
                    <a:pt x="786" y="260"/>
                  </a:lnTo>
                  <a:cubicBezTo>
                    <a:pt x="846" y="200"/>
                    <a:pt x="846" y="105"/>
                    <a:pt x="786" y="46"/>
                  </a:cubicBezTo>
                  <a:cubicBezTo>
                    <a:pt x="756" y="16"/>
                    <a:pt x="718" y="1"/>
                    <a:pt x="6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4"/>
            <p:cNvSpPr/>
            <p:nvPr/>
          </p:nvSpPr>
          <p:spPr>
            <a:xfrm>
              <a:off x="7600859" y="2728667"/>
              <a:ext cx="26578" cy="25591"/>
            </a:xfrm>
            <a:custGeom>
              <a:avLst/>
              <a:gdLst/>
              <a:ahLst/>
              <a:cxnLst/>
              <a:rect l="l" t="t" r="r" b="b"/>
              <a:pathLst>
                <a:path w="835" h="804" extrusionOk="0">
                  <a:moveTo>
                    <a:pt x="673" y="0"/>
                  </a:moveTo>
                  <a:cubicBezTo>
                    <a:pt x="638" y="0"/>
                    <a:pt x="602" y="15"/>
                    <a:pt x="572" y="45"/>
                  </a:cubicBezTo>
                  <a:lnTo>
                    <a:pt x="60" y="545"/>
                  </a:lnTo>
                  <a:cubicBezTo>
                    <a:pt x="1" y="604"/>
                    <a:pt x="1" y="700"/>
                    <a:pt x="60" y="759"/>
                  </a:cubicBezTo>
                  <a:cubicBezTo>
                    <a:pt x="90" y="789"/>
                    <a:pt x="129" y="804"/>
                    <a:pt x="167" y="804"/>
                  </a:cubicBezTo>
                  <a:cubicBezTo>
                    <a:pt x="206" y="804"/>
                    <a:pt x="245" y="789"/>
                    <a:pt x="274" y="759"/>
                  </a:cubicBezTo>
                  <a:lnTo>
                    <a:pt x="775" y="247"/>
                  </a:lnTo>
                  <a:cubicBezTo>
                    <a:pt x="834" y="188"/>
                    <a:pt x="834" y="104"/>
                    <a:pt x="775" y="45"/>
                  </a:cubicBezTo>
                  <a:cubicBezTo>
                    <a:pt x="745" y="15"/>
                    <a:pt x="709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4"/>
            <p:cNvSpPr/>
            <p:nvPr/>
          </p:nvSpPr>
          <p:spPr>
            <a:xfrm>
              <a:off x="7585326" y="2713102"/>
              <a:ext cx="26546" cy="25241"/>
            </a:xfrm>
            <a:custGeom>
              <a:avLst/>
              <a:gdLst/>
              <a:ahLst/>
              <a:cxnLst/>
              <a:rect l="l" t="t" r="r" b="b"/>
              <a:pathLst>
                <a:path w="834" h="793" extrusionOk="0">
                  <a:moveTo>
                    <a:pt x="667" y="1"/>
                  </a:moveTo>
                  <a:cubicBezTo>
                    <a:pt x="629" y="1"/>
                    <a:pt x="590" y="16"/>
                    <a:pt x="560" y="46"/>
                  </a:cubicBezTo>
                  <a:lnTo>
                    <a:pt x="60" y="546"/>
                  </a:lnTo>
                  <a:cubicBezTo>
                    <a:pt x="0" y="605"/>
                    <a:pt x="0" y="700"/>
                    <a:pt x="60" y="748"/>
                  </a:cubicBezTo>
                  <a:cubicBezTo>
                    <a:pt x="90" y="778"/>
                    <a:pt x="125" y="793"/>
                    <a:pt x="161" y="793"/>
                  </a:cubicBezTo>
                  <a:cubicBezTo>
                    <a:pt x="197" y="793"/>
                    <a:pt x="233" y="778"/>
                    <a:pt x="262" y="748"/>
                  </a:cubicBezTo>
                  <a:lnTo>
                    <a:pt x="774" y="248"/>
                  </a:lnTo>
                  <a:cubicBezTo>
                    <a:pt x="834" y="189"/>
                    <a:pt x="834" y="105"/>
                    <a:pt x="774" y="46"/>
                  </a:cubicBezTo>
                  <a:cubicBezTo>
                    <a:pt x="745" y="16"/>
                    <a:pt x="706" y="1"/>
                    <a:pt x="6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4"/>
            <p:cNvSpPr/>
            <p:nvPr/>
          </p:nvSpPr>
          <p:spPr>
            <a:xfrm>
              <a:off x="7528096" y="2450059"/>
              <a:ext cx="327976" cy="324316"/>
            </a:xfrm>
            <a:custGeom>
              <a:avLst/>
              <a:gdLst/>
              <a:ahLst/>
              <a:cxnLst/>
              <a:rect l="l" t="t" r="r" b="b"/>
              <a:pathLst>
                <a:path w="10304" h="10189" extrusionOk="0">
                  <a:moveTo>
                    <a:pt x="9954" y="309"/>
                  </a:moveTo>
                  <a:lnTo>
                    <a:pt x="9538" y="1761"/>
                  </a:lnTo>
                  <a:lnTo>
                    <a:pt x="8514" y="725"/>
                  </a:lnTo>
                  <a:lnTo>
                    <a:pt x="9954" y="309"/>
                  </a:lnTo>
                  <a:close/>
                  <a:moveTo>
                    <a:pt x="4311" y="3369"/>
                  </a:moveTo>
                  <a:lnTo>
                    <a:pt x="2501" y="5178"/>
                  </a:lnTo>
                  <a:lnTo>
                    <a:pt x="429" y="5012"/>
                  </a:lnTo>
                  <a:cubicBezTo>
                    <a:pt x="394" y="5012"/>
                    <a:pt x="382" y="4988"/>
                    <a:pt x="417" y="4952"/>
                  </a:cubicBezTo>
                  <a:cubicBezTo>
                    <a:pt x="1310" y="4059"/>
                    <a:pt x="2477" y="3523"/>
                    <a:pt x="3727" y="3404"/>
                  </a:cubicBezTo>
                  <a:lnTo>
                    <a:pt x="4311" y="3369"/>
                  </a:lnTo>
                  <a:close/>
                  <a:moveTo>
                    <a:pt x="2537" y="5571"/>
                  </a:moveTo>
                  <a:lnTo>
                    <a:pt x="3358" y="6381"/>
                  </a:lnTo>
                  <a:lnTo>
                    <a:pt x="3049" y="6702"/>
                  </a:lnTo>
                  <a:cubicBezTo>
                    <a:pt x="2715" y="6369"/>
                    <a:pt x="2299" y="5952"/>
                    <a:pt x="2227" y="5893"/>
                  </a:cubicBezTo>
                  <a:lnTo>
                    <a:pt x="2537" y="5571"/>
                  </a:lnTo>
                  <a:close/>
                  <a:moveTo>
                    <a:pt x="2418" y="6464"/>
                  </a:moveTo>
                  <a:lnTo>
                    <a:pt x="2834" y="6881"/>
                  </a:lnTo>
                  <a:lnTo>
                    <a:pt x="2465" y="7250"/>
                  </a:lnTo>
                  <a:cubicBezTo>
                    <a:pt x="2453" y="7262"/>
                    <a:pt x="2441" y="7298"/>
                    <a:pt x="2418" y="7310"/>
                  </a:cubicBezTo>
                  <a:lnTo>
                    <a:pt x="2049" y="6940"/>
                  </a:lnTo>
                  <a:cubicBezTo>
                    <a:pt x="2025" y="6905"/>
                    <a:pt x="2025" y="6857"/>
                    <a:pt x="2049" y="6833"/>
                  </a:cubicBezTo>
                  <a:lnTo>
                    <a:pt x="2418" y="6464"/>
                  </a:lnTo>
                  <a:close/>
                  <a:moveTo>
                    <a:pt x="8168" y="821"/>
                  </a:moveTo>
                  <a:lnTo>
                    <a:pt x="9418" y="2071"/>
                  </a:lnTo>
                  <a:lnTo>
                    <a:pt x="9061" y="3380"/>
                  </a:lnTo>
                  <a:lnTo>
                    <a:pt x="4906" y="7536"/>
                  </a:lnTo>
                  <a:lnTo>
                    <a:pt x="4084" y="6714"/>
                  </a:lnTo>
                  <a:lnTo>
                    <a:pt x="5978" y="4821"/>
                  </a:lnTo>
                  <a:cubicBezTo>
                    <a:pt x="6109" y="4690"/>
                    <a:pt x="6144" y="4452"/>
                    <a:pt x="5966" y="4273"/>
                  </a:cubicBezTo>
                  <a:cubicBezTo>
                    <a:pt x="5888" y="4196"/>
                    <a:pt x="5790" y="4157"/>
                    <a:pt x="5693" y="4157"/>
                  </a:cubicBezTo>
                  <a:cubicBezTo>
                    <a:pt x="5597" y="4157"/>
                    <a:pt x="5501" y="4196"/>
                    <a:pt x="5430" y="4273"/>
                  </a:cubicBezTo>
                  <a:lnTo>
                    <a:pt x="3537" y="6167"/>
                  </a:lnTo>
                  <a:lnTo>
                    <a:pt x="2715" y="5345"/>
                  </a:lnTo>
                  <a:lnTo>
                    <a:pt x="6871" y="1190"/>
                  </a:lnTo>
                  <a:lnTo>
                    <a:pt x="8168" y="821"/>
                  </a:lnTo>
                  <a:close/>
                  <a:moveTo>
                    <a:pt x="5711" y="4485"/>
                  </a:moveTo>
                  <a:cubicBezTo>
                    <a:pt x="5733" y="4485"/>
                    <a:pt x="5757" y="4494"/>
                    <a:pt x="5775" y="4512"/>
                  </a:cubicBezTo>
                  <a:cubicBezTo>
                    <a:pt x="5799" y="4535"/>
                    <a:pt x="5799" y="4595"/>
                    <a:pt x="5775" y="4631"/>
                  </a:cubicBezTo>
                  <a:lnTo>
                    <a:pt x="3775" y="6619"/>
                  </a:lnTo>
                  <a:cubicBezTo>
                    <a:pt x="3692" y="6714"/>
                    <a:pt x="2894" y="7488"/>
                    <a:pt x="2811" y="7595"/>
                  </a:cubicBezTo>
                  <a:cubicBezTo>
                    <a:pt x="2793" y="7607"/>
                    <a:pt x="2769" y="7613"/>
                    <a:pt x="2747" y="7613"/>
                  </a:cubicBezTo>
                  <a:cubicBezTo>
                    <a:pt x="2724" y="7613"/>
                    <a:pt x="2703" y="7607"/>
                    <a:pt x="2691" y="7595"/>
                  </a:cubicBezTo>
                  <a:cubicBezTo>
                    <a:pt x="2656" y="7560"/>
                    <a:pt x="2656" y="7500"/>
                    <a:pt x="2691" y="7476"/>
                  </a:cubicBezTo>
                  <a:lnTo>
                    <a:pt x="5656" y="4512"/>
                  </a:lnTo>
                  <a:cubicBezTo>
                    <a:pt x="5668" y="4494"/>
                    <a:pt x="5689" y="4485"/>
                    <a:pt x="5711" y="4485"/>
                  </a:cubicBezTo>
                  <a:close/>
                  <a:moveTo>
                    <a:pt x="3894" y="6917"/>
                  </a:moveTo>
                  <a:lnTo>
                    <a:pt x="4716" y="7738"/>
                  </a:lnTo>
                  <a:lnTo>
                    <a:pt x="4406" y="8036"/>
                  </a:lnTo>
                  <a:lnTo>
                    <a:pt x="4382" y="8036"/>
                  </a:lnTo>
                  <a:lnTo>
                    <a:pt x="3584" y="7238"/>
                  </a:lnTo>
                  <a:lnTo>
                    <a:pt x="3894" y="6917"/>
                  </a:lnTo>
                  <a:close/>
                  <a:moveTo>
                    <a:pt x="3394" y="7452"/>
                  </a:moveTo>
                  <a:lnTo>
                    <a:pt x="3811" y="7869"/>
                  </a:lnTo>
                  <a:lnTo>
                    <a:pt x="3430" y="8226"/>
                  </a:lnTo>
                  <a:cubicBezTo>
                    <a:pt x="3418" y="8250"/>
                    <a:pt x="3394" y="8250"/>
                    <a:pt x="3394" y="8250"/>
                  </a:cubicBezTo>
                  <a:cubicBezTo>
                    <a:pt x="3370" y="8250"/>
                    <a:pt x="3358" y="8250"/>
                    <a:pt x="3346" y="8226"/>
                  </a:cubicBezTo>
                  <a:lnTo>
                    <a:pt x="2977" y="7857"/>
                  </a:lnTo>
                  <a:cubicBezTo>
                    <a:pt x="2989" y="7845"/>
                    <a:pt x="3013" y="7833"/>
                    <a:pt x="3037" y="7810"/>
                  </a:cubicBezTo>
                  <a:lnTo>
                    <a:pt x="3394" y="7452"/>
                  </a:lnTo>
                  <a:close/>
                  <a:moveTo>
                    <a:pt x="9971" y="1"/>
                  </a:moveTo>
                  <a:cubicBezTo>
                    <a:pt x="9946" y="1"/>
                    <a:pt x="9921" y="4"/>
                    <a:pt x="9895" y="11"/>
                  </a:cubicBezTo>
                  <a:cubicBezTo>
                    <a:pt x="9252" y="213"/>
                    <a:pt x="7394" y="749"/>
                    <a:pt x="6787" y="928"/>
                  </a:cubicBezTo>
                  <a:cubicBezTo>
                    <a:pt x="6751" y="928"/>
                    <a:pt x="6740" y="940"/>
                    <a:pt x="6716" y="963"/>
                  </a:cubicBezTo>
                  <a:lnTo>
                    <a:pt x="4632" y="3047"/>
                  </a:lnTo>
                  <a:lnTo>
                    <a:pt x="3703" y="3130"/>
                  </a:lnTo>
                  <a:cubicBezTo>
                    <a:pt x="2370" y="3226"/>
                    <a:pt x="1144" y="3809"/>
                    <a:pt x="191" y="4750"/>
                  </a:cubicBezTo>
                  <a:cubicBezTo>
                    <a:pt x="1" y="4940"/>
                    <a:pt x="120" y="5285"/>
                    <a:pt x="394" y="5309"/>
                  </a:cubicBezTo>
                  <a:lnTo>
                    <a:pt x="2215" y="5476"/>
                  </a:lnTo>
                  <a:lnTo>
                    <a:pt x="2025" y="5666"/>
                  </a:lnTo>
                  <a:cubicBezTo>
                    <a:pt x="1906" y="5786"/>
                    <a:pt x="1906" y="5964"/>
                    <a:pt x="2025" y="6083"/>
                  </a:cubicBezTo>
                  <a:lnTo>
                    <a:pt x="2203" y="6262"/>
                  </a:lnTo>
                  <a:lnTo>
                    <a:pt x="1822" y="6643"/>
                  </a:lnTo>
                  <a:cubicBezTo>
                    <a:pt x="1679" y="6786"/>
                    <a:pt x="1679" y="7012"/>
                    <a:pt x="1822" y="7155"/>
                  </a:cubicBezTo>
                  <a:lnTo>
                    <a:pt x="3108" y="8441"/>
                  </a:lnTo>
                  <a:cubicBezTo>
                    <a:pt x="3180" y="8512"/>
                    <a:pt x="3272" y="8548"/>
                    <a:pt x="3366" y="8548"/>
                  </a:cubicBezTo>
                  <a:cubicBezTo>
                    <a:pt x="3459" y="8548"/>
                    <a:pt x="3555" y="8512"/>
                    <a:pt x="3632" y="8441"/>
                  </a:cubicBezTo>
                  <a:lnTo>
                    <a:pt x="4001" y="8072"/>
                  </a:lnTo>
                  <a:lnTo>
                    <a:pt x="4180" y="8250"/>
                  </a:lnTo>
                  <a:cubicBezTo>
                    <a:pt x="4239" y="8310"/>
                    <a:pt x="4317" y="8339"/>
                    <a:pt x="4396" y="8339"/>
                  </a:cubicBezTo>
                  <a:cubicBezTo>
                    <a:pt x="4474" y="8339"/>
                    <a:pt x="4555" y="8310"/>
                    <a:pt x="4620" y="8250"/>
                  </a:cubicBezTo>
                  <a:lnTo>
                    <a:pt x="4799" y="8072"/>
                  </a:lnTo>
                  <a:lnTo>
                    <a:pt x="4966" y="9881"/>
                  </a:lnTo>
                  <a:cubicBezTo>
                    <a:pt x="4977" y="10012"/>
                    <a:pt x="5061" y="10119"/>
                    <a:pt x="5180" y="10167"/>
                  </a:cubicBezTo>
                  <a:cubicBezTo>
                    <a:pt x="5216" y="10182"/>
                    <a:pt x="5254" y="10188"/>
                    <a:pt x="5291" y="10188"/>
                  </a:cubicBezTo>
                  <a:cubicBezTo>
                    <a:pt x="5375" y="10188"/>
                    <a:pt x="5455" y="10153"/>
                    <a:pt x="5513" y="10096"/>
                  </a:cubicBezTo>
                  <a:cubicBezTo>
                    <a:pt x="6097" y="9512"/>
                    <a:pt x="6525" y="8822"/>
                    <a:pt x="6811" y="8072"/>
                  </a:cubicBezTo>
                  <a:cubicBezTo>
                    <a:pt x="6847" y="7988"/>
                    <a:pt x="6799" y="7905"/>
                    <a:pt x="6728" y="7869"/>
                  </a:cubicBezTo>
                  <a:cubicBezTo>
                    <a:pt x="6713" y="7865"/>
                    <a:pt x="6698" y="7863"/>
                    <a:pt x="6684" y="7863"/>
                  </a:cubicBezTo>
                  <a:cubicBezTo>
                    <a:pt x="6616" y="7863"/>
                    <a:pt x="6555" y="7906"/>
                    <a:pt x="6525" y="7964"/>
                  </a:cubicBezTo>
                  <a:cubicBezTo>
                    <a:pt x="6263" y="8691"/>
                    <a:pt x="5847" y="9334"/>
                    <a:pt x="5299" y="9881"/>
                  </a:cubicBezTo>
                  <a:cubicBezTo>
                    <a:pt x="5292" y="9885"/>
                    <a:pt x="5285" y="9886"/>
                    <a:pt x="5278" y="9886"/>
                  </a:cubicBezTo>
                  <a:cubicBezTo>
                    <a:pt x="5262" y="9886"/>
                    <a:pt x="5248" y="9878"/>
                    <a:pt x="5239" y="9869"/>
                  </a:cubicBezTo>
                  <a:lnTo>
                    <a:pt x="5061" y="7810"/>
                  </a:lnTo>
                  <a:lnTo>
                    <a:pt x="6871" y="6000"/>
                  </a:lnTo>
                  <a:lnTo>
                    <a:pt x="6871" y="6000"/>
                  </a:lnTo>
                  <a:cubicBezTo>
                    <a:pt x="6811" y="6738"/>
                    <a:pt x="6799" y="6940"/>
                    <a:pt x="6704" y="7310"/>
                  </a:cubicBezTo>
                  <a:cubicBezTo>
                    <a:pt x="6692" y="7381"/>
                    <a:pt x="6740" y="7476"/>
                    <a:pt x="6823" y="7488"/>
                  </a:cubicBezTo>
                  <a:cubicBezTo>
                    <a:pt x="6831" y="7489"/>
                    <a:pt x="6840" y="7490"/>
                    <a:pt x="6848" y="7490"/>
                  </a:cubicBezTo>
                  <a:cubicBezTo>
                    <a:pt x="6923" y="7490"/>
                    <a:pt x="6991" y="7444"/>
                    <a:pt x="7002" y="7369"/>
                  </a:cubicBezTo>
                  <a:cubicBezTo>
                    <a:pt x="7109" y="6905"/>
                    <a:pt x="7109" y="6702"/>
                    <a:pt x="7204" y="5666"/>
                  </a:cubicBezTo>
                  <a:lnTo>
                    <a:pt x="9288" y="3583"/>
                  </a:lnTo>
                  <a:cubicBezTo>
                    <a:pt x="9299" y="3571"/>
                    <a:pt x="9311" y="3547"/>
                    <a:pt x="9323" y="3523"/>
                  </a:cubicBezTo>
                  <a:lnTo>
                    <a:pt x="9740" y="2118"/>
                  </a:lnTo>
                  <a:lnTo>
                    <a:pt x="10240" y="416"/>
                  </a:lnTo>
                  <a:cubicBezTo>
                    <a:pt x="10303" y="194"/>
                    <a:pt x="10161" y="1"/>
                    <a:pt x="99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4"/>
            <p:cNvSpPr/>
            <p:nvPr/>
          </p:nvSpPr>
          <p:spPr>
            <a:xfrm>
              <a:off x="7712296" y="2525528"/>
              <a:ext cx="79989" cy="60954"/>
            </a:xfrm>
            <a:custGeom>
              <a:avLst/>
              <a:gdLst/>
              <a:ahLst/>
              <a:cxnLst/>
              <a:rect l="l" t="t" r="r" b="b"/>
              <a:pathLst>
                <a:path w="2513" h="1915" extrusionOk="0">
                  <a:moveTo>
                    <a:pt x="842" y="0"/>
                  </a:moveTo>
                  <a:cubicBezTo>
                    <a:pt x="823" y="0"/>
                    <a:pt x="804" y="3"/>
                    <a:pt x="786" y="9"/>
                  </a:cubicBezTo>
                  <a:cubicBezTo>
                    <a:pt x="167" y="295"/>
                    <a:pt x="0" y="1129"/>
                    <a:pt x="488" y="1617"/>
                  </a:cubicBezTo>
                  <a:cubicBezTo>
                    <a:pt x="679" y="1807"/>
                    <a:pt x="941" y="1914"/>
                    <a:pt x="1191" y="1914"/>
                  </a:cubicBezTo>
                  <a:cubicBezTo>
                    <a:pt x="2072" y="1914"/>
                    <a:pt x="2512" y="843"/>
                    <a:pt x="1893" y="224"/>
                  </a:cubicBezTo>
                  <a:cubicBezTo>
                    <a:pt x="1798" y="128"/>
                    <a:pt x="1715" y="69"/>
                    <a:pt x="1596" y="9"/>
                  </a:cubicBezTo>
                  <a:cubicBezTo>
                    <a:pt x="1575" y="3"/>
                    <a:pt x="1554" y="0"/>
                    <a:pt x="1534" y="0"/>
                  </a:cubicBezTo>
                  <a:cubicBezTo>
                    <a:pt x="1473" y="0"/>
                    <a:pt x="1420" y="27"/>
                    <a:pt x="1393" y="81"/>
                  </a:cubicBezTo>
                  <a:cubicBezTo>
                    <a:pt x="1369" y="164"/>
                    <a:pt x="1393" y="247"/>
                    <a:pt x="1476" y="283"/>
                  </a:cubicBezTo>
                  <a:cubicBezTo>
                    <a:pt x="1917" y="474"/>
                    <a:pt x="2024" y="1069"/>
                    <a:pt x="1679" y="1414"/>
                  </a:cubicBezTo>
                  <a:cubicBezTo>
                    <a:pt x="1548" y="1545"/>
                    <a:pt x="1369" y="1611"/>
                    <a:pt x="1191" y="1611"/>
                  </a:cubicBezTo>
                  <a:cubicBezTo>
                    <a:pt x="1012" y="1611"/>
                    <a:pt x="834" y="1545"/>
                    <a:pt x="703" y="1414"/>
                  </a:cubicBezTo>
                  <a:cubicBezTo>
                    <a:pt x="357" y="1069"/>
                    <a:pt x="464" y="486"/>
                    <a:pt x="905" y="283"/>
                  </a:cubicBezTo>
                  <a:cubicBezTo>
                    <a:pt x="976" y="247"/>
                    <a:pt x="1012" y="164"/>
                    <a:pt x="976" y="81"/>
                  </a:cubicBezTo>
                  <a:cubicBezTo>
                    <a:pt x="959" y="27"/>
                    <a:pt x="900" y="0"/>
                    <a:pt x="8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4" name="Google Shape;1514;p34"/>
          <p:cNvGrpSpPr/>
          <p:nvPr/>
        </p:nvGrpSpPr>
        <p:grpSpPr>
          <a:xfrm>
            <a:off x="1788099" y="1192683"/>
            <a:ext cx="211892" cy="339594"/>
            <a:chOff x="3316159" y="1515085"/>
            <a:chExt cx="211892" cy="339594"/>
          </a:xfrm>
        </p:grpSpPr>
        <p:sp>
          <p:nvSpPr>
            <p:cNvPr id="1515" name="Google Shape;1515;p34"/>
            <p:cNvSpPr/>
            <p:nvPr/>
          </p:nvSpPr>
          <p:spPr>
            <a:xfrm>
              <a:off x="3358621" y="1823199"/>
              <a:ext cx="15183" cy="9485"/>
            </a:xfrm>
            <a:custGeom>
              <a:avLst/>
              <a:gdLst/>
              <a:ahLst/>
              <a:cxnLst/>
              <a:rect l="l" t="t" r="r" b="b"/>
              <a:pathLst>
                <a:path w="477" h="298" extrusionOk="0">
                  <a:moveTo>
                    <a:pt x="155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83" y="298"/>
                    <a:pt x="155" y="298"/>
                  </a:cubicBezTo>
                  <a:lnTo>
                    <a:pt x="322" y="298"/>
                  </a:lnTo>
                  <a:cubicBezTo>
                    <a:pt x="405" y="298"/>
                    <a:pt x="464" y="226"/>
                    <a:pt x="464" y="155"/>
                  </a:cubicBezTo>
                  <a:cubicBezTo>
                    <a:pt x="476" y="84"/>
                    <a:pt x="405" y="0"/>
                    <a:pt x="3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4"/>
            <p:cNvSpPr/>
            <p:nvPr/>
          </p:nvSpPr>
          <p:spPr>
            <a:xfrm>
              <a:off x="3427946" y="1823199"/>
              <a:ext cx="15215" cy="9485"/>
            </a:xfrm>
            <a:custGeom>
              <a:avLst/>
              <a:gdLst/>
              <a:ahLst/>
              <a:cxnLst/>
              <a:rect l="l" t="t" r="r" b="b"/>
              <a:pathLst>
                <a:path w="478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lnTo>
                    <a:pt x="310" y="298"/>
                  </a:lnTo>
                  <a:cubicBezTo>
                    <a:pt x="406" y="298"/>
                    <a:pt x="465" y="226"/>
                    <a:pt x="465" y="155"/>
                  </a:cubicBezTo>
                  <a:cubicBezTo>
                    <a:pt x="477" y="84"/>
                    <a:pt x="406" y="0"/>
                    <a:pt x="3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4"/>
            <p:cNvSpPr/>
            <p:nvPr/>
          </p:nvSpPr>
          <p:spPr>
            <a:xfrm>
              <a:off x="3385135" y="1823199"/>
              <a:ext cx="31480" cy="9485"/>
            </a:xfrm>
            <a:custGeom>
              <a:avLst/>
              <a:gdLst/>
              <a:ahLst/>
              <a:cxnLst/>
              <a:rect l="l" t="t" r="r" b="b"/>
              <a:pathLst>
                <a:path w="98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84" y="298"/>
                    <a:pt x="155" y="298"/>
                  </a:cubicBezTo>
                  <a:lnTo>
                    <a:pt x="822" y="298"/>
                  </a:lnTo>
                  <a:cubicBezTo>
                    <a:pt x="917" y="298"/>
                    <a:pt x="977" y="226"/>
                    <a:pt x="977" y="155"/>
                  </a:cubicBezTo>
                  <a:cubicBezTo>
                    <a:pt x="989" y="84"/>
                    <a:pt x="917" y="0"/>
                    <a:pt x="8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8" name="Google Shape;1518;p34"/>
            <p:cNvGrpSpPr/>
            <p:nvPr/>
          </p:nvGrpSpPr>
          <p:grpSpPr>
            <a:xfrm>
              <a:off x="3316159" y="1515085"/>
              <a:ext cx="211892" cy="339594"/>
              <a:chOff x="3316159" y="1515085"/>
              <a:chExt cx="211892" cy="339594"/>
            </a:xfrm>
          </p:grpSpPr>
          <p:sp>
            <p:nvSpPr>
              <p:cNvPr id="1519" name="Google Shape;1519;p34"/>
              <p:cNvSpPr/>
              <p:nvPr/>
            </p:nvSpPr>
            <p:spPr>
              <a:xfrm>
                <a:off x="3316159" y="1557514"/>
                <a:ext cx="169049" cy="29716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9336" extrusionOk="0">
                    <a:moveTo>
                      <a:pt x="4656" y="310"/>
                    </a:moveTo>
                    <a:cubicBezTo>
                      <a:pt x="4846" y="310"/>
                      <a:pt x="5001" y="477"/>
                      <a:pt x="5001" y="668"/>
                    </a:cubicBezTo>
                    <a:lnTo>
                      <a:pt x="298" y="668"/>
                    </a:lnTo>
                    <a:lnTo>
                      <a:pt x="298" y="656"/>
                    </a:lnTo>
                    <a:cubicBezTo>
                      <a:pt x="298" y="465"/>
                      <a:pt x="441" y="310"/>
                      <a:pt x="632" y="310"/>
                    </a:cubicBezTo>
                    <a:close/>
                    <a:moveTo>
                      <a:pt x="5001" y="989"/>
                    </a:moveTo>
                    <a:lnTo>
                      <a:pt x="5001" y="7680"/>
                    </a:lnTo>
                    <a:lnTo>
                      <a:pt x="298" y="7680"/>
                    </a:lnTo>
                    <a:lnTo>
                      <a:pt x="298" y="989"/>
                    </a:lnTo>
                    <a:close/>
                    <a:moveTo>
                      <a:pt x="5013" y="7990"/>
                    </a:moveTo>
                    <a:lnTo>
                      <a:pt x="5013" y="8681"/>
                    </a:lnTo>
                    <a:lnTo>
                      <a:pt x="5001" y="8681"/>
                    </a:lnTo>
                    <a:cubicBezTo>
                      <a:pt x="5001" y="8871"/>
                      <a:pt x="4846" y="9026"/>
                      <a:pt x="4656" y="9026"/>
                    </a:cubicBezTo>
                    <a:lnTo>
                      <a:pt x="655" y="9026"/>
                    </a:lnTo>
                    <a:cubicBezTo>
                      <a:pt x="465" y="9026"/>
                      <a:pt x="310" y="8871"/>
                      <a:pt x="310" y="8681"/>
                    </a:cubicBezTo>
                    <a:lnTo>
                      <a:pt x="310" y="7990"/>
                    </a:lnTo>
                    <a:close/>
                    <a:moveTo>
                      <a:pt x="655" y="1"/>
                    </a:moveTo>
                    <a:cubicBezTo>
                      <a:pt x="298" y="1"/>
                      <a:pt x="1" y="299"/>
                      <a:pt x="1" y="656"/>
                    </a:cubicBezTo>
                    <a:lnTo>
                      <a:pt x="1" y="8681"/>
                    </a:lnTo>
                    <a:cubicBezTo>
                      <a:pt x="1" y="9038"/>
                      <a:pt x="298" y="9335"/>
                      <a:pt x="655" y="9335"/>
                    </a:cubicBezTo>
                    <a:lnTo>
                      <a:pt x="4656" y="9335"/>
                    </a:lnTo>
                    <a:cubicBezTo>
                      <a:pt x="5013" y="9335"/>
                      <a:pt x="5311" y="9038"/>
                      <a:pt x="5311" y="8681"/>
                    </a:cubicBezTo>
                    <a:lnTo>
                      <a:pt x="5311" y="656"/>
                    </a:lnTo>
                    <a:cubicBezTo>
                      <a:pt x="5311" y="299"/>
                      <a:pt x="5025" y="1"/>
                      <a:pt x="46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4"/>
              <p:cNvSpPr/>
              <p:nvPr/>
            </p:nvSpPr>
            <p:spPr>
              <a:xfrm>
                <a:off x="3337772" y="1610161"/>
                <a:ext cx="132667" cy="127415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4003" extrusionOk="0">
                    <a:moveTo>
                      <a:pt x="2131" y="1014"/>
                    </a:moveTo>
                    <a:cubicBezTo>
                      <a:pt x="2322" y="1014"/>
                      <a:pt x="2477" y="1157"/>
                      <a:pt x="2477" y="1359"/>
                    </a:cubicBezTo>
                    <a:lnTo>
                      <a:pt x="2477" y="1681"/>
                    </a:lnTo>
                    <a:cubicBezTo>
                      <a:pt x="2477" y="1966"/>
                      <a:pt x="2251" y="2181"/>
                      <a:pt x="1965" y="2181"/>
                    </a:cubicBezTo>
                    <a:cubicBezTo>
                      <a:pt x="1958" y="2181"/>
                      <a:pt x="1952" y="2181"/>
                      <a:pt x="1945" y="2181"/>
                    </a:cubicBezTo>
                    <a:cubicBezTo>
                      <a:pt x="1691" y="2181"/>
                      <a:pt x="1465" y="1959"/>
                      <a:pt x="1465" y="1681"/>
                    </a:cubicBezTo>
                    <a:lnTo>
                      <a:pt x="1465" y="1359"/>
                    </a:lnTo>
                    <a:cubicBezTo>
                      <a:pt x="1465" y="1157"/>
                      <a:pt x="1608" y="1014"/>
                      <a:pt x="1810" y="1014"/>
                    </a:cubicBezTo>
                    <a:close/>
                    <a:moveTo>
                      <a:pt x="2143" y="2478"/>
                    </a:moveTo>
                    <a:lnTo>
                      <a:pt x="2143" y="2574"/>
                    </a:lnTo>
                    <a:cubicBezTo>
                      <a:pt x="2167" y="2633"/>
                      <a:pt x="2179" y="2693"/>
                      <a:pt x="2191" y="2740"/>
                    </a:cubicBezTo>
                    <a:lnTo>
                      <a:pt x="1989" y="2943"/>
                    </a:lnTo>
                    <a:lnTo>
                      <a:pt x="1953" y="2943"/>
                    </a:lnTo>
                    <a:lnTo>
                      <a:pt x="1750" y="2740"/>
                    </a:lnTo>
                    <a:cubicBezTo>
                      <a:pt x="1774" y="2693"/>
                      <a:pt x="1786" y="2633"/>
                      <a:pt x="1786" y="2574"/>
                    </a:cubicBezTo>
                    <a:lnTo>
                      <a:pt x="1786" y="2478"/>
                    </a:lnTo>
                    <a:cubicBezTo>
                      <a:pt x="1846" y="2502"/>
                      <a:pt x="1905" y="2502"/>
                      <a:pt x="1965" y="2502"/>
                    </a:cubicBezTo>
                    <a:cubicBezTo>
                      <a:pt x="2024" y="2502"/>
                      <a:pt x="2084" y="2502"/>
                      <a:pt x="2143" y="2478"/>
                    </a:cubicBezTo>
                    <a:close/>
                    <a:moveTo>
                      <a:pt x="2441" y="2931"/>
                    </a:moveTo>
                    <a:lnTo>
                      <a:pt x="2715" y="3062"/>
                    </a:lnTo>
                    <a:cubicBezTo>
                      <a:pt x="2774" y="3098"/>
                      <a:pt x="2822" y="3157"/>
                      <a:pt x="2822" y="3228"/>
                    </a:cubicBezTo>
                    <a:lnTo>
                      <a:pt x="2822" y="3467"/>
                    </a:lnTo>
                    <a:cubicBezTo>
                      <a:pt x="2560" y="3609"/>
                      <a:pt x="2262" y="3693"/>
                      <a:pt x="1965" y="3693"/>
                    </a:cubicBezTo>
                    <a:cubicBezTo>
                      <a:pt x="1667" y="3693"/>
                      <a:pt x="1369" y="3609"/>
                      <a:pt x="1119" y="3467"/>
                    </a:cubicBezTo>
                    <a:lnTo>
                      <a:pt x="1119" y="3228"/>
                    </a:lnTo>
                    <a:cubicBezTo>
                      <a:pt x="1119" y="3157"/>
                      <a:pt x="1167" y="3098"/>
                      <a:pt x="1227" y="3062"/>
                    </a:cubicBezTo>
                    <a:lnTo>
                      <a:pt x="1489" y="2931"/>
                    </a:lnTo>
                    <a:lnTo>
                      <a:pt x="1750" y="3181"/>
                    </a:lnTo>
                    <a:cubicBezTo>
                      <a:pt x="1810" y="3240"/>
                      <a:pt x="1893" y="3276"/>
                      <a:pt x="1965" y="3276"/>
                    </a:cubicBezTo>
                    <a:cubicBezTo>
                      <a:pt x="2048" y="3276"/>
                      <a:pt x="2131" y="3240"/>
                      <a:pt x="2191" y="3181"/>
                    </a:cubicBezTo>
                    <a:lnTo>
                      <a:pt x="2441" y="2931"/>
                    </a:lnTo>
                    <a:close/>
                    <a:moveTo>
                      <a:pt x="2009" y="0"/>
                    </a:moveTo>
                    <a:cubicBezTo>
                      <a:pt x="1492" y="0"/>
                      <a:pt x="976" y="204"/>
                      <a:pt x="584" y="597"/>
                    </a:cubicBezTo>
                    <a:cubicBezTo>
                      <a:pt x="215" y="966"/>
                      <a:pt x="0" y="1466"/>
                      <a:pt x="0" y="2002"/>
                    </a:cubicBezTo>
                    <a:cubicBezTo>
                      <a:pt x="0" y="2550"/>
                      <a:pt x="215" y="3038"/>
                      <a:pt x="584" y="3419"/>
                    </a:cubicBezTo>
                    <a:cubicBezTo>
                      <a:pt x="977" y="3812"/>
                      <a:pt x="1477" y="4002"/>
                      <a:pt x="2000" y="4002"/>
                    </a:cubicBezTo>
                    <a:cubicBezTo>
                      <a:pt x="2501" y="4002"/>
                      <a:pt x="3024" y="3812"/>
                      <a:pt x="3417" y="3419"/>
                    </a:cubicBezTo>
                    <a:cubicBezTo>
                      <a:pt x="4072" y="2740"/>
                      <a:pt x="4167" y="1681"/>
                      <a:pt x="3620" y="883"/>
                    </a:cubicBezTo>
                    <a:cubicBezTo>
                      <a:pt x="3590" y="832"/>
                      <a:pt x="3543" y="807"/>
                      <a:pt x="3492" y="807"/>
                    </a:cubicBezTo>
                    <a:cubicBezTo>
                      <a:pt x="3459" y="807"/>
                      <a:pt x="3426" y="817"/>
                      <a:pt x="3394" y="835"/>
                    </a:cubicBezTo>
                    <a:cubicBezTo>
                      <a:pt x="3322" y="883"/>
                      <a:pt x="3310" y="978"/>
                      <a:pt x="3358" y="1062"/>
                    </a:cubicBezTo>
                    <a:cubicBezTo>
                      <a:pt x="3810" y="1728"/>
                      <a:pt x="3727" y="2621"/>
                      <a:pt x="3155" y="3193"/>
                    </a:cubicBezTo>
                    <a:lnTo>
                      <a:pt x="3132" y="3228"/>
                    </a:lnTo>
                    <a:lnTo>
                      <a:pt x="3132" y="3217"/>
                    </a:lnTo>
                    <a:cubicBezTo>
                      <a:pt x="3132" y="3014"/>
                      <a:pt x="3024" y="2859"/>
                      <a:pt x="2858" y="2776"/>
                    </a:cubicBezTo>
                    <a:lnTo>
                      <a:pt x="2477" y="2586"/>
                    </a:lnTo>
                    <a:lnTo>
                      <a:pt x="2477" y="2574"/>
                    </a:lnTo>
                    <a:lnTo>
                      <a:pt x="2477" y="2336"/>
                    </a:lnTo>
                    <a:cubicBezTo>
                      <a:pt x="2679" y="2181"/>
                      <a:pt x="2798" y="1943"/>
                      <a:pt x="2798" y="1681"/>
                    </a:cubicBezTo>
                    <a:lnTo>
                      <a:pt x="2798" y="1347"/>
                    </a:lnTo>
                    <a:cubicBezTo>
                      <a:pt x="2798" y="990"/>
                      <a:pt x="2501" y="692"/>
                      <a:pt x="2143" y="692"/>
                    </a:cubicBezTo>
                    <a:lnTo>
                      <a:pt x="1822" y="692"/>
                    </a:lnTo>
                    <a:cubicBezTo>
                      <a:pt x="1465" y="692"/>
                      <a:pt x="1167" y="990"/>
                      <a:pt x="1167" y="1347"/>
                    </a:cubicBezTo>
                    <a:lnTo>
                      <a:pt x="1167" y="1681"/>
                    </a:lnTo>
                    <a:cubicBezTo>
                      <a:pt x="1167" y="1943"/>
                      <a:pt x="1298" y="2181"/>
                      <a:pt x="1489" y="2336"/>
                    </a:cubicBezTo>
                    <a:lnTo>
                      <a:pt x="1489" y="2574"/>
                    </a:lnTo>
                    <a:lnTo>
                      <a:pt x="1489" y="2586"/>
                    </a:lnTo>
                    <a:lnTo>
                      <a:pt x="1108" y="2776"/>
                    </a:lnTo>
                    <a:cubicBezTo>
                      <a:pt x="941" y="2871"/>
                      <a:pt x="834" y="3038"/>
                      <a:pt x="834" y="3217"/>
                    </a:cubicBezTo>
                    <a:lnTo>
                      <a:pt x="834" y="3228"/>
                    </a:lnTo>
                    <a:lnTo>
                      <a:pt x="810" y="3193"/>
                    </a:lnTo>
                    <a:cubicBezTo>
                      <a:pt x="500" y="2883"/>
                      <a:pt x="322" y="2455"/>
                      <a:pt x="322" y="2002"/>
                    </a:cubicBezTo>
                    <a:cubicBezTo>
                      <a:pt x="322" y="1562"/>
                      <a:pt x="500" y="1133"/>
                      <a:pt x="810" y="812"/>
                    </a:cubicBezTo>
                    <a:cubicBezTo>
                      <a:pt x="1139" y="489"/>
                      <a:pt x="1566" y="326"/>
                      <a:pt x="1996" y="326"/>
                    </a:cubicBezTo>
                    <a:cubicBezTo>
                      <a:pt x="2328" y="326"/>
                      <a:pt x="2662" y="424"/>
                      <a:pt x="2953" y="621"/>
                    </a:cubicBezTo>
                    <a:cubicBezTo>
                      <a:pt x="2980" y="639"/>
                      <a:pt x="3012" y="649"/>
                      <a:pt x="3043" y="649"/>
                    </a:cubicBezTo>
                    <a:cubicBezTo>
                      <a:pt x="3092" y="649"/>
                      <a:pt x="3143" y="625"/>
                      <a:pt x="3179" y="573"/>
                    </a:cubicBezTo>
                    <a:cubicBezTo>
                      <a:pt x="3215" y="502"/>
                      <a:pt x="3203" y="419"/>
                      <a:pt x="3132" y="359"/>
                    </a:cubicBezTo>
                    <a:cubicBezTo>
                      <a:pt x="2793" y="118"/>
                      <a:pt x="2401" y="0"/>
                      <a:pt x="20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4"/>
              <p:cNvSpPr/>
              <p:nvPr/>
            </p:nvSpPr>
            <p:spPr>
              <a:xfrm>
                <a:off x="3343056" y="1749290"/>
                <a:ext cx="41729" cy="41729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311" extrusionOk="0">
                    <a:moveTo>
                      <a:pt x="656" y="0"/>
                    </a:moveTo>
                    <a:cubicBezTo>
                      <a:pt x="299" y="0"/>
                      <a:pt x="1" y="298"/>
                      <a:pt x="1" y="655"/>
                    </a:cubicBezTo>
                    <a:cubicBezTo>
                      <a:pt x="1" y="1013"/>
                      <a:pt x="299" y="1310"/>
                      <a:pt x="656" y="1310"/>
                    </a:cubicBezTo>
                    <a:cubicBezTo>
                      <a:pt x="1013" y="1310"/>
                      <a:pt x="1311" y="1013"/>
                      <a:pt x="1311" y="655"/>
                    </a:cubicBezTo>
                    <a:cubicBezTo>
                      <a:pt x="1299" y="560"/>
                      <a:pt x="1227" y="501"/>
                      <a:pt x="1144" y="501"/>
                    </a:cubicBezTo>
                    <a:cubicBezTo>
                      <a:pt x="1061" y="501"/>
                      <a:pt x="1001" y="572"/>
                      <a:pt x="1001" y="643"/>
                    </a:cubicBezTo>
                    <a:cubicBezTo>
                      <a:pt x="1001" y="834"/>
                      <a:pt x="846" y="989"/>
                      <a:pt x="656" y="989"/>
                    </a:cubicBezTo>
                    <a:cubicBezTo>
                      <a:pt x="465" y="989"/>
                      <a:pt x="310" y="834"/>
                      <a:pt x="310" y="643"/>
                    </a:cubicBezTo>
                    <a:cubicBezTo>
                      <a:pt x="310" y="453"/>
                      <a:pt x="465" y="298"/>
                      <a:pt x="656" y="298"/>
                    </a:cubicBezTo>
                    <a:cubicBezTo>
                      <a:pt x="751" y="298"/>
                      <a:pt x="811" y="227"/>
                      <a:pt x="811" y="155"/>
                    </a:cubicBezTo>
                    <a:cubicBezTo>
                      <a:pt x="811" y="84"/>
                      <a:pt x="727" y="0"/>
                      <a:pt x="6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4"/>
              <p:cNvSpPr/>
              <p:nvPr/>
            </p:nvSpPr>
            <p:spPr>
              <a:xfrm>
                <a:off x="3417347" y="1749290"/>
                <a:ext cx="41729" cy="41729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311" extrusionOk="0">
                    <a:moveTo>
                      <a:pt x="655" y="0"/>
                    </a:moveTo>
                    <a:cubicBezTo>
                      <a:pt x="298" y="0"/>
                      <a:pt x="1" y="298"/>
                      <a:pt x="1" y="655"/>
                    </a:cubicBezTo>
                    <a:cubicBezTo>
                      <a:pt x="1" y="1013"/>
                      <a:pt x="298" y="1310"/>
                      <a:pt x="655" y="1310"/>
                    </a:cubicBezTo>
                    <a:cubicBezTo>
                      <a:pt x="1013" y="1310"/>
                      <a:pt x="1310" y="1013"/>
                      <a:pt x="1310" y="655"/>
                    </a:cubicBezTo>
                    <a:cubicBezTo>
                      <a:pt x="1298" y="560"/>
                      <a:pt x="1239" y="501"/>
                      <a:pt x="1155" y="501"/>
                    </a:cubicBezTo>
                    <a:cubicBezTo>
                      <a:pt x="1060" y="501"/>
                      <a:pt x="1001" y="572"/>
                      <a:pt x="1001" y="643"/>
                    </a:cubicBezTo>
                    <a:cubicBezTo>
                      <a:pt x="1001" y="834"/>
                      <a:pt x="858" y="989"/>
                      <a:pt x="655" y="989"/>
                    </a:cubicBezTo>
                    <a:cubicBezTo>
                      <a:pt x="465" y="989"/>
                      <a:pt x="322" y="834"/>
                      <a:pt x="322" y="643"/>
                    </a:cubicBezTo>
                    <a:cubicBezTo>
                      <a:pt x="322" y="453"/>
                      <a:pt x="465" y="298"/>
                      <a:pt x="655" y="298"/>
                    </a:cubicBezTo>
                    <a:cubicBezTo>
                      <a:pt x="751" y="298"/>
                      <a:pt x="810" y="227"/>
                      <a:pt x="810" y="155"/>
                    </a:cubicBezTo>
                    <a:cubicBezTo>
                      <a:pt x="810" y="84"/>
                      <a:pt x="739" y="0"/>
                      <a:pt x="6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4"/>
              <p:cNvSpPr/>
              <p:nvPr/>
            </p:nvSpPr>
            <p:spPr>
              <a:xfrm>
                <a:off x="3464710" y="1536315"/>
                <a:ext cx="41729" cy="41315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298" extrusionOk="0">
                    <a:moveTo>
                      <a:pt x="156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38"/>
                      <a:pt x="84" y="298"/>
                      <a:pt x="156" y="298"/>
                    </a:cubicBezTo>
                    <a:cubicBezTo>
                      <a:pt x="620" y="298"/>
                      <a:pt x="1001" y="667"/>
                      <a:pt x="1001" y="1143"/>
                    </a:cubicBezTo>
                    <a:cubicBezTo>
                      <a:pt x="1001" y="1238"/>
                      <a:pt x="1072" y="1298"/>
                      <a:pt x="1156" y="1298"/>
                    </a:cubicBezTo>
                    <a:cubicBezTo>
                      <a:pt x="1239" y="1298"/>
                      <a:pt x="1299" y="1215"/>
                      <a:pt x="1299" y="1143"/>
                    </a:cubicBezTo>
                    <a:cubicBezTo>
                      <a:pt x="1311" y="524"/>
                      <a:pt x="799" y="0"/>
                      <a:pt x="1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4"/>
              <p:cNvSpPr/>
              <p:nvPr/>
            </p:nvSpPr>
            <p:spPr>
              <a:xfrm>
                <a:off x="3464710" y="1515085"/>
                <a:ext cx="6334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1965" extrusionOk="0">
                    <a:moveTo>
                      <a:pt x="156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39"/>
                      <a:pt x="84" y="298"/>
                      <a:pt x="156" y="298"/>
                    </a:cubicBezTo>
                    <a:cubicBezTo>
                      <a:pt x="989" y="298"/>
                      <a:pt x="1668" y="977"/>
                      <a:pt x="1668" y="1810"/>
                    </a:cubicBezTo>
                    <a:cubicBezTo>
                      <a:pt x="1668" y="1905"/>
                      <a:pt x="1751" y="1965"/>
                      <a:pt x="1822" y="1965"/>
                    </a:cubicBezTo>
                    <a:cubicBezTo>
                      <a:pt x="1894" y="1965"/>
                      <a:pt x="1965" y="1882"/>
                      <a:pt x="1965" y="1810"/>
                    </a:cubicBezTo>
                    <a:cubicBezTo>
                      <a:pt x="1989" y="810"/>
                      <a:pt x="1168" y="0"/>
                      <a:pt x="1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25" name="Google Shape;1525;p34"/>
          <p:cNvGrpSpPr/>
          <p:nvPr/>
        </p:nvGrpSpPr>
        <p:grpSpPr>
          <a:xfrm>
            <a:off x="4322544" y="3024811"/>
            <a:ext cx="427774" cy="261302"/>
            <a:chOff x="7009649" y="1541981"/>
            <a:chExt cx="524940" cy="320655"/>
          </a:xfrm>
        </p:grpSpPr>
        <p:sp>
          <p:nvSpPr>
            <p:cNvPr id="1526" name="Google Shape;1526;p34"/>
            <p:cNvSpPr/>
            <p:nvPr/>
          </p:nvSpPr>
          <p:spPr>
            <a:xfrm>
              <a:off x="7009649" y="1541981"/>
              <a:ext cx="524940" cy="320655"/>
            </a:xfrm>
            <a:custGeom>
              <a:avLst/>
              <a:gdLst/>
              <a:ahLst/>
              <a:cxnLst/>
              <a:rect l="l" t="t" r="r" b="b"/>
              <a:pathLst>
                <a:path w="16492" h="10074" extrusionOk="0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4"/>
            <p:cNvSpPr/>
            <p:nvPr/>
          </p:nvSpPr>
          <p:spPr>
            <a:xfrm>
              <a:off x="7110104" y="1604909"/>
              <a:ext cx="61782" cy="41697"/>
            </a:xfrm>
            <a:custGeom>
              <a:avLst/>
              <a:gdLst/>
              <a:ahLst/>
              <a:cxnLst/>
              <a:rect l="l" t="t" r="r" b="b"/>
              <a:pathLst>
                <a:path w="1941" h="1310" extrusionOk="0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4"/>
            <p:cNvSpPr/>
            <p:nvPr/>
          </p:nvSpPr>
          <p:spPr>
            <a:xfrm>
              <a:off x="7110455" y="1655296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4"/>
            <p:cNvSpPr/>
            <p:nvPr/>
          </p:nvSpPr>
          <p:spPr>
            <a:xfrm>
              <a:off x="7146104" y="1676909"/>
              <a:ext cx="61050" cy="41729"/>
            </a:xfrm>
            <a:custGeom>
              <a:avLst/>
              <a:gdLst/>
              <a:ahLst/>
              <a:cxnLst/>
              <a:rect l="l" t="t" r="r" b="b"/>
              <a:pathLst>
                <a:path w="1918" h="1311" extrusionOk="0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4"/>
            <p:cNvSpPr/>
            <p:nvPr/>
          </p:nvSpPr>
          <p:spPr>
            <a:xfrm>
              <a:off x="7110455" y="1726563"/>
              <a:ext cx="96700" cy="15183"/>
            </a:xfrm>
            <a:custGeom>
              <a:avLst/>
              <a:gdLst/>
              <a:ahLst/>
              <a:cxnLst/>
              <a:rect l="l" t="t" r="r" b="b"/>
              <a:pathLst>
                <a:path w="3038" h="477" extrusionOk="0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4"/>
            <p:cNvSpPr/>
            <p:nvPr/>
          </p:nvSpPr>
          <p:spPr>
            <a:xfrm>
              <a:off x="7262825" y="1636739"/>
              <a:ext cx="48541" cy="80371"/>
            </a:xfrm>
            <a:custGeom>
              <a:avLst/>
              <a:gdLst/>
              <a:ahLst/>
              <a:cxnLst/>
              <a:rect l="l" t="t" r="r" b="b"/>
              <a:pathLst>
                <a:path w="1525" h="2525" extrusionOk="0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4"/>
            <p:cNvSpPr/>
            <p:nvPr/>
          </p:nvSpPr>
          <p:spPr>
            <a:xfrm>
              <a:off x="7380691" y="1636357"/>
              <a:ext cx="48891" cy="80371"/>
            </a:xfrm>
            <a:custGeom>
              <a:avLst/>
              <a:gdLst/>
              <a:ahLst/>
              <a:cxnLst/>
              <a:rect l="l" t="t" r="r" b="b"/>
              <a:pathLst>
                <a:path w="1536" h="2525" extrusionOk="0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4"/>
            <p:cNvSpPr/>
            <p:nvPr/>
          </p:nvSpPr>
          <p:spPr>
            <a:xfrm>
              <a:off x="7321933" y="1626744"/>
              <a:ext cx="48923" cy="99851"/>
            </a:xfrm>
            <a:custGeom>
              <a:avLst/>
              <a:gdLst/>
              <a:ahLst/>
              <a:cxnLst/>
              <a:rect l="l" t="t" r="r" b="b"/>
              <a:pathLst>
                <a:path w="1537" h="3137" extrusionOk="0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4" name="Google Shape;1534;p34"/>
          <p:cNvGrpSpPr/>
          <p:nvPr/>
        </p:nvGrpSpPr>
        <p:grpSpPr>
          <a:xfrm>
            <a:off x="5740269" y="1406681"/>
            <a:ext cx="336649" cy="193799"/>
            <a:chOff x="5129875" y="3798200"/>
            <a:chExt cx="250875" cy="144400"/>
          </a:xfrm>
        </p:grpSpPr>
        <p:sp>
          <p:nvSpPr>
            <p:cNvPr id="1535" name="Google Shape;1535;p34"/>
            <p:cNvSpPr/>
            <p:nvPr/>
          </p:nvSpPr>
          <p:spPr>
            <a:xfrm>
              <a:off x="5129875" y="3881325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450"/>
                  </a:lnTo>
                  <a:lnTo>
                    <a:pt x="4317" y="2450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4"/>
            <p:cNvSpPr/>
            <p:nvPr/>
          </p:nvSpPr>
          <p:spPr>
            <a:xfrm>
              <a:off x="5272800" y="3798200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7" y="2509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4"/>
            <p:cNvSpPr/>
            <p:nvPr/>
          </p:nvSpPr>
          <p:spPr>
            <a:xfrm>
              <a:off x="5201325" y="3839025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1" y="0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509"/>
                  </a:lnTo>
                  <a:lnTo>
                    <a:pt x="4318" y="2509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8" name="Google Shape;1538;p34"/>
          <p:cNvSpPr/>
          <p:nvPr/>
        </p:nvSpPr>
        <p:spPr>
          <a:xfrm>
            <a:off x="3064725" y="3199825"/>
            <a:ext cx="193800" cy="193800"/>
          </a:xfrm>
          <a:prstGeom prst="mathPlus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1"/>
                </a:solidFill>
              </a:rPr>
              <a:t>Why Named </a:t>
            </a:r>
            <a:r>
              <a:rPr lang="en-US" dirty="0"/>
              <a:t>Zigbee?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448" name="Google Shape;1448;p3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Inspired by honeybees’ waggle dance – zigzag communication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9" name="Google Shape;1449;p33"/>
          <p:cNvSpPr txBox="1">
            <a:spLocks noGrp="1"/>
          </p:cNvSpPr>
          <p:nvPr>
            <p:ph type="sub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Represents efficiency, teamwork,</a:t>
            </a:r>
          </a:p>
          <a:p>
            <a:r>
              <a:rPr lang="en-US" dirty="0"/>
              <a:t>and coordination</a:t>
            </a:r>
          </a:p>
        </p:txBody>
      </p:sp>
      <p:sp>
        <p:nvSpPr>
          <p:cNvPr id="1450" name="Google Shape;1450;p33"/>
          <p:cNvSpPr txBox="1">
            <a:spLocks noGrp="1"/>
          </p:cNvSpPr>
          <p:nvPr>
            <p:ph type="subTitle" idx="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Zig = zigzag dance</a:t>
            </a:r>
          </a:p>
          <a:p>
            <a:r>
              <a:rPr lang="en-US" dirty="0"/>
              <a:t>Bee =  cooperative community</a:t>
            </a:r>
          </a:p>
        </p:txBody>
      </p:sp>
      <p:sp>
        <p:nvSpPr>
          <p:cNvPr id="1451" name="Google Shape;1451;p33"/>
          <p:cNvSpPr txBox="1">
            <a:spLocks noGrp="1"/>
          </p:cNvSpPr>
          <p:nvPr>
            <p:ph type="subTitle" idx="4"/>
          </p:nvPr>
        </p:nvSpPr>
        <p:spPr>
          <a:xfrm>
            <a:off x="5189500" y="3462644"/>
            <a:ext cx="2606400" cy="8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Devices form a resilient </a:t>
            </a:r>
          </a:p>
          <a:p>
            <a:r>
              <a:rPr lang="en-US" dirty="0"/>
              <a:t>self-healing mesh network like</a:t>
            </a:r>
          </a:p>
          <a:p>
            <a:r>
              <a:rPr lang="en-US" dirty="0"/>
              <a:t>bees</a:t>
            </a:r>
          </a:p>
        </p:txBody>
      </p:sp>
      <p:sp>
        <p:nvSpPr>
          <p:cNvPr id="1452" name="Google Shape;1452;p33"/>
          <p:cNvSpPr txBox="1">
            <a:spLocks noGrp="1"/>
          </p:cNvSpPr>
          <p:nvPr>
            <p:ph type="subTitle" idx="5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Zig</a:t>
            </a:r>
            <a:endParaRPr dirty="0"/>
          </a:p>
        </p:txBody>
      </p:sp>
      <p:sp>
        <p:nvSpPr>
          <p:cNvPr id="1446" name="Google Shape;1446;p33"/>
          <p:cNvSpPr txBox="1">
            <a:spLocks noGrp="1"/>
          </p:cNvSpPr>
          <p:nvPr>
            <p:ph type="subTitle" idx="6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Combined</a:t>
            </a:r>
            <a:endParaRPr dirty="0"/>
          </a:p>
        </p:txBody>
      </p:sp>
      <p:sp>
        <p:nvSpPr>
          <p:cNvPr id="1453" name="Google Shape;1453;p33"/>
          <p:cNvSpPr txBox="1">
            <a:spLocks noGrp="1"/>
          </p:cNvSpPr>
          <p:nvPr>
            <p:ph type="subTitle" idx="7"/>
          </p:nvPr>
        </p:nvSpPr>
        <p:spPr>
          <a:xfrm>
            <a:off x="5182920" y="1451464"/>
            <a:ext cx="260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Bee</a:t>
            </a:r>
            <a:endParaRPr dirty="0"/>
          </a:p>
        </p:txBody>
      </p:sp>
      <p:sp>
        <p:nvSpPr>
          <p:cNvPr id="1454" name="Google Shape;1454;p33"/>
          <p:cNvSpPr txBox="1">
            <a:spLocks noGrp="1"/>
          </p:cNvSpPr>
          <p:nvPr>
            <p:ph type="subTitle" idx="8"/>
          </p:nvPr>
        </p:nvSpPr>
        <p:spPr>
          <a:xfrm>
            <a:off x="5189500" y="3122897"/>
            <a:ext cx="2606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Overall</a:t>
            </a:r>
            <a:endParaRPr dirty="0"/>
          </a:p>
        </p:txBody>
      </p:sp>
      <p:sp>
        <p:nvSpPr>
          <p:cNvPr id="1455" name="Google Shape;1455;p33"/>
          <p:cNvSpPr/>
          <p:nvPr/>
        </p:nvSpPr>
        <p:spPr>
          <a:xfrm>
            <a:off x="7255075" y="1073025"/>
            <a:ext cx="193800" cy="193800"/>
          </a:xfrm>
          <a:prstGeom prst="mathPlus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6" name="Google Shape;1456;p33"/>
          <p:cNvSpPr/>
          <p:nvPr/>
        </p:nvSpPr>
        <p:spPr>
          <a:xfrm>
            <a:off x="7649188" y="2400998"/>
            <a:ext cx="1088480" cy="632696"/>
          </a:xfrm>
          <a:custGeom>
            <a:avLst/>
            <a:gdLst/>
            <a:ahLst/>
            <a:cxnLst/>
            <a:rect l="l" t="t" r="r" b="b"/>
            <a:pathLst>
              <a:path w="61022" h="35470" extrusionOk="0">
                <a:moveTo>
                  <a:pt x="59913" y="0"/>
                </a:moveTo>
                <a:lnTo>
                  <a:pt x="59505" y="59"/>
                </a:lnTo>
                <a:lnTo>
                  <a:pt x="59096" y="175"/>
                </a:lnTo>
                <a:lnTo>
                  <a:pt x="292" y="34362"/>
                </a:lnTo>
                <a:lnTo>
                  <a:pt x="175" y="34478"/>
                </a:lnTo>
                <a:lnTo>
                  <a:pt x="58" y="34537"/>
                </a:lnTo>
                <a:lnTo>
                  <a:pt x="0" y="34712"/>
                </a:lnTo>
                <a:lnTo>
                  <a:pt x="0" y="34828"/>
                </a:lnTo>
                <a:lnTo>
                  <a:pt x="0" y="34945"/>
                </a:lnTo>
                <a:lnTo>
                  <a:pt x="58" y="35062"/>
                </a:lnTo>
                <a:lnTo>
                  <a:pt x="175" y="35178"/>
                </a:lnTo>
                <a:lnTo>
                  <a:pt x="350" y="35295"/>
                </a:lnTo>
                <a:lnTo>
                  <a:pt x="700" y="35412"/>
                </a:lnTo>
                <a:lnTo>
                  <a:pt x="1108" y="35470"/>
                </a:lnTo>
                <a:lnTo>
                  <a:pt x="1517" y="35412"/>
                </a:lnTo>
                <a:lnTo>
                  <a:pt x="1925" y="35295"/>
                </a:lnTo>
                <a:lnTo>
                  <a:pt x="60730" y="1109"/>
                </a:lnTo>
                <a:lnTo>
                  <a:pt x="60846" y="992"/>
                </a:lnTo>
                <a:lnTo>
                  <a:pt x="60963" y="876"/>
                </a:lnTo>
                <a:lnTo>
                  <a:pt x="61021" y="759"/>
                </a:lnTo>
                <a:lnTo>
                  <a:pt x="61021" y="642"/>
                </a:lnTo>
                <a:lnTo>
                  <a:pt x="61021" y="526"/>
                </a:lnTo>
                <a:lnTo>
                  <a:pt x="60963" y="409"/>
                </a:lnTo>
                <a:lnTo>
                  <a:pt x="60846" y="292"/>
                </a:lnTo>
                <a:lnTo>
                  <a:pt x="60730" y="175"/>
                </a:lnTo>
                <a:lnTo>
                  <a:pt x="60321" y="59"/>
                </a:lnTo>
                <a:lnTo>
                  <a:pt x="59913" y="0"/>
                </a:lnTo>
                <a:close/>
              </a:path>
            </a:pathLst>
          </a:custGeom>
          <a:solidFill>
            <a:srgbClr val="01FCFE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7" name="Google Shape;1457;p33"/>
          <p:cNvGrpSpPr/>
          <p:nvPr/>
        </p:nvGrpSpPr>
        <p:grpSpPr>
          <a:xfrm>
            <a:off x="4234525" y="1502423"/>
            <a:ext cx="1088480" cy="1569514"/>
            <a:chOff x="4234525" y="1502423"/>
            <a:chExt cx="1088480" cy="1569514"/>
          </a:xfrm>
        </p:grpSpPr>
        <p:sp>
          <p:nvSpPr>
            <p:cNvPr id="1458" name="Google Shape;1458;p33"/>
            <p:cNvSpPr/>
            <p:nvPr/>
          </p:nvSpPr>
          <p:spPr>
            <a:xfrm>
              <a:off x="5189500" y="2938438"/>
              <a:ext cx="133500" cy="133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459" name="Google Shape;1459;p33"/>
            <p:cNvGrpSpPr/>
            <p:nvPr/>
          </p:nvGrpSpPr>
          <p:grpSpPr>
            <a:xfrm>
              <a:off x="4343332" y="2619831"/>
              <a:ext cx="336649" cy="193799"/>
              <a:chOff x="5129875" y="3798200"/>
              <a:chExt cx="250875" cy="144400"/>
            </a:xfrm>
          </p:grpSpPr>
          <p:sp>
            <p:nvSpPr>
              <p:cNvPr id="1460" name="Google Shape;1460;p33"/>
              <p:cNvSpPr/>
              <p:nvPr/>
            </p:nvSpPr>
            <p:spPr>
              <a:xfrm>
                <a:off x="5129875" y="3881325"/>
                <a:ext cx="107950" cy="6127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451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450"/>
                    </a:lnTo>
                    <a:lnTo>
                      <a:pt x="4317" y="2450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33"/>
              <p:cNvSpPr/>
              <p:nvPr/>
            </p:nvSpPr>
            <p:spPr>
              <a:xfrm>
                <a:off x="5272800" y="3798200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509"/>
                    </a:lnTo>
                    <a:lnTo>
                      <a:pt x="4317" y="2509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33"/>
              <p:cNvSpPr/>
              <p:nvPr/>
            </p:nvSpPr>
            <p:spPr>
              <a:xfrm>
                <a:off x="5201325" y="3839025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1" y="0"/>
                    </a:moveTo>
                    <a:lnTo>
                      <a:pt x="1" y="817"/>
                    </a:lnTo>
                    <a:lnTo>
                      <a:pt x="2918" y="817"/>
                    </a:lnTo>
                    <a:lnTo>
                      <a:pt x="2918" y="2509"/>
                    </a:lnTo>
                    <a:lnTo>
                      <a:pt x="4318" y="2509"/>
                    </a:lnTo>
                    <a:lnTo>
                      <a:pt x="43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63" name="Google Shape;1463;p33"/>
            <p:cNvSpPr/>
            <p:nvPr/>
          </p:nvSpPr>
          <p:spPr>
            <a:xfrm>
              <a:off x="4234525" y="1502423"/>
              <a:ext cx="1088480" cy="632696"/>
            </a:xfrm>
            <a:custGeom>
              <a:avLst/>
              <a:gdLst/>
              <a:ahLst/>
              <a:cxnLst/>
              <a:rect l="l" t="t" r="r" b="b"/>
              <a:pathLst>
                <a:path w="61022" h="35470" extrusionOk="0">
                  <a:moveTo>
                    <a:pt x="59913" y="0"/>
                  </a:moveTo>
                  <a:lnTo>
                    <a:pt x="59505" y="59"/>
                  </a:lnTo>
                  <a:lnTo>
                    <a:pt x="59096" y="175"/>
                  </a:lnTo>
                  <a:lnTo>
                    <a:pt x="292" y="34362"/>
                  </a:lnTo>
                  <a:lnTo>
                    <a:pt x="175" y="34478"/>
                  </a:lnTo>
                  <a:lnTo>
                    <a:pt x="58" y="34537"/>
                  </a:lnTo>
                  <a:lnTo>
                    <a:pt x="0" y="34712"/>
                  </a:lnTo>
                  <a:lnTo>
                    <a:pt x="0" y="34828"/>
                  </a:lnTo>
                  <a:lnTo>
                    <a:pt x="0" y="34945"/>
                  </a:lnTo>
                  <a:lnTo>
                    <a:pt x="58" y="35062"/>
                  </a:lnTo>
                  <a:lnTo>
                    <a:pt x="175" y="35178"/>
                  </a:lnTo>
                  <a:lnTo>
                    <a:pt x="350" y="35295"/>
                  </a:lnTo>
                  <a:lnTo>
                    <a:pt x="700" y="35412"/>
                  </a:lnTo>
                  <a:lnTo>
                    <a:pt x="1108" y="35470"/>
                  </a:lnTo>
                  <a:lnTo>
                    <a:pt x="1517" y="35412"/>
                  </a:lnTo>
                  <a:lnTo>
                    <a:pt x="1925" y="35295"/>
                  </a:lnTo>
                  <a:lnTo>
                    <a:pt x="60730" y="1109"/>
                  </a:lnTo>
                  <a:lnTo>
                    <a:pt x="60846" y="992"/>
                  </a:lnTo>
                  <a:lnTo>
                    <a:pt x="60963" y="876"/>
                  </a:lnTo>
                  <a:lnTo>
                    <a:pt x="61021" y="759"/>
                  </a:lnTo>
                  <a:lnTo>
                    <a:pt x="61021" y="642"/>
                  </a:lnTo>
                  <a:lnTo>
                    <a:pt x="61021" y="526"/>
                  </a:lnTo>
                  <a:lnTo>
                    <a:pt x="60963" y="409"/>
                  </a:lnTo>
                  <a:lnTo>
                    <a:pt x="60846" y="292"/>
                  </a:lnTo>
                  <a:lnTo>
                    <a:pt x="60730" y="175"/>
                  </a:lnTo>
                  <a:lnTo>
                    <a:pt x="60321" y="59"/>
                  </a:lnTo>
                  <a:lnTo>
                    <a:pt x="59913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4" name="Google Shape;1464;p33"/>
          <p:cNvGrpSpPr/>
          <p:nvPr/>
        </p:nvGrpSpPr>
        <p:grpSpPr>
          <a:xfrm>
            <a:off x="1411229" y="1230312"/>
            <a:ext cx="336649" cy="193799"/>
            <a:chOff x="5129875" y="3798200"/>
            <a:chExt cx="250875" cy="144400"/>
          </a:xfrm>
        </p:grpSpPr>
        <p:sp>
          <p:nvSpPr>
            <p:cNvPr id="1465" name="Google Shape;1465;p33"/>
            <p:cNvSpPr/>
            <p:nvPr/>
          </p:nvSpPr>
          <p:spPr>
            <a:xfrm>
              <a:off x="5129875" y="3881325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450"/>
                  </a:lnTo>
                  <a:lnTo>
                    <a:pt x="4317" y="2450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3"/>
            <p:cNvSpPr/>
            <p:nvPr/>
          </p:nvSpPr>
          <p:spPr>
            <a:xfrm>
              <a:off x="5272800" y="3798200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7" y="2509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3"/>
            <p:cNvSpPr/>
            <p:nvPr/>
          </p:nvSpPr>
          <p:spPr>
            <a:xfrm>
              <a:off x="5201325" y="3839025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1" y="0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509"/>
                  </a:lnTo>
                  <a:lnTo>
                    <a:pt x="4318" y="2509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Time</a:t>
            </a:r>
            <a:r>
              <a:rPr lang="en" dirty="0"/>
              <a:t>line</a:t>
            </a:r>
            <a:endParaRPr dirty="0"/>
          </a:p>
        </p:txBody>
      </p:sp>
      <p:sp>
        <p:nvSpPr>
          <p:cNvPr id="1658" name="Google Shape;1658;p40"/>
          <p:cNvSpPr txBox="1"/>
          <p:nvPr/>
        </p:nvSpPr>
        <p:spPr>
          <a:xfrm flipH="1">
            <a:off x="1301900" y="1820774"/>
            <a:ext cx="1812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IEEE starts 802.15.4 standard</a:t>
            </a:r>
          </a:p>
        </p:txBody>
      </p:sp>
      <p:sp>
        <p:nvSpPr>
          <p:cNvPr id="1659" name="Google Shape;1659;p40"/>
          <p:cNvSpPr txBox="1"/>
          <p:nvPr/>
        </p:nvSpPr>
        <p:spPr>
          <a:xfrm flipH="1">
            <a:off x="3665800" y="1871575"/>
            <a:ext cx="1812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Zigbee Alliance founded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0" name="Google Shape;1660;p40"/>
          <p:cNvSpPr txBox="1"/>
          <p:nvPr/>
        </p:nvSpPr>
        <p:spPr>
          <a:xfrm flipH="1">
            <a:off x="6029150" y="1755225"/>
            <a:ext cx="1812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First Zigbee specification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tx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1" name="Google Shape;1661;p40"/>
          <p:cNvSpPr txBox="1"/>
          <p:nvPr/>
        </p:nvSpPr>
        <p:spPr>
          <a:xfrm flipH="1">
            <a:off x="1301900" y="3210677"/>
            <a:ext cx="1812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Zigbee IP with IPv6 support</a:t>
            </a:r>
          </a:p>
        </p:txBody>
      </p:sp>
      <p:sp>
        <p:nvSpPr>
          <p:cNvPr id="1662" name="Google Shape;1662;p40"/>
          <p:cNvSpPr txBox="1"/>
          <p:nvPr/>
        </p:nvSpPr>
        <p:spPr>
          <a:xfrm flipH="1">
            <a:off x="3665800" y="3098741"/>
            <a:ext cx="1812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Zigbee PRO with stronger security &amp; scalability</a:t>
            </a:r>
          </a:p>
        </p:txBody>
      </p:sp>
      <p:sp>
        <p:nvSpPr>
          <p:cNvPr id="1663" name="Google Shape;1663;p40"/>
          <p:cNvSpPr txBox="1"/>
          <p:nvPr/>
        </p:nvSpPr>
        <p:spPr>
          <a:xfrm flipH="1">
            <a:off x="6029150" y="3213382"/>
            <a:ext cx="1812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Zigbee 2006 with improved interoperability</a:t>
            </a:r>
          </a:p>
        </p:txBody>
      </p:sp>
      <p:sp>
        <p:nvSpPr>
          <p:cNvPr id="1664" name="Google Shape;1664;p40"/>
          <p:cNvSpPr txBox="1"/>
          <p:nvPr/>
        </p:nvSpPr>
        <p:spPr>
          <a:xfrm flipH="1">
            <a:off x="1301900" y="1395674"/>
            <a:ext cx="1812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1998</a:t>
            </a:r>
            <a:endParaRPr sz="1800" dirty="0">
              <a:solidFill>
                <a:schemeClr val="dk1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</p:txBody>
      </p:sp>
      <p:sp>
        <p:nvSpPr>
          <p:cNvPr id="1665" name="Google Shape;1665;p40"/>
          <p:cNvSpPr txBox="1"/>
          <p:nvPr/>
        </p:nvSpPr>
        <p:spPr>
          <a:xfrm flipH="1">
            <a:off x="3665800" y="1446475"/>
            <a:ext cx="1812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2002</a:t>
            </a:r>
            <a:endParaRPr sz="1800" dirty="0">
              <a:solidFill>
                <a:schemeClr val="dk1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</p:txBody>
      </p:sp>
      <p:sp>
        <p:nvSpPr>
          <p:cNvPr id="1666" name="Google Shape;1666;p40"/>
          <p:cNvSpPr txBox="1"/>
          <p:nvPr/>
        </p:nvSpPr>
        <p:spPr>
          <a:xfrm flipH="1">
            <a:off x="6029750" y="1446475"/>
            <a:ext cx="1812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2004</a:t>
            </a:r>
            <a:endParaRPr sz="1800" dirty="0">
              <a:solidFill>
                <a:schemeClr val="dk1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</p:txBody>
      </p:sp>
      <p:sp>
        <p:nvSpPr>
          <p:cNvPr id="1667" name="Google Shape;1667;p40"/>
          <p:cNvSpPr txBox="1"/>
          <p:nvPr/>
        </p:nvSpPr>
        <p:spPr>
          <a:xfrm flipH="1">
            <a:off x="1301900" y="2785577"/>
            <a:ext cx="1812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2013</a:t>
            </a:r>
            <a:endParaRPr sz="1800" dirty="0">
              <a:solidFill>
                <a:schemeClr val="dk1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</p:txBody>
      </p:sp>
      <p:sp>
        <p:nvSpPr>
          <p:cNvPr id="1668" name="Google Shape;1668;p40"/>
          <p:cNvSpPr txBox="1"/>
          <p:nvPr/>
        </p:nvSpPr>
        <p:spPr>
          <a:xfrm flipH="1">
            <a:off x="3665850" y="2783700"/>
            <a:ext cx="1812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2007</a:t>
            </a:r>
            <a:endParaRPr sz="1800" dirty="0">
              <a:solidFill>
                <a:schemeClr val="dk1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</p:txBody>
      </p:sp>
      <p:sp>
        <p:nvSpPr>
          <p:cNvPr id="1669" name="Google Shape;1669;p40"/>
          <p:cNvSpPr txBox="1"/>
          <p:nvPr/>
        </p:nvSpPr>
        <p:spPr>
          <a:xfrm flipH="1">
            <a:off x="6029150" y="2788282"/>
            <a:ext cx="1812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2006</a:t>
            </a:r>
            <a:endParaRPr sz="1800" dirty="0">
              <a:solidFill>
                <a:schemeClr val="dk1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</p:txBody>
      </p:sp>
      <p:cxnSp>
        <p:nvCxnSpPr>
          <p:cNvPr id="1670" name="Google Shape;1670;p40"/>
          <p:cNvCxnSpPr>
            <a:cxnSpLocks/>
          </p:cNvCxnSpPr>
          <p:nvPr/>
        </p:nvCxnSpPr>
        <p:spPr>
          <a:xfrm rot="-5400000" flipH="1">
            <a:off x="3389700" y="214575"/>
            <a:ext cx="600" cy="23640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71" name="Google Shape;1671;p40"/>
          <p:cNvCxnSpPr>
            <a:cxnSpLocks/>
          </p:cNvCxnSpPr>
          <p:nvPr/>
        </p:nvCxnSpPr>
        <p:spPr>
          <a:xfrm rot="-5400000" flipH="1">
            <a:off x="5753000" y="218225"/>
            <a:ext cx="600" cy="23640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72" name="Google Shape;1672;p40"/>
          <p:cNvCxnSpPr>
            <a:cxnSpLocks/>
          </p:cNvCxnSpPr>
          <p:nvPr/>
        </p:nvCxnSpPr>
        <p:spPr>
          <a:xfrm>
            <a:off x="7630294" y="1395674"/>
            <a:ext cx="50" cy="1825450"/>
          </a:xfrm>
          <a:prstGeom prst="bentConnector3">
            <a:avLst>
              <a:gd name="adj1" fmla="val 45730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73" name="Google Shape;1673;p40"/>
          <p:cNvCxnSpPr>
            <a:cxnSpLocks/>
            <a:endCxn id="1668" idx="0"/>
          </p:cNvCxnSpPr>
          <p:nvPr/>
        </p:nvCxnSpPr>
        <p:spPr>
          <a:xfrm rot="5400000">
            <a:off x="5753650" y="1602000"/>
            <a:ext cx="600" cy="23640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74" name="Google Shape;1674;p40"/>
          <p:cNvCxnSpPr>
            <a:cxnSpLocks/>
            <a:stCxn id="1668" idx="0"/>
          </p:cNvCxnSpPr>
          <p:nvPr/>
        </p:nvCxnSpPr>
        <p:spPr>
          <a:xfrm rot="5400000">
            <a:off x="3389700" y="1602000"/>
            <a:ext cx="600" cy="23640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" name="Google Shape;1672;p40">
            <a:extLst>
              <a:ext uri="{FF2B5EF4-FFF2-40B4-BE49-F238E27FC236}">
                <a16:creationId xmlns:a16="http://schemas.microsoft.com/office/drawing/2014/main" id="{E8274D1E-3663-C2AC-B05F-A394E4A1357C}"/>
              </a:ext>
            </a:extLst>
          </p:cNvPr>
          <p:cNvCxnSpPr>
            <a:cxnSpLocks/>
          </p:cNvCxnSpPr>
          <p:nvPr/>
        </p:nvCxnSpPr>
        <p:spPr>
          <a:xfrm>
            <a:off x="1268975" y="2905960"/>
            <a:ext cx="50" cy="1825450"/>
          </a:xfrm>
          <a:prstGeom prst="bentConnector3">
            <a:avLst>
              <a:gd name="adj1" fmla="val -428224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9" name="Google Shape;1658;p40">
            <a:extLst>
              <a:ext uri="{FF2B5EF4-FFF2-40B4-BE49-F238E27FC236}">
                <a16:creationId xmlns:a16="http://schemas.microsoft.com/office/drawing/2014/main" id="{17A93170-8C6C-76C3-7950-14B4FF9083C2}"/>
              </a:ext>
            </a:extLst>
          </p:cNvPr>
          <p:cNvSpPr txBox="1"/>
          <p:nvPr/>
        </p:nvSpPr>
        <p:spPr>
          <a:xfrm flipH="1">
            <a:off x="1441922" y="4509595"/>
            <a:ext cx="2027809" cy="44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Zigbee 3.0 unified versions</a:t>
            </a:r>
          </a:p>
        </p:txBody>
      </p:sp>
      <p:sp>
        <p:nvSpPr>
          <p:cNvPr id="20" name="Google Shape;1664;p40">
            <a:extLst>
              <a:ext uri="{FF2B5EF4-FFF2-40B4-BE49-F238E27FC236}">
                <a16:creationId xmlns:a16="http://schemas.microsoft.com/office/drawing/2014/main" id="{B24D7BE4-A6FC-1394-E11F-D15E8425B793}"/>
              </a:ext>
            </a:extLst>
          </p:cNvPr>
          <p:cNvSpPr txBox="1"/>
          <p:nvPr/>
        </p:nvSpPr>
        <p:spPr>
          <a:xfrm flipH="1">
            <a:off x="1438997" y="4184996"/>
            <a:ext cx="1812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2016-2017</a:t>
            </a:r>
            <a:endParaRPr sz="1800" dirty="0">
              <a:solidFill>
                <a:schemeClr val="dk1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</p:txBody>
      </p:sp>
      <p:sp>
        <p:nvSpPr>
          <p:cNvPr id="21" name="Google Shape;1658;p40">
            <a:extLst>
              <a:ext uri="{FF2B5EF4-FFF2-40B4-BE49-F238E27FC236}">
                <a16:creationId xmlns:a16="http://schemas.microsoft.com/office/drawing/2014/main" id="{AB235CDB-4962-DD32-817C-C4462FBE3E65}"/>
              </a:ext>
            </a:extLst>
          </p:cNvPr>
          <p:cNvSpPr txBox="1"/>
          <p:nvPr/>
        </p:nvSpPr>
        <p:spPr>
          <a:xfrm flipH="1">
            <a:off x="3748786" y="4526776"/>
            <a:ext cx="2363850" cy="409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Major role in IoT ecosystems</a:t>
            </a:r>
          </a:p>
        </p:txBody>
      </p:sp>
      <p:sp>
        <p:nvSpPr>
          <p:cNvPr id="22" name="Google Shape;1664;p40">
            <a:extLst>
              <a:ext uri="{FF2B5EF4-FFF2-40B4-BE49-F238E27FC236}">
                <a16:creationId xmlns:a16="http://schemas.microsoft.com/office/drawing/2014/main" id="{F48E824B-6473-FC24-0417-018904D46AC2}"/>
              </a:ext>
            </a:extLst>
          </p:cNvPr>
          <p:cNvSpPr txBox="1"/>
          <p:nvPr/>
        </p:nvSpPr>
        <p:spPr>
          <a:xfrm flipH="1">
            <a:off x="3693914" y="4165183"/>
            <a:ext cx="18123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Present Day</a:t>
            </a:r>
            <a:endParaRPr sz="1800" dirty="0">
              <a:solidFill>
                <a:schemeClr val="dk1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</p:txBody>
      </p:sp>
      <p:cxnSp>
        <p:nvCxnSpPr>
          <p:cNvPr id="3" name="Google Shape;1671;p40">
            <a:extLst>
              <a:ext uri="{FF2B5EF4-FFF2-40B4-BE49-F238E27FC236}">
                <a16:creationId xmlns:a16="http://schemas.microsoft.com/office/drawing/2014/main" id="{452B8508-1376-B77E-E794-EAC3A14A58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26847" y="3015894"/>
            <a:ext cx="600" cy="2364000"/>
          </a:xfrm>
          <a:prstGeom prst="bentConnector3">
            <a:avLst>
              <a:gd name="adj1" fmla="val -396875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504;p66">
            <a:extLst>
              <a:ext uri="{FF2B5EF4-FFF2-40B4-BE49-F238E27FC236}">
                <a16:creationId xmlns:a16="http://schemas.microsoft.com/office/drawing/2014/main" id="{F95D4150-6517-5852-DB7B-42DADDC934F7}"/>
              </a:ext>
            </a:extLst>
          </p:cNvPr>
          <p:cNvSpPr txBox="1">
            <a:spLocks/>
          </p:cNvSpPr>
          <p:nvPr/>
        </p:nvSpPr>
        <p:spPr>
          <a:xfrm>
            <a:off x="5230370" y="1223568"/>
            <a:ext cx="32004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modulation, transmission, reception</a:t>
            </a:r>
          </a:p>
        </p:txBody>
      </p:sp>
      <p:sp>
        <p:nvSpPr>
          <p:cNvPr id="7" name="Google Shape;1506;p66">
            <a:extLst>
              <a:ext uri="{FF2B5EF4-FFF2-40B4-BE49-F238E27FC236}">
                <a16:creationId xmlns:a16="http://schemas.microsoft.com/office/drawing/2014/main" id="{3F8DA901-32AF-B4C0-3B25-754419EA736A}"/>
              </a:ext>
            </a:extLst>
          </p:cNvPr>
          <p:cNvSpPr txBox="1">
            <a:spLocks/>
          </p:cNvSpPr>
          <p:nvPr/>
        </p:nvSpPr>
        <p:spPr>
          <a:xfrm>
            <a:off x="5230370" y="1824205"/>
            <a:ext cx="32004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manages wireless channel access</a:t>
            </a:r>
          </a:p>
        </p:txBody>
      </p:sp>
      <p:sp>
        <p:nvSpPr>
          <p:cNvPr id="8" name="Google Shape;1507;p66">
            <a:extLst>
              <a:ext uri="{FF2B5EF4-FFF2-40B4-BE49-F238E27FC236}">
                <a16:creationId xmlns:a16="http://schemas.microsoft.com/office/drawing/2014/main" id="{90639A58-4D8F-8A45-8339-180877988817}"/>
              </a:ext>
            </a:extLst>
          </p:cNvPr>
          <p:cNvSpPr txBox="1">
            <a:spLocks/>
          </p:cNvSpPr>
          <p:nvPr/>
        </p:nvSpPr>
        <p:spPr>
          <a:xfrm>
            <a:off x="5230370" y="2424841"/>
            <a:ext cx="32004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routing, addressing, security</a:t>
            </a:r>
          </a:p>
        </p:txBody>
      </p:sp>
      <p:sp>
        <p:nvSpPr>
          <p:cNvPr id="9" name="Google Shape;1508;p66">
            <a:extLst>
              <a:ext uri="{FF2B5EF4-FFF2-40B4-BE49-F238E27FC236}">
                <a16:creationId xmlns:a16="http://schemas.microsoft.com/office/drawing/2014/main" id="{3A9C359D-C5E2-7728-2F85-C8F37A27F492}"/>
              </a:ext>
            </a:extLst>
          </p:cNvPr>
          <p:cNvSpPr txBox="1">
            <a:spLocks/>
          </p:cNvSpPr>
          <p:nvPr/>
        </p:nvSpPr>
        <p:spPr>
          <a:xfrm>
            <a:off x="5275550" y="3999072"/>
            <a:ext cx="32004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end-user IoT applications</a:t>
            </a:r>
          </a:p>
        </p:txBody>
      </p:sp>
      <p:sp>
        <p:nvSpPr>
          <p:cNvPr id="10" name="Google Shape;1509;p66">
            <a:extLst>
              <a:ext uri="{FF2B5EF4-FFF2-40B4-BE49-F238E27FC236}">
                <a16:creationId xmlns:a16="http://schemas.microsoft.com/office/drawing/2014/main" id="{827E9771-0A4F-943C-7B45-0FE8861150E8}"/>
              </a:ext>
            </a:extLst>
          </p:cNvPr>
          <p:cNvSpPr txBox="1">
            <a:spLocks/>
          </p:cNvSpPr>
          <p:nvPr/>
        </p:nvSpPr>
        <p:spPr>
          <a:xfrm>
            <a:off x="3950280" y="1223575"/>
            <a:ext cx="12801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Physical Layer (PHY)</a:t>
            </a:r>
          </a:p>
        </p:txBody>
      </p:sp>
      <p:sp>
        <p:nvSpPr>
          <p:cNvPr id="11" name="Google Shape;1510;p66">
            <a:extLst>
              <a:ext uri="{FF2B5EF4-FFF2-40B4-BE49-F238E27FC236}">
                <a16:creationId xmlns:a16="http://schemas.microsoft.com/office/drawing/2014/main" id="{DC81B269-82AE-3EEC-8EDC-06373358811D}"/>
              </a:ext>
            </a:extLst>
          </p:cNvPr>
          <p:cNvSpPr txBox="1">
            <a:spLocks/>
          </p:cNvSpPr>
          <p:nvPr/>
        </p:nvSpPr>
        <p:spPr>
          <a:xfrm>
            <a:off x="3995450" y="3143239"/>
            <a:ext cx="12801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Application Support Layer (APS)</a:t>
            </a:r>
          </a:p>
        </p:txBody>
      </p:sp>
      <p:sp>
        <p:nvSpPr>
          <p:cNvPr id="12" name="Google Shape;1511;p66">
            <a:extLst>
              <a:ext uri="{FF2B5EF4-FFF2-40B4-BE49-F238E27FC236}">
                <a16:creationId xmlns:a16="http://schemas.microsoft.com/office/drawing/2014/main" id="{2FE1B6BD-A20A-69E9-93FD-CC4D6F71A744}"/>
              </a:ext>
            </a:extLst>
          </p:cNvPr>
          <p:cNvSpPr txBox="1">
            <a:spLocks/>
          </p:cNvSpPr>
          <p:nvPr/>
        </p:nvSpPr>
        <p:spPr>
          <a:xfrm>
            <a:off x="3995450" y="3875265"/>
            <a:ext cx="12801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Application Framework</a:t>
            </a:r>
          </a:p>
        </p:txBody>
      </p:sp>
      <p:sp>
        <p:nvSpPr>
          <p:cNvPr id="13" name="Google Shape;1512;p66">
            <a:extLst>
              <a:ext uri="{FF2B5EF4-FFF2-40B4-BE49-F238E27FC236}">
                <a16:creationId xmlns:a16="http://schemas.microsoft.com/office/drawing/2014/main" id="{2F56E0CE-FC7B-28F6-8F4D-109CAA87D390}"/>
              </a:ext>
            </a:extLst>
          </p:cNvPr>
          <p:cNvSpPr txBox="1">
            <a:spLocks/>
          </p:cNvSpPr>
          <p:nvPr/>
        </p:nvSpPr>
        <p:spPr>
          <a:xfrm>
            <a:off x="3950280" y="1824207"/>
            <a:ext cx="12801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MAC Layer</a:t>
            </a:r>
          </a:p>
        </p:txBody>
      </p:sp>
      <p:sp>
        <p:nvSpPr>
          <p:cNvPr id="14" name="Google Shape;1513;p66">
            <a:extLst>
              <a:ext uri="{FF2B5EF4-FFF2-40B4-BE49-F238E27FC236}">
                <a16:creationId xmlns:a16="http://schemas.microsoft.com/office/drawing/2014/main" id="{AC314CB6-94ED-AFC5-4734-1069C2861968}"/>
              </a:ext>
            </a:extLst>
          </p:cNvPr>
          <p:cNvSpPr txBox="1">
            <a:spLocks/>
          </p:cNvSpPr>
          <p:nvPr/>
        </p:nvSpPr>
        <p:spPr>
          <a:xfrm>
            <a:off x="3950280" y="2424840"/>
            <a:ext cx="12801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Network Layer (NWK)</a:t>
            </a:r>
          </a:p>
        </p:txBody>
      </p:sp>
      <p:sp>
        <p:nvSpPr>
          <p:cNvPr id="15" name="Google Shape;1514;p66">
            <a:extLst>
              <a:ext uri="{FF2B5EF4-FFF2-40B4-BE49-F238E27FC236}">
                <a16:creationId xmlns:a16="http://schemas.microsoft.com/office/drawing/2014/main" id="{1F14E542-4FCC-1148-3923-0C411CC96ADE}"/>
              </a:ext>
            </a:extLst>
          </p:cNvPr>
          <p:cNvSpPr/>
          <p:nvPr/>
        </p:nvSpPr>
        <p:spPr>
          <a:xfrm>
            <a:off x="1047825" y="1040718"/>
            <a:ext cx="914400" cy="914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515;p66">
            <a:extLst>
              <a:ext uri="{FF2B5EF4-FFF2-40B4-BE49-F238E27FC236}">
                <a16:creationId xmlns:a16="http://schemas.microsoft.com/office/drawing/2014/main" id="{8277E346-96EF-24CA-82AB-ACB100DC7A01}"/>
              </a:ext>
            </a:extLst>
          </p:cNvPr>
          <p:cNvSpPr/>
          <p:nvPr/>
        </p:nvSpPr>
        <p:spPr>
          <a:xfrm>
            <a:off x="1047825" y="2241993"/>
            <a:ext cx="914400" cy="914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516;p66">
            <a:extLst>
              <a:ext uri="{FF2B5EF4-FFF2-40B4-BE49-F238E27FC236}">
                <a16:creationId xmlns:a16="http://schemas.microsoft.com/office/drawing/2014/main" id="{BFD6F653-156B-39FF-4B88-E9501CB7072B}"/>
              </a:ext>
            </a:extLst>
          </p:cNvPr>
          <p:cNvSpPr/>
          <p:nvPr/>
        </p:nvSpPr>
        <p:spPr>
          <a:xfrm>
            <a:off x="1047825" y="3708398"/>
            <a:ext cx="914400" cy="914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517;p66">
            <a:extLst>
              <a:ext uri="{FF2B5EF4-FFF2-40B4-BE49-F238E27FC236}">
                <a16:creationId xmlns:a16="http://schemas.microsoft.com/office/drawing/2014/main" id="{3FF23849-EA5C-A08C-2A21-536F05AE9780}"/>
              </a:ext>
            </a:extLst>
          </p:cNvPr>
          <p:cNvSpPr/>
          <p:nvPr/>
        </p:nvSpPr>
        <p:spPr>
          <a:xfrm>
            <a:off x="2268250" y="1641356"/>
            <a:ext cx="914400" cy="914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518;p66">
            <a:extLst>
              <a:ext uri="{FF2B5EF4-FFF2-40B4-BE49-F238E27FC236}">
                <a16:creationId xmlns:a16="http://schemas.microsoft.com/office/drawing/2014/main" id="{4A6E2E45-F084-8385-2701-9D0120731376}"/>
              </a:ext>
            </a:extLst>
          </p:cNvPr>
          <p:cNvSpPr/>
          <p:nvPr/>
        </p:nvSpPr>
        <p:spPr>
          <a:xfrm>
            <a:off x="2312483" y="2954392"/>
            <a:ext cx="914400" cy="9144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0" name="Google Shape;1519;p66">
            <a:extLst>
              <a:ext uri="{FF2B5EF4-FFF2-40B4-BE49-F238E27FC236}">
                <a16:creationId xmlns:a16="http://schemas.microsoft.com/office/drawing/2014/main" id="{6A87292C-49B8-D1C1-4FFB-E4398B4C9DE7}"/>
              </a:ext>
            </a:extLst>
          </p:cNvPr>
          <p:cNvCxnSpPr>
            <a:stCxn id="15" idx="6"/>
            <a:endCxn id="10" idx="1"/>
          </p:cNvCxnSpPr>
          <p:nvPr/>
        </p:nvCxnSpPr>
        <p:spPr>
          <a:xfrm>
            <a:off x="1962225" y="1497918"/>
            <a:ext cx="1988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diamond" w="med" len="med"/>
            <a:tailEnd type="none" w="med" len="med"/>
          </a:ln>
        </p:spPr>
      </p:cxnSp>
      <p:cxnSp>
        <p:nvCxnSpPr>
          <p:cNvPr id="21" name="Google Shape;1520;p66">
            <a:extLst>
              <a:ext uri="{FF2B5EF4-FFF2-40B4-BE49-F238E27FC236}">
                <a16:creationId xmlns:a16="http://schemas.microsoft.com/office/drawing/2014/main" id="{C37AA5E5-3E6F-2386-E46E-76BA36218BEE}"/>
              </a:ext>
            </a:extLst>
          </p:cNvPr>
          <p:cNvCxnSpPr>
            <a:stCxn id="18" idx="6"/>
            <a:endCxn id="13" idx="1"/>
          </p:cNvCxnSpPr>
          <p:nvPr/>
        </p:nvCxnSpPr>
        <p:spPr>
          <a:xfrm>
            <a:off x="3182650" y="2098556"/>
            <a:ext cx="7677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ot"/>
            <a:round/>
            <a:headEnd type="diamond" w="med" len="med"/>
            <a:tailEnd type="none" w="med" len="med"/>
          </a:ln>
        </p:spPr>
      </p:cxnSp>
      <p:cxnSp>
        <p:nvCxnSpPr>
          <p:cNvPr id="22" name="Google Shape;1521;p66">
            <a:extLst>
              <a:ext uri="{FF2B5EF4-FFF2-40B4-BE49-F238E27FC236}">
                <a16:creationId xmlns:a16="http://schemas.microsoft.com/office/drawing/2014/main" id="{C6D98E60-3CDD-0D0B-F335-868576E97314}"/>
              </a:ext>
            </a:extLst>
          </p:cNvPr>
          <p:cNvCxnSpPr>
            <a:stCxn id="16" idx="6"/>
            <a:endCxn id="14" idx="1"/>
          </p:cNvCxnSpPr>
          <p:nvPr/>
        </p:nvCxnSpPr>
        <p:spPr>
          <a:xfrm>
            <a:off x="1962225" y="2699193"/>
            <a:ext cx="1988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3" name="Google Shape;1522;p66">
            <a:extLst>
              <a:ext uri="{FF2B5EF4-FFF2-40B4-BE49-F238E27FC236}">
                <a16:creationId xmlns:a16="http://schemas.microsoft.com/office/drawing/2014/main" id="{FA78B720-BBAF-A0E2-AD70-4E4CC13B68D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227820" y="3417597"/>
            <a:ext cx="7677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lgDashDot"/>
            <a:round/>
            <a:headEnd type="oval" w="med" len="med"/>
            <a:tailEnd type="none" w="med" len="med"/>
          </a:ln>
        </p:spPr>
      </p:cxnSp>
      <p:cxnSp>
        <p:nvCxnSpPr>
          <p:cNvPr id="24" name="Google Shape;1523;p66">
            <a:extLst>
              <a:ext uri="{FF2B5EF4-FFF2-40B4-BE49-F238E27FC236}">
                <a16:creationId xmlns:a16="http://schemas.microsoft.com/office/drawing/2014/main" id="{FFBCC88C-576E-6C0B-C1F2-0883DDEDC7EA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007395" y="4149627"/>
            <a:ext cx="1988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25" name="Google Shape;1524;p66">
            <a:extLst>
              <a:ext uri="{FF2B5EF4-FFF2-40B4-BE49-F238E27FC236}">
                <a16:creationId xmlns:a16="http://schemas.microsoft.com/office/drawing/2014/main" id="{27535B05-44AF-8592-DCDA-9D04811FDFEB}"/>
              </a:ext>
            </a:extLst>
          </p:cNvPr>
          <p:cNvGrpSpPr/>
          <p:nvPr/>
        </p:nvGrpSpPr>
        <p:grpSpPr>
          <a:xfrm>
            <a:off x="2504711" y="3168486"/>
            <a:ext cx="531818" cy="498216"/>
            <a:chOff x="3563273" y="1539122"/>
            <a:chExt cx="333198" cy="312146"/>
          </a:xfrm>
        </p:grpSpPr>
        <p:sp>
          <p:nvSpPr>
            <p:cNvPr id="26" name="Google Shape;1525;p66">
              <a:extLst>
                <a:ext uri="{FF2B5EF4-FFF2-40B4-BE49-F238E27FC236}">
                  <a16:creationId xmlns:a16="http://schemas.microsoft.com/office/drawing/2014/main" id="{7F1234BC-5B7D-FE2D-F136-F1E01E7E4C06}"/>
                </a:ext>
              </a:extLst>
            </p:cNvPr>
            <p:cNvSpPr/>
            <p:nvPr/>
          </p:nvSpPr>
          <p:spPr>
            <a:xfrm>
              <a:off x="3771414" y="1658674"/>
              <a:ext cx="72937" cy="72937"/>
            </a:xfrm>
            <a:custGeom>
              <a:avLst/>
              <a:gdLst/>
              <a:ahLst/>
              <a:cxnLst/>
              <a:rect l="l" t="t" r="r" b="b"/>
              <a:pathLst>
                <a:path w="2782" h="2782" extrusionOk="0">
                  <a:moveTo>
                    <a:pt x="1391" y="0"/>
                  </a:moveTo>
                  <a:cubicBezTo>
                    <a:pt x="623" y="0"/>
                    <a:pt x="0" y="623"/>
                    <a:pt x="0" y="1391"/>
                  </a:cubicBezTo>
                  <a:cubicBezTo>
                    <a:pt x="0" y="2159"/>
                    <a:pt x="623" y="2782"/>
                    <a:pt x="1391" y="2782"/>
                  </a:cubicBezTo>
                  <a:cubicBezTo>
                    <a:pt x="2162" y="2782"/>
                    <a:pt x="2782" y="2159"/>
                    <a:pt x="2782" y="1391"/>
                  </a:cubicBezTo>
                  <a:cubicBezTo>
                    <a:pt x="2782" y="623"/>
                    <a:pt x="2162" y="0"/>
                    <a:pt x="13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526;p66">
              <a:extLst>
                <a:ext uri="{FF2B5EF4-FFF2-40B4-BE49-F238E27FC236}">
                  <a16:creationId xmlns:a16="http://schemas.microsoft.com/office/drawing/2014/main" id="{C4A874D7-A6FB-F1B3-54E3-E4EA2E6AA237}"/>
                </a:ext>
              </a:extLst>
            </p:cNvPr>
            <p:cNvSpPr/>
            <p:nvPr/>
          </p:nvSpPr>
          <p:spPr>
            <a:xfrm>
              <a:off x="3568202" y="1653456"/>
              <a:ext cx="78181" cy="83372"/>
            </a:xfrm>
            <a:custGeom>
              <a:avLst/>
              <a:gdLst/>
              <a:ahLst/>
              <a:cxnLst/>
              <a:rect l="l" t="t" r="r" b="b"/>
              <a:pathLst>
                <a:path w="2982" h="3180" extrusionOk="0">
                  <a:moveTo>
                    <a:pt x="794" y="0"/>
                  </a:moveTo>
                  <a:cubicBezTo>
                    <a:pt x="356" y="0"/>
                    <a:pt x="1" y="355"/>
                    <a:pt x="1" y="797"/>
                  </a:cubicBezTo>
                  <a:lnTo>
                    <a:pt x="1" y="2387"/>
                  </a:lnTo>
                  <a:cubicBezTo>
                    <a:pt x="1" y="2825"/>
                    <a:pt x="356" y="3180"/>
                    <a:pt x="794" y="3180"/>
                  </a:cubicBezTo>
                  <a:lnTo>
                    <a:pt x="2981" y="3180"/>
                  </a:lnTo>
                  <a:lnTo>
                    <a:pt x="29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527;p66">
              <a:extLst>
                <a:ext uri="{FF2B5EF4-FFF2-40B4-BE49-F238E27FC236}">
                  <a16:creationId xmlns:a16="http://schemas.microsoft.com/office/drawing/2014/main" id="{ADE876FC-8AA5-D7C1-10A8-17172DDA75C8}"/>
                </a:ext>
              </a:extLst>
            </p:cNvPr>
            <p:cNvSpPr/>
            <p:nvPr/>
          </p:nvSpPr>
          <p:spPr>
            <a:xfrm>
              <a:off x="3568202" y="1654007"/>
              <a:ext cx="78181" cy="82821"/>
            </a:xfrm>
            <a:custGeom>
              <a:avLst/>
              <a:gdLst/>
              <a:ahLst/>
              <a:cxnLst/>
              <a:rect l="l" t="t" r="r" b="b"/>
              <a:pathLst>
                <a:path w="2982" h="3159" extrusionOk="0">
                  <a:moveTo>
                    <a:pt x="616" y="1"/>
                  </a:moveTo>
                  <a:lnTo>
                    <a:pt x="616" y="1"/>
                  </a:lnTo>
                  <a:cubicBezTo>
                    <a:pt x="254" y="84"/>
                    <a:pt x="1" y="403"/>
                    <a:pt x="1" y="776"/>
                  </a:cubicBezTo>
                  <a:lnTo>
                    <a:pt x="1" y="2366"/>
                  </a:lnTo>
                  <a:cubicBezTo>
                    <a:pt x="1" y="2804"/>
                    <a:pt x="356" y="3159"/>
                    <a:pt x="794" y="3159"/>
                  </a:cubicBezTo>
                  <a:lnTo>
                    <a:pt x="2981" y="3159"/>
                  </a:lnTo>
                  <a:lnTo>
                    <a:pt x="2981" y="2565"/>
                  </a:lnTo>
                  <a:lnTo>
                    <a:pt x="993" y="2565"/>
                  </a:lnTo>
                  <a:cubicBezTo>
                    <a:pt x="776" y="2561"/>
                    <a:pt x="598" y="2384"/>
                    <a:pt x="598" y="2167"/>
                  </a:cubicBezTo>
                  <a:lnTo>
                    <a:pt x="598" y="178"/>
                  </a:lnTo>
                  <a:cubicBezTo>
                    <a:pt x="598" y="117"/>
                    <a:pt x="602" y="59"/>
                    <a:pt x="6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528;p66">
              <a:extLst>
                <a:ext uri="{FF2B5EF4-FFF2-40B4-BE49-F238E27FC236}">
                  <a16:creationId xmlns:a16="http://schemas.microsoft.com/office/drawing/2014/main" id="{2C1C39B1-934D-C412-6D07-F6C2CBD4E9F2}"/>
                </a:ext>
              </a:extLst>
            </p:cNvPr>
            <p:cNvSpPr/>
            <p:nvPr/>
          </p:nvSpPr>
          <p:spPr>
            <a:xfrm>
              <a:off x="3646356" y="1564841"/>
              <a:ext cx="130301" cy="260576"/>
            </a:xfrm>
            <a:custGeom>
              <a:avLst/>
              <a:gdLst/>
              <a:ahLst/>
              <a:cxnLst/>
              <a:rect l="l" t="t" r="r" b="b"/>
              <a:pathLst>
                <a:path w="4970" h="9939" extrusionOk="0">
                  <a:moveTo>
                    <a:pt x="4969" y="1"/>
                  </a:moveTo>
                  <a:cubicBezTo>
                    <a:pt x="4969" y="1"/>
                    <a:pt x="2981" y="3380"/>
                    <a:pt x="0" y="3380"/>
                  </a:cubicBezTo>
                  <a:lnTo>
                    <a:pt x="0" y="6560"/>
                  </a:lnTo>
                  <a:cubicBezTo>
                    <a:pt x="2981" y="6560"/>
                    <a:pt x="4969" y="9939"/>
                    <a:pt x="4969" y="9939"/>
                  </a:cubicBezTo>
                  <a:lnTo>
                    <a:pt x="49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29;p66">
              <a:extLst>
                <a:ext uri="{FF2B5EF4-FFF2-40B4-BE49-F238E27FC236}">
                  <a16:creationId xmlns:a16="http://schemas.microsoft.com/office/drawing/2014/main" id="{CF512255-A908-954D-347F-8EB481E50F1A}"/>
                </a:ext>
              </a:extLst>
            </p:cNvPr>
            <p:cNvSpPr/>
            <p:nvPr/>
          </p:nvSpPr>
          <p:spPr>
            <a:xfrm>
              <a:off x="3776631" y="1543972"/>
              <a:ext cx="31251" cy="302340"/>
            </a:xfrm>
            <a:custGeom>
              <a:avLst/>
              <a:gdLst/>
              <a:ahLst/>
              <a:cxnLst/>
              <a:rect l="l" t="t" r="r" b="b"/>
              <a:pathLst>
                <a:path w="1192" h="11532" extrusionOk="0">
                  <a:moveTo>
                    <a:pt x="0" y="0"/>
                  </a:moveTo>
                  <a:lnTo>
                    <a:pt x="0" y="11532"/>
                  </a:lnTo>
                  <a:lnTo>
                    <a:pt x="1192" y="11532"/>
                  </a:lnTo>
                  <a:lnTo>
                    <a:pt x="11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30;p66">
              <a:extLst>
                <a:ext uri="{FF2B5EF4-FFF2-40B4-BE49-F238E27FC236}">
                  <a16:creationId xmlns:a16="http://schemas.microsoft.com/office/drawing/2014/main" id="{4A008F44-D952-A9DE-04DE-59AE76A4010B}"/>
                </a:ext>
              </a:extLst>
            </p:cNvPr>
            <p:cNvSpPr/>
            <p:nvPr/>
          </p:nvSpPr>
          <p:spPr>
            <a:xfrm>
              <a:off x="3604671" y="1653456"/>
              <a:ext cx="41712" cy="83372"/>
            </a:xfrm>
            <a:custGeom>
              <a:avLst/>
              <a:gdLst/>
              <a:ahLst/>
              <a:cxnLst/>
              <a:rect l="l" t="t" r="r" b="b"/>
              <a:pathLst>
                <a:path w="1591" h="3180" extrusionOk="0">
                  <a:moveTo>
                    <a:pt x="0" y="0"/>
                  </a:moveTo>
                  <a:lnTo>
                    <a:pt x="0" y="3180"/>
                  </a:lnTo>
                  <a:lnTo>
                    <a:pt x="1590" y="3180"/>
                  </a:lnTo>
                  <a:lnTo>
                    <a:pt x="15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31;p66">
              <a:extLst>
                <a:ext uri="{FF2B5EF4-FFF2-40B4-BE49-F238E27FC236}">
                  <a16:creationId xmlns:a16="http://schemas.microsoft.com/office/drawing/2014/main" id="{BEC1222E-2F26-B990-89AC-0B1096F5D0C8}"/>
                </a:ext>
              </a:extLst>
            </p:cNvPr>
            <p:cNvSpPr/>
            <p:nvPr/>
          </p:nvSpPr>
          <p:spPr>
            <a:xfrm>
              <a:off x="3620322" y="1762914"/>
              <a:ext cx="31277" cy="31277"/>
            </a:xfrm>
            <a:custGeom>
              <a:avLst/>
              <a:gdLst/>
              <a:ahLst/>
              <a:cxnLst/>
              <a:rect l="l" t="t" r="r" b="b"/>
              <a:pathLst>
                <a:path w="1193" h="1193" extrusionOk="0">
                  <a:moveTo>
                    <a:pt x="1" y="1"/>
                  </a:moveTo>
                  <a:lnTo>
                    <a:pt x="1" y="1192"/>
                  </a:lnTo>
                  <a:lnTo>
                    <a:pt x="1192" y="1192"/>
                  </a:lnTo>
                  <a:lnTo>
                    <a:pt x="11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32;p66">
              <a:extLst>
                <a:ext uri="{FF2B5EF4-FFF2-40B4-BE49-F238E27FC236}">
                  <a16:creationId xmlns:a16="http://schemas.microsoft.com/office/drawing/2014/main" id="{7274A2AF-575E-1D75-C094-60D76EDB3202}"/>
                </a:ext>
              </a:extLst>
            </p:cNvPr>
            <p:cNvSpPr/>
            <p:nvPr/>
          </p:nvSpPr>
          <p:spPr>
            <a:xfrm>
              <a:off x="3604671" y="1736802"/>
              <a:ext cx="41712" cy="78181"/>
            </a:xfrm>
            <a:custGeom>
              <a:avLst/>
              <a:gdLst/>
              <a:ahLst/>
              <a:cxnLst/>
              <a:rect l="l" t="t" r="r" b="b"/>
              <a:pathLst>
                <a:path w="1591" h="2982" extrusionOk="0">
                  <a:moveTo>
                    <a:pt x="0" y="1"/>
                  </a:moveTo>
                  <a:lnTo>
                    <a:pt x="0" y="2982"/>
                  </a:lnTo>
                  <a:lnTo>
                    <a:pt x="794" y="2982"/>
                  </a:lnTo>
                  <a:lnTo>
                    <a:pt x="15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33;p66">
              <a:extLst>
                <a:ext uri="{FF2B5EF4-FFF2-40B4-BE49-F238E27FC236}">
                  <a16:creationId xmlns:a16="http://schemas.microsoft.com/office/drawing/2014/main" id="{AD0566CE-33AF-A46B-C7F4-4A60371B06A9}"/>
                </a:ext>
              </a:extLst>
            </p:cNvPr>
            <p:cNvSpPr/>
            <p:nvPr/>
          </p:nvSpPr>
          <p:spPr>
            <a:xfrm>
              <a:off x="3563273" y="1539122"/>
              <a:ext cx="286007" cy="312146"/>
            </a:xfrm>
            <a:custGeom>
              <a:avLst/>
              <a:gdLst/>
              <a:ahLst/>
              <a:cxnLst/>
              <a:rect l="l" t="t" r="r" b="b"/>
              <a:pathLst>
                <a:path w="10909" h="11906" extrusionOk="0">
                  <a:moveTo>
                    <a:pt x="9515" y="4759"/>
                  </a:moveTo>
                  <a:cubicBezTo>
                    <a:pt x="10101" y="4850"/>
                    <a:pt x="10536" y="5357"/>
                    <a:pt x="10536" y="5951"/>
                  </a:cubicBezTo>
                  <a:cubicBezTo>
                    <a:pt x="10536" y="6545"/>
                    <a:pt x="10101" y="7048"/>
                    <a:pt x="9515" y="7143"/>
                  </a:cubicBezTo>
                  <a:lnTo>
                    <a:pt x="9515" y="4759"/>
                  </a:lnTo>
                  <a:close/>
                  <a:moveTo>
                    <a:pt x="1391" y="4546"/>
                  </a:moveTo>
                  <a:lnTo>
                    <a:pt x="1391" y="7356"/>
                  </a:lnTo>
                  <a:lnTo>
                    <a:pt x="982" y="7356"/>
                  </a:lnTo>
                  <a:cubicBezTo>
                    <a:pt x="645" y="7353"/>
                    <a:pt x="373" y="7081"/>
                    <a:pt x="373" y="6748"/>
                  </a:cubicBezTo>
                  <a:lnTo>
                    <a:pt x="373" y="5158"/>
                  </a:lnTo>
                  <a:cubicBezTo>
                    <a:pt x="373" y="4821"/>
                    <a:pt x="645" y="4549"/>
                    <a:pt x="982" y="4546"/>
                  </a:cubicBezTo>
                  <a:close/>
                  <a:moveTo>
                    <a:pt x="2981" y="4549"/>
                  </a:moveTo>
                  <a:lnTo>
                    <a:pt x="2981" y="7356"/>
                  </a:lnTo>
                  <a:lnTo>
                    <a:pt x="1768" y="7356"/>
                  </a:lnTo>
                  <a:lnTo>
                    <a:pt x="1768" y="4549"/>
                  </a:lnTo>
                  <a:close/>
                  <a:moveTo>
                    <a:pt x="3180" y="8722"/>
                  </a:moveTo>
                  <a:lnTo>
                    <a:pt x="3180" y="9540"/>
                  </a:lnTo>
                  <a:lnTo>
                    <a:pt x="2825" y="9540"/>
                  </a:lnTo>
                  <a:lnTo>
                    <a:pt x="3046" y="8722"/>
                  </a:lnTo>
                  <a:close/>
                  <a:moveTo>
                    <a:pt x="2927" y="7729"/>
                  </a:moveTo>
                  <a:lnTo>
                    <a:pt x="2228" y="10337"/>
                  </a:lnTo>
                  <a:lnTo>
                    <a:pt x="1768" y="10337"/>
                  </a:lnTo>
                  <a:lnTo>
                    <a:pt x="1768" y="7729"/>
                  </a:lnTo>
                  <a:close/>
                  <a:moveTo>
                    <a:pt x="9142" y="374"/>
                  </a:moveTo>
                  <a:lnTo>
                    <a:pt x="9142" y="11528"/>
                  </a:lnTo>
                  <a:lnTo>
                    <a:pt x="8323" y="11528"/>
                  </a:lnTo>
                  <a:lnTo>
                    <a:pt x="8323" y="3673"/>
                  </a:lnTo>
                  <a:cubicBezTo>
                    <a:pt x="8318" y="3555"/>
                    <a:pt x="8227" y="3496"/>
                    <a:pt x="8136" y="3496"/>
                  </a:cubicBezTo>
                  <a:cubicBezTo>
                    <a:pt x="8046" y="3496"/>
                    <a:pt x="7955" y="3555"/>
                    <a:pt x="7950" y="3673"/>
                  </a:cubicBezTo>
                  <a:lnTo>
                    <a:pt x="7950" y="10312"/>
                  </a:lnTo>
                  <a:cubicBezTo>
                    <a:pt x="7635" y="9877"/>
                    <a:pt x="7284" y="9471"/>
                    <a:pt x="6900" y="9098"/>
                  </a:cubicBezTo>
                  <a:cubicBezTo>
                    <a:pt x="6422" y="8624"/>
                    <a:pt x="5882" y="8222"/>
                    <a:pt x="5288" y="7903"/>
                  </a:cubicBezTo>
                  <a:cubicBezTo>
                    <a:pt x="4654" y="7573"/>
                    <a:pt x="4002" y="7389"/>
                    <a:pt x="3354" y="7360"/>
                  </a:cubicBezTo>
                  <a:lnTo>
                    <a:pt x="3354" y="4542"/>
                  </a:lnTo>
                  <a:cubicBezTo>
                    <a:pt x="4002" y="4513"/>
                    <a:pt x="4651" y="4328"/>
                    <a:pt x="5288" y="3999"/>
                  </a:cubicBezTo>
                  <a:cubicBezTo>
                    <a:pt x="5882" y="3680"/>
                    <a:pt x="6422" y="3278"/>
                    <a:pt x="6900" y="2807"/>
                  </a:cubicBezTo>
                  <a:cubicBezTo>
                    <a:pt x="7284" y="2431"/>
                    <a:pt x="7635" y="2025"/>
                    <a:pt x="7950" y="1594"/>
                  </a:cubicBezTo>
                  <a:lnTo>
                    <a:pt x="7950" y="2778"/>
                  </a:lnTo>
                  <a:cubicBezTo>
                    <a:pt x="7955" y="2898"/>
                    <a:pt x="8046" y="2958"/>
                    <a:pt x="8136" y="2958"/>
                  </a:cubicBezTo>
                  <a:cubicBezTo>
                    <a:pt x="8227" y="2958"/>
                    <a:pt x="8318" y="2898"/>
                    <a:pt x="8323" y="2778"/>
                  </a:cubicBezTo>
                  <a:lnTo>
                    <a:pt x="8323" y="374"/>
                  </a:lnTo>
                  <a:close/>
                  <a:moveTo>
                    <a:pt x="8138" y="0"/>
                  </a:moveTo>
                  <a:cubicBezTo>
                    <a:pt x="8033" y="0"/>
                    <a:pt x="7950" y="84"/>
                    <a:pt x="7950" y="189"/>
                  </a:cubicBezTo>
                  <a:lnTo>
                    <a:pt x="7950" y="931"/>
                  </a:lnTo>
                  <a:cubicBezTo>
                    <a:pt x="7577" y="1518"/>
                    <a:pt x="7135" y="2058"/>
                    <a:pt x="6635" y="2543"/>
                  </a:cubicBezTo>
                  <a:cubicBezTo>
                    <a:pt x="5864" y="3289"/>
                    <a:pt x="4643" y="4173"/>
                    <a:pt x="3169" y="4173"/>
                  </a:cubicBezTo>
                  <a:lnTo>
                    <a:pt x="982" y="4173"/>
                  </a:lnTo>
                  <a:cubicBezTo>
                    <a:pt x="439" y="4176"/>
                    <a:pt x="0" y="4615"/>
                    <a:pt x="0" y="5154"/>
                  </a:cubicBezTo>
                  <a:lnTo>
                    <a:pt x="0" y="6744"/>
                  </a:lnTo>
                  <a:cubicBezTo>
                    <a:pt x="0" y="7287"/>
                    <a:pt x="439" y="7726"/>
                    <a:pt x="982" y="7726"/>
                  </a:cubicBezTo>
                  <a:lnTo>
                    <a:pt x="1391" y="7726"/>
                  </a:lnTo>
                  <a:lnTo>
                    <a:pt x="1391" y="10522"/>
                  </a:lnTo>
                  <a:cubicBezTo>
                    <a:pt x="1391" y="10627"/>
                    <a:pt x="1474" y="10710"/>
                    <a:pt x="1579" y="10710"/>
                  </a:cubicBezTo>
                  <a:lnTo>
                    <a:pt x="2373" y="10710"/>
                  </a:lnTo>
                  <a:cubicBezTo>
                    <a:pt x="2459" y="10710"/>
                    <a:pt x="2532" y="10652"/>
                    <a:pt x="2554" y="10569"/>
                  </a:cubicBezTo>
                  <a:lnTo>
                    <a:pt x="2731" y="9913"/>
                  </a:lnTo>
                  <a:lnTo>
                    <a:pt x="3368" y="9913"/>
                  </a:lnTo>
                  <a:cubicBezTo>
                    <a:pt x="3470" y="9913"/>
                    <a:pt x="3553" y="9830"/>
                    <a:pt x="3553" y="9728"/>
                  </a:cubicBezTo>
                  <a:lnTo>
                    <a:pt x="3553" y="8537"/>
                  </a:lnTo>
                  <a:cubicBezTo>
                    <a:pt x="3553" y="8432"/>
                    <a:pt x="3470" y="8349"/>
                    <a:pt x="3368" y="8349"/>
                  </a:cubicBezTo>
                  <a:lnTo>
                    <a:pt x="3148" y="8349"/>
                  </a:lnTo>
                  <a:lnTo>
                    <a:pt x="3311" y="7729"/>
                  </a:lnTo>
                  <a:cubicBezTo>
                    <a:pt x="4723" y="7784"/>
                    <a:pt x="5893" y="8638"/>
                    <a:pt x="6635" y="9359"/>
                  </a:cubicBezTo>
                  <a:cubicBezTo>
                    <a:pt x="7135" y="9848"/>
                    <a:pt x="7577" y="10388"/>
                    <a:pt x="7954" y="10974"/>
                  </a:cubicBezTo>
                  <a:lnTo>
                    <a:pt x="7954" y="11717"/>
                  </a:lnTo>
                  <a:cubicBezTo>
                    <a:pt x="7954" y="11822"/>
                    <a:pt x="8037" y="11905"/>
                    <a:pt x="8138" y="11905"/>
                  </a:cubicBezTo>
                  <a:lnTo>
                    <a:pt x="9330" y="11905"/>
                  </a:lnTo>
                  <a:cubicBezTo>
                    <a:pt x="9435" y="11905"/>
                    <a:pt x="9518" y="11822"/>
                    <a:pt x="9518" y="11717"/>
                  </a:cubicBezTo>
                  <a:lnTo>
                    <a:pt x="9518" y="7519"/>
                  </a:lnTo>
                  <a:cubicBezTo>
                    <a:pt x="10311" y="7425"/>
                    <a:pt x="10909" y="6751"/>
                    <a:pt x="10909" y="5951"/>
                  </a:cubicBezTo>
                  <a:cubicBezTo>
                    <a:pt x="10909" y="5151"/>
                    <a:pt x="10311" y="4477"/>
                    <a:pt x="9518" y="4386"/>
                  </a:cubicBezTo>
                  <a:lnTo>
                    <a:pt x="9518" y="189"/>
                  </a:lnTo>
                  <a:cubicBezTo>
                    <a:pt x="9518" y="84"/>
                    <a:pt x="9431" y="0"/>
                    <a:pt x="9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34;p66">
              <a:extLst>
                <a:ext uri="{FF2B5EF4-FFF2-40B4-BE49-F238E27FC236}">
                  <a16:creationId xmlns:a16="http://schemas.microsoft.com/office/drawing/2014/main" id="{8A96A07E-19DC-B4BE-6DF6-0F8002F754F1}"/>
                </a:ext>
              </a:extLst>
            </p:cNvPr>
            <p:cNvSpPr/>
            <p:nvPr/>
          </p:nvSpPr>
          <p:spPr>
            <a:xfrm>
              <a:off x="3868943" y="1690266"/>
              <a:ext cx="27528" cy="9753"/>
            </a:xfrm>
            <a:custGeom>
              <a:avLst/>
              <a:gdLst/>
              <a:ahLst/>
              <a:cxnLst/>
              <a:rect l="l" t="t" r="r" b="b"/>
              <a:pathLst>
                <a:path w="1050" h="372" extrusionOk="0">
                  <a:moveTo>
                    <a:pt x="867" y="1"/>
                  </a:moveTo>
                  <a:cubicBezTo>
                    <a:pt x="863" y="1"/>
                    <a:pt x="859" y="1"/>
                    <a:pt x="854" y="1"/>
                  </a:cubicBezTo>
                  <a:lnTo>
                    <a:pt x="257" y="1"/>
                  </a:lnTo>
                  <a:cubicBezTo>
                    <a:pt x="252" y="1"/>
                    <a:pt x="248" y="1"/>
                    <a:pt x="243" y="1"/>
                  </a:cubicBezTo>
                  <a:cubicBezTo>
                    <a:pt x="1" y="1"/>
                    <a:pt x="1" y="371"/>
                    <a:pt x="243" y="371"/>
                  </a:cubicBezTo>
                  <a:cubicBezTo>
                    <a:pt x="248" y="371"/>
                    <a:pt x="252" y="371"/>
                    <a:pt x="257" y="371"/>
                  </a:cubicBezTo>
                  <a:lnTo>
                    <a:pt x="854" y="371"/>
                  </a:lnTo>
                  <a:cubicBezTo>
                    <a:pt x="858" y="371"/>
                    <a:pt x="863" y="371"/>
                    <a:pt x="867" y="371"/>
                  </a:cubicBezTo>
                  <a:cubicBezTo>
                    <a:pt x="966" y="371"/>
                    <a:pt x="1050" y="287"/>
                    <a:pt x="1050" y="186"/>
                  </a:cubicBezTo>
                  <a:cubicBezTo>
                    <a:pt x="1050" y="82"/>
                    <a:pt x="967" y="1"/>
                    <a:pt x="8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35;p66">
              <a:extLst>
                <a:ext uri="{FF2B5EF4-FFF2-40B4-BE49-F238E27FC236}">
                  <a16:creationId xmlns:a16="http://schemas.microsoft.com/office/drawing/2014/main" id="{7692262F-B4BD-4A02-B28C-9D6F4AB2096C}"/>
                </a:ext>
              </a:extLst>
            </p:cNvPr>
            <p:cNvSpPr/>
            <p:nvPr/>
          </p:nvSpPr>
          <p:spPr>
            <a:xfrm>
              <a:off x="3849358" y="1631407"/>
              <a:ext cx="24251" cy="20738"/>
            </a:xfrm>
            <a:custGeom>
              <a:avLst/>
              <a:gdLst/>
              <a:ahLst/>
              <a:cxnLst/>
              <a:rect l="l" t="t" r="r" b="b"/>
              <a:pathLst>
                <a:path w="925" h="791" extrusionOk="0">
                  <a:moveTo>
                    <a:pt x="661" y="0"/>
                  </a:moveTo>
                  <a:cubicBezTo>
                    <a:pt x="619" y="0"/>
                    <a:pt x="576" y="15"/>
                    <a:pt x="537" y="51"/>
                  </a:cubicBezTo>
                  <a:lnTo>
                    <a:pt x="113" y="472"/>
                  </a:lnTo>
                  <a:cubicBezTo>
                    <a:pt x="1" y="591"/>
                    <a:pt x="84" y="787"/>
                    <a:pt x="247" y="790"/>
                  </a:cubicBezTo>
                  <a:cubicBezTo>
                    <a:pt x="298" y="790"/>
                    <a:pt x="345" y="772"/>
                    <a:pt x="377" y="736"/>
                  </a:cubicBezTo>
                  <a:lnTo>
                    <a:pt x="801" y="316"/>
                  </a:lnTo>
                  <a:cubicBezTo>
                    <a:pt x="924" y="179"/>
                    <a:pt x="803" y="0"/>
                    <a:pt x="6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36;p66">
              <a:extLst>
                <a:ext uri="{FF2B5EF4-FFF2-40B4-BE49-F238E27FC236}">
                  <a16:creationId xmlns:a16="http://schemas.microsoft.com/office/drawing/2014/main" id="{F375023E-CA11-2A61-0867-CCF998F93EC4}"/>
                </a:ext>
              </a:extLst>
            </p:cNvPr>
            <p:cNvSpPr/>
            <p:nvPr/>
          </p:nvSpPr>
          <p:spPr>
            <a:xfrm>
              <a:off x="3849070" y="1738217"/>
              <a:ext cx="24540" cy="20659"/>
            </a:xfrm>
            <a:custGeom>
              <a:avLst/>
              <a:gdLst/>
              <a:ahLst/>
              <a:cxnLst/>
              <a:rect l="l" t="t" r="r" b="b"/>
              <a:pathLst>
                <a:path w="936" h="788" extrusionOk="0">
                  <a:moveTo>
                    <a:pt x="265" y="1"/>
                  </a:moveTo>
                  <a:cubicBezTo>
                    <a:pt x="123" y="1"/>
                    <a:pt x="0" y="182"/>
                    <a:pt x="124" y="316"/>
                  </a:cubicBezTo>
                  <a:lnTo>
                    <a:pt x="548" y="736"/>
                  </a:lnTo>
                  <a:cubicBezTo>
                    <a:pt x="587" y="773"/>
                    <a:pt x="630" y="788"/>
                    <a:pt x="672" y="788"/>
                  </a:cubicBezTo>
                  <a:cubicBezTo>
                    <a:pt x="814" y="788"/>
                    <a:pt x="935" y="610"/>
                    <a:pt x="812" y="476"/>
                  </a:cubicBezTo>
                  <a:lnTo>
                    <a:pt x="388" y="52"/>
                  </a:lnTo>
                  <a:cubicBezTo>
                    <a:pt x="349" y="16"/>
                    <a:pt x="306" y="1"/>
                    <a:pt x="2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1537;p66">
            <a:extLst>
              <a:ext uri="{FF2B5EF4-FFF2-40B4-BE49-F238E27FC236}">
                <a16:creationId xmlns:a16="http://schemas.microsoft.com/office/drawing/2014/main" id="{B9EAC13E-A10F-75D9-55D4-C824F29B5422}"/>
              </a:ext>
            </a:extLst>
          </p:cNvPr>
          <p:cNvGrpSpPr/>
          <p:nvPr/>
        </p:nvGrpSpPr>
        <p:grpSpPr>
          <a:xfrm>
            <a:off x="1226608" y="3906835"/>
            <a:ext cx="572701" cy="517130"/>
            <a:chOff x="2642986" y="2455790"/>
            <a:chExt cx="358813" cy="323996"/>
          </a:xfrm>
        </p:grpSpPr>
        <p:sp>
          <p:nvSpPr>
            <p:cNvPr id="39" name="Google Shape;1538;p66">
              <a:extLst>
                <a:ext uri="{FF2B5EF4-FFF2-40B4-BE49-F238E27FC236}">
                  <a16:creationId xmlns:a16="http://schemas.microsoft.com/office/drawing/2014/main" id="{BC66A6A7-3F26-7481-9B4D-55E0891B1E09}"/>
                </a:ext>
              </a:extLst>
            </p:cNvPr>
            <p:cNvSpPr/>
            <p:nvPr/>
          </p:nvSpPr>
          <p:spPr>
            <a:xfrm>
              <a:off x="2778007" y="2717677"/>
              <a:ext cx="43049" cy="39326"/>
            </a:xfrm>
            <a:custGeom>
              <a:avLst/>
              <a:gdLst/>
              <a:ahLst/>
              <a:cxnLst/>
              <a:rect l="l" t="t" r="r" b="b"/>
              <a:pathLst>
                <a:path w="1642" h="1500" extrusionOk="0">
                  <a:moveTo>
                    <a:pt x="341" y="0"/>
                  </a:moveTo>
                  <a:lnTo>
                    <a:pt x="1" y="1500"/>
                  </a:lnTo>
                  <a:lnTo>
                    <a:pt x="1641" y="1500"/>
                  </a:lnTo>
                  <a:lnTo>
                    <a:pt x="13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39;p66">
              <a:extLst>
                <a:ext uri="{FF2B5EF4-FFF2-40B4-BE49-F238E27FC236}">
                  <a16:creationId xmlns:a16="http://schemas.microsoft.com/office/drawing/2014/main" id="{89A2E834-5C36-1E27-5074-E5AA99255A2A}"/>
                </a:ext>
              </a:extLst>
            </p:cNvPr>
            <p:cNvSpPr/>
            <p:nvPr/>
          </p:nvSpPr>
          <p:spPr>
            <a:xfrm>
              <a:off x="2748564" y="2753464"/>
              <a:ext cx="101829" cy="21105"/>
            </a:xfrm>
            <a:custGeom>
              <a:avLst/>
              <a:gdLst/>
              <a:ahLst/>
              <a:cxnLst/>
              <a:rect l="l" t="t" r="r" b="b"/>
              <a:pathLst>
                <a:path w="3884" h="805" extrusionOk="0">
                  <a:moveTo>
                    <a:pt x="1" y="1"/>
                  </a:moveTo>
                  <a:lnTo>
                    <a:pt x="1" y="805"/>
                  </a:lnTo>
                  <a:lnTo>
                    <a:pt x="3883" y="805"/>
                  </a:lnTo>
                  <a:lnTo>
                    <a:pt x="38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40;p66">
              <a:extLst>
                <a:ext uri="{FF2B5EF4-FFF2-40B4-BE49-F238E27FC236}">
                  <a16:creationId xmlns:a16="http://schemas.microsoft.com/office/drawing/2014/main" id="{870BC040-92B5-0042-353C-92EC6690ABF1}"/>
                </a:ext>
              </a:extLst>
            </p:cNvPr>
            <p:cNvSpPr/>
            <p:nvPr/>
          </p:nvSpPr>
          <p:spPr>
            <a:xfrm>
              <a:off x="2648204" y="2525581"/>
              <a:ext cx="302655" cy="197706"/>
            </a:xfrm>
            <a:custGeom>
              <a:avLst/>
              <a:gdLst/>
              <a:ahLst/>
              <a:cxnLst/>
              <a:rect l="l" t="t" r="r" b="b"/>
              <a:pathLst>
                <a:path w="11544" h="7541" extrusionOk="0">
                  <a:moveTo>
                    <a:pt x="1" y="0"/>
                  </a:moveTo>
                  <a:lnTo>
                    <a:pt x="1" y="7541"/>
                  </a:lnTo>
                  <a:lnTo>
                    <a:pt x="11543" y="7541"/>
                  </a:lnTo>
                  <a:lnTo>
                    <a:pt x="115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41;p66">
              <a:extLst>
                <a:ext uri="{FF2B5EF4-FFF2-40B4-BE49-F238E27FC236}">
                  <a16:creationId xmlns:a16="http://schemas.microsoft.com/office/drawing/2014/main" id="{6EAC948D-5E70-6262-431D-9B657FE088FE}"/>
                </a:ext>
              </a:extLst>
            </p:cNvPr>
            <p:cNvSpPr/>
            <p:nvPr/>
          </p:nvSpPr>
          <p:spPr>
            <a:xfrm>
              <a:off x="2667578" y="2544012"/>
              <a:ext cx="263905" cy="146608"/>
            </a:xfrm>
            <a:custGeom>
              <a:avLst/>
              <a:gdLst/>
              <a:ahLst/>
              <a:cxnLst/>
              <a:rect l="l" t="t" r="r" b="b"/>
              <a:pathLst>
                <a:path w="10066" h="5592" extrusionOk="0">
                  <a:moveTo>
                    <a:pt x="1" y="0"/>
                  </a:moveTo>
                  <a:lnTo>
                    <a:pt x="1" y="5592"/>
                  </a:lnTo>
                  <a:lnTo>
                    <a:pt x="10065" y="5592"/>
                  </a:lnTo>
                  <a:lnTo>
                    <a:pt x="100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42;p66">
              <a:extLst>
                <a:ext uri="{FF2B5EF4-FFF2-40B4-BE49-F238E27FC236}">
                  <a16:creationId xmlns:a16="http://schemas.microsoft.com/office/drawing/2014/main" id="{49F719FB-AE1F-8D22-E306-BC289E51B8D2}"/>
                </a:ext>
              </a:extLst>
            </p:cNvPr>
            <p:cNvSpPr/>
            <p:nvPr/>
          </p:nvSpPr>
          <p:spPr>
            <a:xfrm>
              <a:off x="2743347" y="2609713"/>
              <a:ext cx="24828" cy="25274"/>
            </a:xfrm>
            <a:custGeom>
              <a:avLst/>
              <a:gdLst/>
              <a:ahLst/>
              <a:cxnLst/>
              <a:rect l="l" t="t" r="r" b="b"/>
              <a:pathLst>
                <a:path w="947" h="964" extrusionOk="0">
                  <a:moveTo>
                    <a:pt x="1" y="0"/>
                  </a:moveTo>
                  <a:lnTo>
                    <a:pt x="1" y="964"/>
                  </a:lnTo>
                  <a:lnTo>
                    <a:pt x="946" y="964"/>
                  </a:lnTo>
                  <a:lnTo>
                    <a:pt x="9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43;p66">
              <a:extLst>
                <a:ext uri="{FF2B5EF4-FFF2-40B4-BE49-F238E27FC236}">
                  <a16:creationId xmlns:a16="http://schemas.microsoft.com/office/drawing/2014/main" id="{BBB95913-238A-6510-B097-75F4C22F29F9}"/>
                </a:ext>
              </a:extLst>
            </p:cNvPr>
            <p:cNvSpPr/>
            <p:nvPr/>
          </p:nvSpPr>
          <p:spPr>
            <a:xfrm>
              <a:off x="2787130" y="2609713"/>
              <a:ext cx="24802" cy="25274"/>
            </a:xfrm>
            <a:custGeom>
              <a:avLst/>
              <a:gdLst/>
              <a:ahLst/>
              <a:cxnLst/>
              <a:rect l="l" t="t" r="r" b="b"/>
              <a:pathLst>
                <a:path w="946" h="964" extrusionOk="0">
                  <a:moveTo>
                    <a:pt x="0" y="0"/>
                  </a:moveTo>
                  <a:lnTo>
                    <a:pt x="0" y="964"/>
                  </a:lnTo>
                  <a:lnTo>
                    <a:pt x="946" y="964"/>
                  </a:lnTo>
                  <a:lnTo>
                    <a:pt x="9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544;p66">
              <a:extLst>
                <a:ext uri="{FF2B5EF4-FFF2-40B4-BE49-F238E27FC236}">
                  <a16:creationId xmlns:a16="http://schemas.microsoft.com/office/drawing/2014/main" id="{1B49F160-3D10-5874-6667-13AA448E5BE1}"/>
                </a:ext>
              </a:extLst>
            </p:cNvPr>
            <p:cNvSpPr/>
            <p:nvPr/>
          </p:nvSpPr>
          <p:spPr>
            <a:xfrm>
              <a:off x="2830887" y="2609713"/>
              <a:ext cx="24828" cy="25274"/>
            </a:xfrm>
            <a:custGeom>
              <a:avLst/>
              <a:gdLst/>
              <a:ahLst/>
              <a:cxnLst/>
              <a:rect l="l" t="t" r="r" b="b"/>
              <a:pathLst>
                <a:path w="947" h="964" extrusionOk="0">
                  <a:moveTo>
                    <a:pt x="1" y="0"/>
                  </a:moveTo>
                  <a:lnTo>
                    <a:pt x="1" y="964"/>
                  </a:lnTo>
                  <a:lnTo>
                    <a:pt x="946" y="964"/>
                  </a:lnTo>
                  <a:lnTo>
                    <a:pt x="9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545;p66">
              <a:extLst>
                <a:ext uri="{FF2B5EF4-FFF2-40B4-BE49-F238E27FC236}">
                  <a16:creationId xmlns:a16="http://schemas.microsoft.com/office/drawing/2014/main" id="{CDEE42C0-FCC1-0A66-8544-10E7B7370A08}"/>
                </a:ext>
              </a:extLst>
            </p:cNvPr>
            <p:cNvSpPr/>
            <p:nvPr/>
          </p:nvSpPr>
          <p:spPr>
            <a:xfrm>
              <a:off x="2866228" y="2461008"/>
              <a:ext cx="130589" cy="132582"/>
            </a:xfrm>
            <a:custGeom>
              <a:avLst/>
              <a:gdLst/>
              <a:ahLst/>
              <a:cxnLst/>
              <a:rect l="l" t="t" r="r" b="b"/>
              <a:pathLst>
                <a:path w="4981" h="5057" extrusionOk="0">
                  <a:moveTo>
                    <a:pt x="2488" y="1"/>
                  </a:moveTo>
                  <a:cubicBezTo>
                    <a:pt x="1112" y="1"/>
                    <a:pt x="0" y="1131"/>
                    <a:pt x="0" y="2529"/>
                  </a:cubicBezTo>
                  <a:cubicBezTo>
                    <a:pt x="0" y="3923"/>
                    <a:pt x="1112" y="5057"/>
                    <a:pt x="2488" y="5057"/>
                  </a:cubicBezTo>
                  <a:cubicBezTo>
                    <a:pt x="3865" y="5057"/>
                    <a:pt x="4980" y="3923"/>
                    <a:pt x="4980" y="2529"/>
                  </a:cubicBezTo>
                  <a:cubicBezTo>
                    <a:pt x="4980" y="1131"/>
                    <a:pt x="3865" y="1"/>
                    <a:pt x="2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546;p66">
              <a:extLst>
                <a:ext uri="{FF2B5EF4-FFF2-40B4-BE49-F238E27FC236}">
                  <a16:creationId xmlns:a16="http://schemas.microsoft.com/office/drawing/2014/main" id="{67F6F4BA-3638-0781-BC54-009390422417}"/>
                </a:ext>
              </a:extLst>
            </p:cNvPr>
            <p:cNvSpPr/>
            <p:nvPr/>
          </p:nvSpPr>
          <p:spPr>
            <a:xfrm>
              <a:off x="2904585" y="2500046"/>
              <a:ext cx="53772" cy="54532"/>
            </a:xfrm>
            <a:custGeom>
              <a:avLst/>
              <a:gdLst/>
              <a:ahLst/>
              <a:cxnLst/>
              <a:rect l="l" t="t" r="r" b="b"/>
              <a:pathLst>
                <a:path w="2051" h="2080" extrusionOk="0">
                  <a:moveTo>
                    <a:pt x="1025" y="0"/>
                  </a:moveTo>
                  <a:cubicBezTo>
                    <a:pt x="460" y="0"/>
                    <a:pt x="0" y="464"/>
                    <a:pt x="0" y="1040"/>
                  </a:cubicBezTo>
                  <a:cubicBezTo>
                    <a:pt x="0" y="1615"/>
                    <a:pt x="460" y="2079"/>
                    <a:pt x="1025" y="2079"/>
                  </a:cubicBezTo>
                  <a:cubicBezTo>
                    <a:pt x="1590" y="2079"/>
                    <a:pt x="2050" y="1615"/>
                    <a:pt x="2050" y="1040"/>
                  </a:cubicBezTo>
                  <a:cubicBezTo>
                    <a:pt x="2050" y="464"/>
                    <a:pt x="1590" y="0"/>
                    <a:pt x="10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547;p66">
              <a:extLst>
                <a:ext uri="{FF2B5EF4-FFF2-40B4-BE49-F238E27FC236}">
                  <a16:creationId xmlns:a16="http://schemas.microsoft.com/office/drawing/2014/main" id="{70F90ABD-8777-020D-28A0-A92738101E0A}"/>
                </a:ext>
              </a:extLst>
            </p:cNvPr>
            <p:cNvSpPr/>
            <p:nvPr/>
          </p:nvSpPr>
          <p:spPr>
            <a:xfrm>
              <a:off x="2642986" y="2520259"/>
              <a:ext cx="249276" cy="259527"/>
            </a:xfrm>
            <a:custGeom>
              <a:avLst/>
              <a:gdLst/>
              <a:ahLst/>
              <a:cxnLst/>
              <a:rect l="l" t="t" r="r" b="b"/>
              <a:pathLst>
                <a:path w="9508" h="9899" extrusionOk="0">
                  <a:moveTo>
                    <a:pt x="6339" y="7947"/>
                  </a:moveTo>
                  <a:lnTo>
                    <a:pt x="6509" y="8696"/>
                  </a:lnTo>
                  <a:lnTo>
                    <a:pt x="5433" y="8696"/>
                  </a:lnTo>
                  <a:lnTo>
                    <a:pt x="5600" y="7947"/>
                  </a:lnTo>
                  <a:close/>
                  <a:moveTo>
                    <a:pt x="7711" y="9098"/>
                  </a:moveTo>
                  <a:lnTo>
                    <a:pt x="7711" y="9500"/>
                  </a:lnTo>
                  <a:lnTo>
                    <a:pt x="4231" y="9500"/>
                  </a:lnTo>
                  <a:lnTo>
                    <a:pt x="4231" y="9098"/>
                  </a:lnTo>
                  <a:close/>
                  <a:moveTo>
                    <a:pt x="200" y="1"/>
                  </a:moveTo>
                  <a:cubicBezTo>
                    <a:pt x="91" y="1"/>
                    <a:pt x="1" y="91"/>
                    <a:pt x="1" y="203"/>
                  </a:cubicBezTo>
                  <a:lnTo>
                    <a:pt x="1" y="7744"/>
                  </a:lnTo>
                  <a:cubicBezTo>
                    <a:pt x="1" y="7856"/>
                    <a:pt x="91" y="7947"/>
                    <a:pt x="200" y="7947"/>
                  </a:cubicBezTo>
                  <a:lnTo>
                    <a:pt x="5191" y="7947"/>
                  </a:lnTo>
                  <a:lnTo>
                    <a:pt x="5020" y="8693"/>
                  </a:lnTo>
                  <a:lnTo>
                    <a:pt x="4028" y="8693"/>
                  </a:lnTo>
                  <a:cubicBezTo>
                    <a:pt x="3919" y="8693"/>
                    <a:pt x="3829" y="8783"/>
                    <a:pt x="3829" y="8896"/>
                  </a:cubicBezTo>
                  <a:lnTo>
                    <a:pt x="3829" y="9700"/>
                  </a:lnTo>
                  <a:cubicBezTo>
                    <a:pt x="3829" y="9808"/>
                    <a:pt x="3919" y="9899"/>
                    <a:pt x="4028" y="9899"/>
                  </a:cubicBezTo>
                  <a:lnTo>
                    <a:pt x="7910" y="9899"/>
                  </a:lnTo>
                  <a:cubicBezTo>
                    <a:pt x="8023" y="9899"/>
                    <a:pt x="8113" y="9808"/>
                    <a:pt x="8113" y="9700"/>
                  </a:cubicBezTo>
                  <a:lnTo>
                    <a:pt x="8113" y="8896"/>
                  </a:lnTo>
                  <a:cubicBezTo>
                    <a:pt x="8113" y="8783"/>
                    <a:pt x="8023" y="8696"/>
                    <a:pt x="7910" y="8696"/>
                  </a:cubicBezTo>
                  <a:lnTo>
                    <a:pt x="6922" y="8696"/>
                  </a:lnTo>
                  <a:lnTo>
                    <a:pt x="6751" y="7947"/>
                  </a:lnTo>
                  <a:lnTo>
                    <a:pt x="9240" y="7947"/>
                  </a:lnTo>
                  <a:cubicBezTo>
                    <a:pt x="9508" y="7947"/>
                    <a:pt x="9508" y="7545"/>
                    <a:pt x="9240" y="7545"/>
                  </a:cubicBezTo>
                  <a:lnTo>
                    <a:pt x="9243" y="7548"/>
                  </a:lnTo>
                  <a:lnTo>
                    <a:pt x="403" y="7548"/>
                  </a:lnTo>
                  <a:lnTo>
                    <a:pt x="403" y="403"/>
                  </a:lnTo>
                  <a:lnTo>
                    <a:pt x="5676" y="403"/>
                  </a:lnTo>
                  <a:cubicBezTo>
                    <a:pt x="5944" y="403"/>
                    <a:pt x="5944" y="1"/>
                    <a:pt x="5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548;p66">
              <a:extLst>
                <a:ext uri="{FF2B5EF4-FFF2-40B4-BE49-F238E27FC236}">
                  <a16:creationId xmlns:a16="http://schemas.microsoft.com/office/drawing/2014/main" id="{245A4577-86AC-0AF0-2074-5B364758B054}"/>
                </a:ext>
              </a:extLst>
            </p:cNvPr>
            <p:cNvSpPr/>
            <p:nvPr/>
          </p:nvSpPr>
          <p:spPr>
            <a:xfrm>
              <a:off x="2778767" y="2700872"/>
              <a:ext cx="41607" cy="10461"/>
            </a:xfrm>
            <a:custGeom>
              <a:avLst/>
              <a:gdLst/>
              <a:ahLst/>
              <a:cxnLst/>
              <a:rect l="l" t="t" r="r" b="b"/>
              <a:pathLst>
                <a:path w="1587" h="399" extrusionOk="0">
                  <a:moveTo>
                    <a:pt x="265" y="0"/>
                  </a:moveTo>
                  <a:cubicBezTo>
                    <a:pt x="1" y="0"/>
                    <a:pt x="2" y="399"/>
                    <a:pt x="269" y="399"/>
                  </a:cubicBezTo>
                  <a:lnTo>
                    <a:pt x="1323" y="399"/>
                  </a:lnTo>
                  <a:cubicBezTo>
                    <a:pt x="1587" y="399"/>
                    <a:pt x="1587" y="0"/>
                    <a:pt x="1323" y="0"/>
                  </a:cubicBezTo>
                  <a:lnTo>
                    <a:pt x="269" y="0"/>
                  </a:lnTo>
                  <a:cubicBezTo>
                    <a:pt x="267" y="0"/>
                    <a:pt x="266" y="0"/>
                    <a:pt x="2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49;p66">
              <a:extLst>
                <a:ext uri="{FF2B5EF4-FFF2-40B4-BE49-F238E27FC236}">
                  <a16:creationId xmlns:a16="http://schemas.microsoft.com/office/drawing/2014/main" id="{58005E91-B88E-56AA-5E4E-7404D359F254}"/>
                </a:ext>
              </a:extLst>
            </p:cNvPr>
            <p:cNvSpPr/>
            <p:nvPr/>
          </p:nvSpPr>
          <p:spPr>
            <a:xfrm>
              <a:off x="2738130" y="2604496"/>
              <a:ext cx="35341" cy="35708"/>
            </a:xfrm>
            <a:custGeom>
              <a:avLst/>
              <a:gdLst/>
              <a:ahLst/>
              <a:cxnLst/>
              <a:rect l="l" t="t" r="r" b="b"/>
              <a:pathLst>
                <a:path w="1348" h="1362" extrusionOk="0">
                  <a:moveTo>
                    <a:pt x="946" y="402"/>
                  </a:moveTo>
                  <a:lnTo>
                    <a:pt x="946" y="960"/>
                  </a:lnTo>
                  <a:lnTo>
                    <a:pt x="403" y="960"/>
                  </a:lnTo>
                  <a:lnTo>
                    <a:pt x="403" y="402"/>
                  </a:lnTo>
                  <a:close/>
                  <a:moveTo>
                    <a:pt x="200" y="0"/>
                  </a:moveTo>
                  <a:cubicBezTo>
                    <a:pt x="87" y="0"/>
                    <a:pt x="1" y="91"/>
                    <a:pt x="1" y="199"/>
                  </a:cubicBezTo>
                  <a:lnTo>
                    <a:pt x="1" y="1163"/>
                  </a:lnTo>
                  <a:cubicBezTo>
                    <a:pt x="1" y="1271"/>
                    <a:pt x="87" y="1362"/>
                    <a:pt x="200" y="1362"/>
                  </a:cubicBezTo>
                  <a:lnTo>
                    <a:pt x="1145" y="1362"/>
                  </a:lnTo>
                  <a:cubicBezTo>
                    <a:pt x="1257" y="1362"/>
                    <a:pt x="1348" y="1271"/>
                    <a:pt x="1348" y="1163"/>
                  </a:cubicBezTo>
                  <a:lnTo>
                    <a:pt x="1348" y="199"/>
                  </a:lnTo>
                  <a:cubicBezTo>
                    <a:pt x="1348" y="91"/>
                    <a:pt x="1257" y="0"/>
                    <a:pt x="1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50;p66">
              <a:extLst>
                <a:ext uri="{FF2B5EF4-FFF2-40B4-BE49-F238E27FC236}">
                  <a16:creationId xmlns:a16="http://schemas.microsoft.com/office/drawing/2014/main" id="{8E74CC70-FCEB-6228-5759-12D30DB2D923}"/>
                </a:ext>
              </a:extLst>
            </p:cNvPr>
            <p:cNvSpPr/>
            <p:nvPr/>
          </p:nvSpPr>
          <p:spPr>
            <a:xfrm>
              <a:off x="2781913" y="2604496"/>
              <a:ext cx="35341" cy="35708"/>
            </a:xfrm>
            <a:custGeom>
              <a:avLst/>
              <a:gdLst/>
              <a:ahLst/>
              <a:cxnLst/>
              <a:rect l="l" t="t" r="r" b="b"/>
              <a:pathLst>
                <a:path w="1348" h="1362" extrusionOk="0">
                  <a:moveTo>
                    <a:pt x="945" y="402"/>
                  </a:moveTo>
                  <a:lnTo>
                    <a:pt x="945" y="960"/>
                  </a:lnTo>
                  <a:lnTo>
                    <a:pt x="402" y="960"/>
                  </a:lnTo>
                  <a:lnTo>
                    <a:pt x="402" y="402"/>
                  </a:lnTo>
                  <a:close/>
                  <a:moveTo>
                    <a:pt x="199" y="0"/>
                  </a:moveTo>
                  <a:cubicBezTo>
                    <a:pt x="87" y="0"/>
                    <a:pt x="0" y="91"/>
                    <a:pt x="0" y="199"/>
                  </a:cubicBezTo>
                  <a:lnTo>
                    <a:pt x="0" y="1163"/>
                  </a:lnTo>
                  <a:cubicBezTo>
                    <a:pt x="0" y="1271"/>
                    <a:pt x="87" y="1362"/>
                    <a:pt x="199" y="1362"/>
                  </a:cubicBezTo>
                  <a:lnTo>
                    <a:pt x="1145" y="1362"/>
                  </a:lnTo>
                  <a:cubicBezTo>
                    <a:pt x="1257" y="1362"/>
                    <a:pt x="1347" y="1271"/>
                    <a:pt x="1347" y="1163"/>
                  </a:cubicBezTo>
                  <a:lnTo>
                    <a:pt x="1347" y="199"/>
                  </a:lnTo>
                  <a:cubicBezTo>
                    <a:pt x="1347" y="91"/>
                    <a:pt x="1257" y="0"/>
                    <a:pt x="1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51;p66">
              <a:extLst>
                <a:ext uri="{FF2B5EF4-FFF2-40B4-BE49-F238E27FC236}">
                  <a16:creationId xmlns:a16="http://schemas.microsoft.com/office/drawing/2014/main" id="{2EA2681F-CF53-CDF9-6684-232CFBCC3676}"/>
                </a:ext>
              </a:extLst>
            </p:cNvPr>
            <p:cNvSpPr/>
            <p:nvPr/>
          </p:nvSpPr>
          <p:spPr>
            <a:xfrm>
              <a:off x="2825591" y="2604496"/>
              <a:ext cx="35341" cy="35708"/>
            </a:xfrm>
            <a:custGeom>
              <a:avLst/>
              <a:gdLst/>
              <a:ahLst/>
              <a:cxnLst/>
              <a:rect l="l" t="t" r="r" b="b"/>
              <a:pathLst>
                <a:path w="1348" h="1362" extrusionOk="0">
                  <a:moveTo>
                    <a:pt x="949" y="402"/>
                  </a:moveTo>
                  <a:lnTo>
                    <a:pt x="949" y="960"/>
                  </a:lnTo>
                  <a:lnTo>
                    <a:pt x="406" y="960"/>
                  </a:lnTo>
                  <a:lnTo>
                    <a:pt x="406" y="402"/>
                  </a:lnTo>
                  <a:close/>
                  <a:moveTo>
                    <a:pt x="203" y="0"/>
                  </a:moveTo>
                  <a:cubicBezTo>
                    <a:pt x="91" y="0"/>
                    <a:pt x="0" y="91"/>
                    <a:pt x="0" y="199"/>
                  </a:cubicBezTo>
                  <a:lnTo>
                    <a:pt x="0" y="1163"/>
                  </a:lnTo>
                  <a:cubicBezTo>
                    <a:pt x="0" y="1271"/>
                    <a:pt x="91" y="1362"/>
                    <a:pt x="203" y="1362"/>
                  </a:cubicBezTo>
                  <a:lnTo>
                    <a:pt x="1148" y="1362"/>
                  </a:lnTo>
                  <a:cubicBezTo>
                    <a:pt x="1261" y="1362"/>
                    <a:pt x="1347" y="1271"/>
                    <a:pt x="1347" y="1163"/>
                  </a:cubicBezTo>
                  <a:lnTo>
                    <a:pt x="1347" y="199"/>
                  </a:lnTo>
                  <a:cubicBezTo>
                    <a:pt x="1347" y="91"/>
                    <a:pt x="1261" y="0"/>
                    <a:pt x="11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52;p66">
              <a:extLst>
                <a:ext uri="{FF2B5EF4-FFF2-40B4-BE49-F238E27FC236}">
                  <a16:creationId xmlns:a16="http://schemas.microsoft.com/office/drawing/2014/main" id="{8B582BE0-F8D1-0B00-F583-724BDEF2929D}"/>
                </a:ext>
              </a:extLst>
            </p:cNvPr>
            <p:cNvSpPr/>
            <p:nvPr/>
          </p:nvSpPr>
          <p:spPr>
            <a:xfrm>
              <a:off x="2662256" y="2455790"/>
              <a:ext cx="339543" cy="272819"/>
            </a:xfrm>
            <a:custGeom>
              <a:avLst/>
              <a:gdLst/>
              <a:ahLst/>
              <a:cxnLst/>
              <a:rect l="l" t="t" r="r" b="b"/>
              <a:pathLst>
                <a:path w="12951" h="10406" extrusionOk="0">
                  <a:moveTo>
                    <a:pt x="7708" y="3564"/>
                  </a:moveTo>
                  <a:cubicBezTo>
                    <a:pt x="8037" y="4600"/>
                    <a:pt x="8961" y="5364"/>
                    <a:pt x="10069" y="5448"/>
                  </a:cubicBezTo>
                  <a:lnTo>
                    <a:pt x="10069" y="8758"/>
                  </a:lnTo>
                  <a:lnTo>
                    <a:pt x="403" y="8758"/>
                  </a:lnTo>
                  <a:lnTo>
                    <a:pt x="403" y="3564"/>
                  </a:lnTo>
                  <a:close/>
                  <a:moveTo>
                    <a:pt x="10268" y="0"/>
                  </a:moveTo>
                  <a:cubicBezTo>
                    <a:pt x="8874" y="0"/>
                    <a:pt x="7722" y="1080"/>
                    <a:pt x="7592" y="2460"/>
                  </a:cubicBezTo>
                  <a:lnTo>
                    <a:pt x="5730" y="2460"/>
                  </a:lnTo>
                  <a:cubicBezTo>
                    <a:pt x="5462" y="2460"/>
                    <a:pt x="5462" y="2862"/>
                    <a:pt x="5730" y="2862"/>
                  </a:cubicBezTo>
                  <a:lnTo>
                    <a:pt x="7581" y="2862"/>
                  </a:lnTo>
                  <a:cubicBezTo>
                    <a:pt x="7585" y="2963"/>
                    <a:pt x="7596" y="3064"/>
                    <a:pt x="7614" y="3166"/>
                  </a:cubicBezTo>
                  <a:lnTo>
                    <a:pt x="204" y="3166"/>
                  </a:lnTo>
                  <a:cubicBezTo>
                    <a:pt x="91" y="3166"/>
                    <a:pt x="1" y="3253"/>
                    <a:pt x="1" y="3365"/>
                  </a:cubicBezTo>
                  <a:lnTo>
                    <a:pt x="1" y="8957"/>
                  </a:lnTo>
                  <a:cubicBezTo>
                    <a:pt x="1" y="9069"/>
                    <a:pt x="91" y="9160"/>
                    <a:pt x="204" y="9160"/>
                  </a:cubicBezTo>
                  <a:lnTo>
                    <a:pt x="10268" y="9160"/>
                  </a:lnTo>
                  <a:cubicBezTo>
                    <a:pt x="10381" y="9160"/>
                    <a:pt x="10471" y="9069"/>
                    <a:pt x="10471" y="8957"/>
                  </a:cubicBezTo>
                  <a:lnTo>
                    <a:pt x="10471" y="5448"/>
                  </a:lnTo>
                  <a:cubicBezTo>
                    <a:pt x="10583" y="5440"/>
                    <a:pt x="10696" y="5422"/>
                    <a:pt x="10808" y="5400"/>
                  </a:cubicBezTo>
                  <a:lnTo>
                    <a:pt x="10808" y="10007"/>
                  </a:lnTo>
                  <a:lnTo>
                    <a:pt x="9298" y="10007"/>
                  </a:lnTo>
                  <a:cubicBezTo>
                    <a:pt x="9033" y="10007"/>
                    <a:pt x="9033" y="10406"/>
                    <a:pt x="9298" y="10406"/>
                  </a:cubicBezTo>
                  <a:lnTo>
                    <a:pt x="11007" y="10406"/>
                  </a:lnTo>
                  <a:cubicBezTo>
                    <a:pt x="11119" y="10406"/>
                    <a:pt x="11210" y="10315"/>
                    <a:pt x="11210" y="10206"/>
                  </a:cubicBezTo>
                  <a:lnTo>
                    <a:pt x="11210" y="5285"/>
                  </a:lnTo>
                  <a:cubicBezTo>
                    <a:pt x="11507" y="5172"/>
                    <a:pt x="11779" y="5009"/>
                    <a:pt x="12021" y="4799"/>
                  </a:cubicBezTo>
                  <a:cubicBezTo>
                    <a:pt x="12503" y="4379"/>
                    <a:pt x="12822" y="3803"/>
                    <a:pt x="12927" y="3173"/>
                  </a:cubicBezTo>
                  <a:cubicBezTo>
                    <a:pt x="12941" y="3064"/>
                    <a:pt x="12869" y="2959"/>
                    <a:pt x="12756" y="2945"/>
                  </a:cubicBezTo>
                  <a:cubicBezTo>
                    <a:pt x="12745" y="2943"/>
                    <a:pt x="12734" y="2942"/>
                    <a:pt x="12723" y="2942"/>
                  </a:cubicBezTo>
                  <a:cubicBezTo>
                    <a:pt x="12628" y="2942"/>
                    <a:pt x="12545" y="3010"/>
                    <a:pt x="12528" y="3108"/>
                  </a:cubicBezTo>
                  <a:cubicBezTo>
                    <a:pt x="12394" y="3966"/>
                    <a:pt x="11790" y="4680"/>
                    <a:pt x="10964" y="4948"/>
                  </a:cubicBezTo>
                  <a:cubicBezTo>
                    <a:pt x="10957" y="4948"/>
                    <a:pt x="10946" y="4951"/>
                    <a:pt x="10938" y="4955"/>
                  </a:cubicBezTo>
                  <a:cubicBezTo>
                    <a:pt x="10721" y="5020"/>
                    <a:pt x="10497" y="5056"/>
                    <a:pt x="10268" y="5056"/>
                  </a:cubicBezTo>
                  <a:cubicBezTo>
                    <a:pt x="9008" y="5056"/>
                    <a:pt x="7979" y="4010"/>
                    <a:pt x="7979" y="2728"/>
                  </a:cubicBezTo>
                  <a:cubicBezTo>
                    <a:pt x="7979" y="1446"/>
                    <a:pt x="9008" y="399"/>
                    <a:pt x="10268" y="399"/>
                  </a:cubicBezTo>
                  <a:cubicBezTo>
                    <a:pt x="11395" y="399"/>
                    <a:pt x="12365" y="1250"/>
                    <a:pt x="12532" y="2380"/>
                  </a:cubicBezTo>
                  <a:cubicBezTo>
                    <a:pt x="12550" y="2498"/>
                    <a:pt x="12638" y="2552"/>
                    <a:pt x="12727" y="2552"/>
                  </a:cubicBezTo>
                  <a:cubicBezTo>
                    <a:pt x="12838" y="2552"/>
                    <a:pt x="12950" y="2469"/>
                    <a:pt x="12930" y="2322"/>
                  </a:cubicBezTo>
                  <a:cubicBezTo>
                    <a:pt x="12836" y="1681"/>
                    <a:pt x="12517" y="1094"/>
                    <a:pt x="12032" y="667"/>
                  </a:cubicBezTo>
                  <a:cubicBezTo>
                    <a:pt x="11547" y="236"/>
                    <a:pt x="10917" y="0"/>
                    <a:pt x="102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553;p66">
              <a:extLst>
                <a:ext uri="{FF2B5EF4-FFF2-40B4-BE49-F238E27FC236}">
                  <a16:creationId xmlns:a16="http://schemas.microsoft.com/office/drawing/2014/main" id="{8E3D0599-8C21-E81C-52E6-DEFBE42C1725}"/>
                </a:ext>
              </a:extLst>
            </p:cNvPr>
            <p:cNvSpPr/>
            <p:nvPr/>
          </p:nvSpPr>
          <p:spPr>
            <a:xfrm>
              <a:off x="2886442" y="2483476"/>
              <a:ext cx="90057" cy="87671"/>
            </a:xfrm>
            <a:custGeom>
              <a:avLst/>
              <a:gdLst/>
              <a:ahLst/>
              <a:cxnLst/>
              <a:rect l="l" t="t" r="r" b="b"/>
              <a:pathLst>
                <a:path w="3435" h="3344" extrusionOk="0">
                  <a:moveTo>
                    <a:pt x="1717" y="835"/>
                  </a:moveTo>
                  <a:cubicBezTo>
                    <a:pt x="2177" y="839"/>
                    <a:pt x="2547" y="1212"/>
                    <a:pt x="2543" y="1672"/>
                  </a:cubicBezTo>
                  <a:cubicBezTo>
                    <a:pt x="2547" y="2132"/>
                    <a:pt x="2177" y="2505"/>
                    <a:pt x="1717" y="2512"/>
                  </a:cubicBezTo>
                  <a:cubicBezTo>
                    <a:pt x="1261" y="2505"/>
                    <a:pt x="892" y="2132"/>
                    <a:pt x="895" y="1672"/>
                  </a:cubicBezTo>
                  <a:cubicBezTo>
                    <a:pt x="892" y="1212"/>
                    <a:pt x="1261" y="839"/>
                    <a:pt x="1717" y="835"/>
                  </a:cubicBezTo>
                  <a:close/>
                  <a:moveTo>
                    <a:pt x="1719" y="0"/>
                  </a:moveTo>
                  <a:cubicBezTo>
                    <a:pt x="1619" y="0"/>
                    <a:pt x="1518" y="67"/>
                    <a:pt x="1518" y="201"/>
                  </a:cubicBezTo>
                  <a:lnTo>
                    <a:pt x="1518" y="448"/>
                  </a:lnTo>
                  <a:cubicBezTo>
                    <a:pt x="1333" y="476"/>
                    <a:pt x="1156" y="553"/>
                    <a:pt x="1008" y="661"/>
                  </a:cubicBezTo>
                  <a:lnTo>
                    <a:pt x="837" y="491"/>
                  </a:lnTo>
                  <a:cubicBezTo>
                    <a:pt x="793" y="446"/>
                    <a:pt x="743" y="427"/>
                    <a:pt x="696" y="427"/>
                  </a:cubicBezTo>
                  <a:cubicBezTo>
                    <a:pt x="541" y="427"/>
                    <a:pt x="407" y="627"/>
                    <a:pt x="551" y="773"/>
                  </a:cubicBezTo>
                  <a:lnTo>
                    <a:pt x="725" y="947"/>
                  </a:lnTo>
                  <a:cubicBezTo>
                    <a:pt x="613" y="1103"/>
                    <a:pt x="540" y="1280"/>
                    <a:pt x="511" y="1472"/>
                  </a:cubicBezTo>
                  <a:lnTo>
                    <a:pt x="269" y="1472"/>
                  </a:lnTo>
                  <a:cubicBezTo>
                    <a:pt x="1" y="1472"/>
                    <a:pt x="1" y="1871"/>
                    <a:pt x="269" y="1871"/>
                  </a:cubicBezTo>
                  <a:lnTo>
                    <a:pt x="511" y="1871"/>
                  </a:lnTo>
                  <a:cubicBezTo>
                    <a:pt x="540" y="2059"/>
                    <a:pt x="613" y="2240"/>
                    <a:pt x="725" y="2396"/>
                  </a:cubicBezTo>
                  <a:lnTo>
                    <a:pt x="551" y="2570"/>
                  </a:lnTo>
                  <a:cubicBezTo>
                    <a:pt x="407" y="2717"/>
                    <a:pt x="541" y="2915"/>
                    <a:pt x="696" y="2915"/>
                  </a:cubicBezTo>
                  <a:cubicBezTo>
                    <a:pt x="744" y="2915"/>
                    <a:pt x="793" y="2896"/>
                    <a:pt x="837" y="2852"/>
                  </a:cubicBezTo>
                  <a:lnTo>
                    <a:pt x="1008" y="2678"/>
                  </a:lnTo>
                  <a:cubicBezTo>
                    <a:pt x="1156" y="2791"/>
                    <a:pt x="1333" y="2863"/>
                    <a:pt x="1518" y="2896"/>
                  </a:cubicBezTo>
                  <a:lnTo>
                    <a:pt x="1518" y="3142"/>
                  </a:lnTo>
                  <a:cubicBezTo>
                    <a:pt x="1518" y="3276"/>
                    <a:pt x="1619" y="3343"/>
                    <a:pt x="1719" y="3343"/>
                  </a:cubicBezTo>
                  <a:cubicBezTo>
                    <a:pt x="1820" y="3343"/>
                    <a:pt x="1920" y="3276"/>
                    <a:pt x="1920" y="3142"/>
                  </a:cubicBezTo>
                  <a:lnTo>
                    <a:pt x="1920" y="2896"/>
                  </a:lnTo>
                  <a:cubicBezTo>
                    <a:pt x="2105" y="2863"/>
                    <a:pt x="2279" y="2791"/>
                    <a:pt x="2431" y="2678"/>
                  </a:cubicBezTo>
                  <a:lnTo>
                    <a:pt x="2601" y="2852"/>
                  </a:lnTo>
                  <a:cubicBezTo>
                    <a:pt x="2645" y="2896"/>
                    <a:pt x="2695" y="2915"/>
                    <a:pt x="2742" y="2915"/>
                  </a:cubicBezTo>
                  <a:cubicBezTo>
                    <a:pt x="2897" y="2915"/>
                    <a:pt x="3031" y="2717"/>
                    <a:pt x="2887" y="2570"/>
                  </a:cubicBezTo>
                  <a:lnTo>
                    <a:pt x="2713" y="2396"/>
                  </a:lnTo>
                  <a:cubicBezTo>
                    <a:pt x="2822" y="2240"/>
                    <a:pt x="2898" y="2059"/>
                    <a:pt x="2927" y="1871"/>
                  </a:cubicBezTo>
                  <a:lnTo>
                    <a:pt x="3166" y="1871"/>
                  </a:lnTo>
                  <a:cubicBezTo>
                    <a:pt x="3433" y="1871"/>
                    <a:pt x="3434" y="1472"/>
                    <a:pt x="3170" y="1472"/>
                  </a:cubicBezTo>
                  <a:cubicBezTo>
                    <a:pt x="3168" y="1472"/>
                    <a:pt x="3167" y="1472"/>
                    <a:pt x="3166" y="1472"/>
                  </a:cubicBezTo>
                  <a:lnTo>
                    <a:pt x="2927" y="1472"/>
                  </a:lnTo>
                  <a:cubicBezTo>
                    <a:pt x="2898" y="1280"/>
                    <a:pt x="2822" y="1103"/>
                    <a:pt x="2713" y="947"/>
                  </a:cubicBezTo>
                  <a:lnTo>
                    <a:pt x="2887" y="773"/>
                  </a:lnTo>
                  <a:cubicBezTo>
                    <a:pt x="3031" y="627"/>
                    <a:pt x="2898" y="427"/>
                    <a:pt x="2743" y="427"/>
                  </a:cubicBezTo>
                  <a:cubicBezTo>
                    <a:pt x="2695" y="427"/>
                    <a:pt x="2645" y="446"/>
                    <a:pt x="2601" y="491"/>
                  </a:cubicBezTo>
                  <a:lnTo>
                    <a:pt x="2431" y="661"/>
                  </a:lnTo>
                  <a:cubicBezTo>
                    <a:pt x="2279" y="553"/>
                    <a:pt x="2105" y="476"/>
                    <a:pt x="1920" y="448"/>
                  </a:cubicBezTo>
                  <a:lnTo>
                    <a:pt x="1920" y="201"/>
                  </a:lnTo>
                  <a:cubicBezTo>
                    <a:pt x="1920" y="67"/>
                    <a:pt x="1820" y="0"/>
                    <a:pt x="17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554;p66">
              <a:extLst>
                <a:ext uri="{FF2B5EF4-FFF2-40B4-BE49-F238E27FC236}">
                  <a16:creationId xmlns:a16="http://schemas.microsoft.com/office/drawing/2014/main" id="{A951A5F0-17B1-9DB0-5A04-54B2DDBDCCEC}"/>
                </a:ext>
              </a:extLst>
            </p:cNvPr>
            <p:cNvSpPr/>
            <p:nvPr/>
          </p:nvSpPr>
          <p:spPr>
            <a:xfrm>
              <a:off x="2909094" y="2510664"/>
              <a:ext cx="38907" cy="33296"/>
            </a:xfrm>
            <a:custGeom>
              <a:avLst/>
              <a:gdLst/>
              <a:ahLst/>
              <a:cxnLst/>
              <a:rect l="l" t="t" r="r" b="b"/>
              <a:pathLst>
                <a:path w="1484" h="1270" extrusionOk="0">
                  <a:moveTo>
                    <a:pt x="846" y="402"/>
                  </a:moveTo>
                  <a:cubicBezTo>
                    <a:pt x="966" y="402"/>
                    <a:pt x="1082" y="495"/>
                    <a:pt x="1082" y="635"/>
                  </a:cubicBezTo>
                  <a:cubicBezTo>
                    <a:pt x="1082" y="761"/>
                    <a:pt x="980" y="866"/>
                    <a:pt x="853" y="866"/>
                  </a:cubicBezTo>
                  <a:cubicBezTo>
                    <a:pt x="852" y="866"/>
                    <a:pt x="850" y="866"/>
                    <a:pt x="849" y="866"/>
                  </a:cubicBezTo>
                  <a:cubicBezTo>
                    <a:pt x="645" y="866"/>
                    <a:pt x="539" y="619"/>
                    <a:pt x="683" y="472"/>
                  </a:cubicBezTo>
                  <a:cubicBezTo>
                    <a:pt x="730" y="423"/>
                    <a:pt x="789" y="402"/>
                    <a:pt x="846" y="402"/>
                  </a:cubicBezTo>
                  <a:close/>
                  <a:moveTo>
                    <a:pt x="844" y="1"/>
                  </a:moveTo>
                  <a:cubicBezTo>
                    <a:pt x="285" y="1"/>
                    <a:pt x="1" y="680"/>
                    <a:pt x="397" y="1080"/>
                  </a:cubicBezTo>
                  <a:cubicBezTo>
                    <a:pt x="526" y="1211"/>
                    <a:pt x="685" y="1270"/>
                    <a:pt x="842" y="1270"/>
                  </a:cubicBezTo>
                  <a:cubicBezTo>
                    <a:pt x="1167" y="1270"/>
                    <a:pt x="1480" y="1018"/>
                    <a:pt x="1480" y="635"/>
                  </a:cubicBezTo>
                  <a:cubicBezTo>
                    <a:pt x="1484" y="287"/>
                    <a:pt x="1201" y="4"/>
                    <a:pt x="853" y="1"/>
                  </a:cubicBezTo>
                  <a:cubicBezTo>
                    <a:pt x="850" y="1"/>
                    <a:pt x="847" y="1"/>
                    <a:pt x="8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1555;p66">
            <a:extLst>
              <a:ext uri="{FF2B5EF4-FFF2-40B4-BE49-F238E27FC236}">
                <a16:creationId xmlns:a16="http://schemas.microsoft.com/office/drawing/2014/main" id="{EEDF4B06-628E-2691-1B52-8B807FD239FA}"/>
              </a:ext>
            </a:extLst>
          </p:cNvPr>
          <p:cNvGrpSpPr/>
          <p:nvPr/>
        </p:nvGrpSpPr>
        <p:grpSpPr>
          <a:xfrm>
            <a:off x="1213465" y="2412841"/>
            <a:ext cx="583121" cy="572701"/>
            <a:chOff x="2189266" y="1987808"/>
            <a:chExt cx="365341" cy="358813"/>
          </a:xfrm>
        </p:grpSpPr>
        <p:sp>
          <p:nvSpPr>
            <p:cNvPr id="57" name="Google Shape;1556;p66">
              <a:extLst>
                <a:ext uri="{FF2B5EF4-FFF2-40B4-BE49-F238E27FC236}">
                  <a16:creationId xmlns:a16="http://schemas.microsoft.com/office/drawing/2014/main" id="{CAF0E3D9-3E0C-D342-5C3B-7175C1F485AC}"/>
                </a:ext>
              </a:extLst>
            </p:cNvPr>
            <p:cNvSpPr/>
            <p:nvPr/>
          </p:nvSpPr>
          <p:spPr>
            <a:xfrm>
              <a:off x="2284541" y="2096768"/>
              <a:ext cx="233808" cy="217841"/>
            </a:xfrm>
            <a:custGeom>
              <a:avLst/>
              <a:gdLst/>
              <a:ahLst/>
              <a:cxnLst/>
              <a:rect l="l" t="t" r="r" b="b"/>
              <a:pathLst>
                <a:path w="8918" h="8309" extrusionOk="0">
                  <a:moveTo>
                    <a:pt x="3810" y="0"/>
                  </a:moveTo>
                  <a:cubicBezTo>
                    <a:pt x="3336" y="0"/>
                    <a:pt x="2851" y="107"/>
                    <a:pt x="2387" y="338"/>
                  </a:cubicBezTo>
                  <a:cubicBezTo>
                    <a:pt x="428" y="1312"/>
                    <a:pt x="1" y="3923"/>
                    <a:pt x="1551" y="5470"/>
                  </a:cubicBezTo>
                  <a:cubicBezTo>
                    <a:pt x="2051" y="5969"/>
                    <a:pt x="2702" y="6292"/>
                    <a:pt x="3405" y="6379"/>
                  </a:cubicBezTo>
                  <a:cubicBezTo>
                    <a:pt x="4350" y="6505"/>
                    <a:pt x="5241" y="6904"/>
                    <a:pt x="5962" y="7527"/>
                  </a:cubicBezTo>
                  <a:cubicBezTo>
                    <a:pt x="6067" y="7614"/>
                    <a:pt x="6168" y="7708"/>
                    <a:pt x="6266" y="7806"/>
                  </a:cubicBezTo>
                  <a:lnTo>
                    <a:pt x="6773" y="8309"/>
                  </a:lnTo>
                  <a:lnTo>
                    <a:pt x="8917" y="6161"/>
                  </a:lnTo>
                  <a:lnTo>
                    <a:pt x="8385" y="5625"/>
                  </a:lnTo>
                  <a:cubicBezTo>
                    <a:pt x="8294" y="5538"/>
                    <a:pt x="8211" y="5448"/>
                    <a:pt x="8131" y="5354"/>
                  </a:cubicBezTo>
                  <a:cubicBezTo>
                    <a:pt x="7508" y="4618"/>
                    <a:pt x="7110" y="3724"/>
                    <a:pt x="6983" y="2768"/>
                  </a:cubicBezTo>
                  <a:cubicBezTo>
                    <a:pt x="6757" y="1112"/>
                    <a:pt x="5340" y="0"/>
                    <a:pt x="38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57;p66">
              <a:extLst>
                <a:ext uri="{FF2B5EF4-FFF2-40B4-BE49-F238E27FC236}">
                  <a16:creationId xmlns:a16="http://schemas.microsoft.com/office/drawing/2014/main" id="{CDEEB0AA-47C4-953E-9CF5-99C42C744FEE}"/>
                </a:ext>
              </a:extLst>
            </p:cNvPr>
            <p:cNvSpPr/>
            <p:nvPr/>
          </p:nvSpPr>
          <p:spPr>
            <a:xfrm>
              <a:off x="2384062" y="2207589"/>
              <a:ext cx="29652" cy="29652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cubicBezTo>
                    <a:pt x="0" y="877"/>
                    <a:pt x="254" y="1130"/>
                    <a:pt x="565" y="1130"/>
                  </a:cubicBezTo>
                  <a:cubicBezTo>
                    <a:pt x="877" y="1130"/>
                    <a:pt x="1130" y="877"/>
                    <a:pt x="1130" y="565"/>
                  </a:cubicBezTo>
                  <a:cubicBezTo>
                    <a:pt x="1130" y="254"/>
                    <a:pt x="877" y="0"/>
                    <a:pt x="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58;p66">
              <a:extLst>
                <a:ext uri="{FF2B5EF4-FFF2-40B4-BE49-F238E27FC236}">
                  <a16:creationId xmlns:a16="http://schemas.microsoft.com/office/drawing/2014/main" id="{CA405509-37F8-32D9-8AA9-FE2FECD766F0}"/>
                </a:ext>
              </a:extLst>
            </p:cNvPr>
            <p:cNvSpPr/>
            <p:nvPr/>
          </p:nvSpPr>
          <p:spPr>
            <a:xfrm>
              <a:off x="2411591" y="2180140"/>
              <a:ext cx="29652" cy="29652"/>
            </a:xfrm>
            <a:custGeom>
              <a:avLst/>
              <a:gdLst/>
              <a:ahLst/>
              <a:cxnLst/>
              <a:rect l="l" t="t" r="r" b="b"/>
              <a:pathLst>
                <a:path w="1131" h="1131" extrusionOk="0">
                  <a:moveTo>
                    <a:pt x="565" y="1"/>
                  </a:moveTo>
                  <a:cubicBezTo>
                    <a:pt x="250" y="1"/>
                    <a:pt x="0" y="251"/>
                    <a:pt x="0" y="566"/>
                  </a:cubicBezTo>
                  <a:cubicBezTo>
                    <a:pt x="0" y="877"/>
                    <a:pt x="250" y="1131"/>
                    <a:pt x="565" y="1131"/>
                  </a:cubicBezTo>
                  <a:cubicBezTo>
                    <a:pt x="877" y="1131"/>
                    <a:pt x="1130" y="877"/>
                    <a:pt x="1130" y="566"/>
                  </a:cubicBezTo>
                  <a:cubicBezTo>
                    <a:pt x="1130" y="251"/>
                    <a:pt x="877" y="1"/>
                    <a:pt x="5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59;p66">
              <a:extLst>
                <a:ext uri="{FF2B5EF4-FFF2-40B4-BE49-F238E27FC236}">
                  <a16:creationId xmlns:a16="http://schemas.microsoft.com/office/drawing/2014/main" id="{A6BBC7FD-B70E-D14F-D79A-B6AB478FB590}"/>
                </a:ext>
              </a:extLst>
            </p:cNvPr>
            <p:cNvSpPr/>
            <p:nvPr/>
          </p:nvSpPr>
          <p:spPr>
            <a:xfrm>
              <a:off x="2470266" y="2266448"/>
              <a:ext cx="78548" cy="74799"/>
            </a:xfrm>
            <a:custGeom>
              <a:avLst/>
              <a:gdLst/>
              <a:ahLst/>
              <a:cxnLst/>
              <a:rect l="l" t="t" r="r" b="b"/>
              <a:pathLst>
                <a:path w="2996" h="2853" extrusionOk="0">
                  <a:moveTo>
                    <a:pt x="2043" y="1"/>
                  </a:moveTo>
                  <a:lnTo>
                    <a:pt x="1" y="2043"/>
                  </a:lnTo>
                  <a:lnTo>
                    <a:pt x="374" y="2416"/>
                  </a:lnTo>
                  <a:cubicBezTo>
                    <a:pt x="657" y="2707"/>
                    <a:pt x="1033" y="2853"/>
                    <a:pt x="1408" y="2853"/>
                  </a:cubicBezTo>
                  <a:cubicBezTo>
                    <a:pt x="1777" y="2853"/>
                    <a:pt x="2146" y="2713"/>
                    <a:pt x="2427" y="2431"/>
                  </a:cubicBezTo>
                  <a:cubicBezTo>
                    <a:pt x="2996" y="1862"/>
                    <a:pt x="2992" y="939"/>
                    <a:pt x="2416" y="374"/>
                  </a:cubicBezTo>
                  <a:lnTo>
                    <a:pt x="20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60;p66">
              <a:extLst>
                <a:ext uri="{FF2B5EF4-FFF2-40B4-BE49-F238E27FC236}">
                  <a16:creationId xmlns:a16="http://schemas.microsoft.com/office/drawing/2014/main" id="{1E45612F-CFFD-84ED-C026-BF9FCCF83065}"/>
                </a:ext>
              </a:extLst>
            </p:cNvPr>
            <p:cNvSpPr/>
            <p:nvPr/>
          </p:nvSpPr>
          <p:spPr>
            <a:xfrm>
              <a:off x="2444258" y="2240545"/>
              <a:ext cx="91945" cy="91919"/>
            </a:xfrm>
            <a:custGeom>
              <a:avLst/>
              <a:gdLst/>
              <a:ahLst/>
              <a:cxnLst/>
              <a:rect l="l" t="t" r="r" b="b"/>
              <a:pathLst>
                <a:path w="3507" h="3506" extrusionOk="0">
                  <a:moveTo>
                    <a:pt x="2601" y="0"/>
                  </a:moveTo>
                  <a:lnTo>
                    <a:pt x="0" y="2600"/>
                  </a:lnTo>
                  <a:lnTo>
                    <a:pt x="906" y="3506"/>
                  </a:lnTo>
                  <a:lnTo>
                    <a:pt x="3506" y="902"/>
                  </a:lnTo>
                  <a:lnTo>
                    <a:pt x="26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561;p66">
              <a:extLst>
                <a:ext uri="{FF2B5EF4-FFF2-40B4-BE49-F238E27FC236}">
                  <a16:creationId xmlns:a16="http://schemas.microsoft.com/office/drawing/2014/main" id="{17521C72-FCC1-1957-1304-CFB6E983ABC7}"/>
                </a:ext>
              </a:extLst>
            </p:cNvPr>
            <p:cNvSpPr/>
            <p:nvPr/>
          </p:nvSpPr>
          <p:spPr>
            <a:xfrm>
              <a:off x="2231608" y="2029992"/>
              <a:ext cx="76948" cy="72649"/>
            </a:xfrm>
            <a:custGeom>
              <a:avLst/>
              <a:gdLst/>
              <a:ahLst/>
              <a:cxnLst/>
              <a:rect l="l" t="t" r="r" b="b"/>
              <a:pathLst>
                <a:path w="2935" h="2771" extrusionOk="0">
                  <a:moveTo>
                    <a:pt x="285" y="1"/>
                  </a:moveTo>
                  <a:cubicBezTo>
                    <a:pt x="132" y="1"/>
                    <a:pt x="0" y="197"/>
                    <a:pt x="140" y="342"/>
                  </a:cubicBezTo>
                  <a:lnTo>
                    <a:pt x="2501" y="2707"/>
                  </a:lnTo>
                  <a:cubicBezTo>
                    <a:pt x="2546" y="2752"/>
                    <a:pt x="2595" y="2770"/>
                    <a:pt x="2643" y="2770"/>
                  </a:cubicBezTo>
                  <a:cubicBezTo>
                    <a:pt x="2800" y="2770"/>
                    <a:pt x="2935" y="2566"/>
                    <a:pt x="2787" y="2421"/>
                  </a:cubicBezTo>
                  <a:lnTo>
                    <a:pt x="422" y="60"/>
                  </a:lnTo>
                  <a:cubicBezTo>
                    <a:pt x="379" y="18"/>
                    <a:pt x="331" y="1"/>
                    <a:pt x="2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562;p66">
              <a:extLst>
                <a:ext uri="{FF2B5EF4-FFF2-40B4-BE49-F238E27FC236}">
                  <a16:creationId xmlns:a16="http://schemas.microsoft.com/office/drawing/2014/main" id="{0C6028E0-2057-7D06-06BA-D1FF5DA9A551}"/>
                </a:ext>
              </a:extLst>
            </p:cNvPr>
            <p:cNvSpPr/>
            <p:nvPr/>
          </p:nvSpPr>
          <p:spPr>
            <a:xfrm>
              <a:off x="2192150" y="2094461"/>
              <a:ext cx="99522" cy="34607"/>
            </a:xfrm>
            <a:custGeom>
              <a:avLst/>
              <a:gdLst/>
              <a:ahLst/>
              <a:cxnLst/>
              <a:rect l="l" t="t" r="r" b="b"/>
              <a:pathLst>
                <a:path w="3796" h="1320" extrusionOk="0">
                  <a:moveTo>
                    <a:pt x="282" y="0"/>
                  </a:moveTo>
                  <a:cubicBezTo>
                    <a:pt x="72" y="0"/>
                    <a:pt x="1" y="327"/>
                    <a:pt x="236" y="397"/>
                  </a:cubicBezTo>
                  <a:lnTo>
                    <a:pt x="3449" y="1309"/>
                  </a:lnTo>
                  <a:cubicBezTo>
                    <a:pt x="3471" y="1316"/>
                    <a:pt x="3493" y="1319"/>
                    <a:pt x="3513" y="1319"/>
                  </a:cubicBezTo>
                  <a:cubicBezTo>
                    <a:pt x="3723" y="1319"/>
                    <a:pt x="3795" y="991"/>
                    <a:pt x="3561" y="925"/>
                  </a:cubicBezTo>
                  <a:lnTo>
                    <a:pt x="345" y="9"/>
                  </a:lnTo>
                  <a:cubicBezTo>
                    <a:pt x="323" y="3"/>
                    <a:pt x="302" y="0"/>
                    <a:pt x="2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563;p66">
              <a:extLst>
                <a:ext uri="{FF2B5EF4-FFF2-40B4-BE49-F238E27FC236}">
                  <a16:creationId xmlns:a16="http://schemas.microsoft.com/office/drawing/2014/main" id="{606CA431-EF8B-9ED3-4707-991135E1B9D2}"/>
                </a:ext>
              </a:extLst>
            </p:cNvPr>
            <p:cNvSpPr/>
            <p:nvPr/>
          </p:nvSpPr>
          <p:spPr>
            <a:xfrm>
              <a:off x="2189266" y="2145192"/>
              <a:ext cx="98945" cy="36311"/>
            </a:xfrm>
            <a:custGeom>
              <a:avLst/>
              <a:gdLst/>
              <a:ahLst/>
              <a:cxnLst/>
              <a:rect l="l" t="t" r="r" b="b"/>
              <a:pathLst>
                <a:path w="3774" h="1385" extrusionOk="0">
                  <a:moveTo>
                    <a:pt x="3492" y="1"/>
                  </a:moveTo>
                  <a:cubicBezTo>
                    <a:pt x="3471" y="1"/>
                    <a:pt x="3448" y="4"/>
                    <a:pt x="3425" y="12"/>
                  </a:cubicBezTo>
                  <a:lnTo>
                    <a:pt x="230" y="990"/>
                  </a:lnTo>
                  <a:cubicBezTo>
                    <a:pt x="0" y="1062"/>
                    <a:pt x="74" y="1384"/>
                    <a:pt x="282" y="1384"/>
                  </a:cubicBezTo>
                  <a:cubicBezTo>
                    <a:pt x="303" y="1384"/>
                    <a:pt x="326" y="1381"/>
                    <a:pt x="350" y="1374"/>
                  </a:cubicBezTo>
                  <a:lnTo>
                    <a:pt x="3544" y="396"/>
                  </a:lnTo>
                  <a:cubicBezTo>
                    <a:pt x="3774" y="323"/>
                    <a:pt x="3697" y="1"/>
                    <a:pt x="34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564;p66">
              <a:extLst>
                <a:ext uri="{FF2B5EF4-FFF2-40B4-BE49-F238E27FC236}">
                  <a16:creationId xmlns:a16="http://schemas.microsoft.com/office/drawing/2014/main" id="{0D28A1ED-36EF-4EC1-D047-CC01411BA57E}"/>
                </a:ext>
              </a:extLst>
            </p:cNvPr>
            <p:cNvSpPr/>
            <p:nvPr/>
          </p:nvSpPr>
          <p:spPr>
            <a:xfrm>
              <a:off x="2297361" y="1990692"/>
              <a:ext cx="36390" cy="94855"/>
            </a:xfrm>
            <a:custGeom>
              <a:avLst/>
              <a:gdLst/>
              <a:ahLst/>
              <a:cxnLst/>
              <a:rect l="l" t="t" r="r" b="b"/>
              <a:pathLst>
                <a:path w="1388" h="3618" extrusionOk="0">
                  <a:moveTo>
                    <a:pt x="243" y="1"/>
                  </a:moveTo>
                  <a:cubicBezTo>
                    <a:pt x="123" y="1"/>
                    <a:pt x="0" y="103"/>
                    <a:pt x="44" y="258"/>
                  </a:cubicBezTo>
                  <a:lnTo>
                    <a:pt x="960" y="3471"/>
                  </a:lnTo>
                  <a:cubicBezTo>
                    <a:pt x="989" y="3573"/>
                    <a:pt x="1068" y="3618"/>
                    <a:pt x="1147" y="3618"/>
                  </a:cubicBezTo>
                  <a:cubicBezTo>
                    <a:pt x="1266" y="3618"/>
                    <a:pt x="1388" y="3517"/>
                    <a:pt x="1344" y="3362"/>
                  </a:cubicBezTo>
                  <a:lnTo>
                    <a:pt x="428" y="146"/>
                  </a:lnTo>
                  <a:cubicBezTo>
                    <a:pt x="399" y="44"/>
                    <a:pt x="322" y="1"/>
                    <a:pt x="2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565;p66">
              <a:extLst>
                <a:ext uri="{FF2B5EF4-FFF2-40B4-BE49-F238E27FC236}">
                  <a16:creationId xmlns:a16="http://schemas.microsoft.com/office/drawing/2014/main" id="{2C82C4F7-68DD-151E-887C-0959B8CB2436}"/>
                </a:ext>
              </a:extLst>
            </p:cNvPr>
            <p:cNvSpPr/>
            <p:nvPr/>
          </p:nvSpPr>
          <p:spPr>
            <a:xfrm>
              <a:off x="2348354" y="1987808"/>
              <a:ext cx="37858" cy="94304"/>
            </a:xfrm>
            <a:custGeom>
              <a:avLst/>
              <a:gdLst/>
              <a:ahLst/>
              <a:cxnLst/>
              <a:rect l="l" t="t" r="r" b="b"/>
              <a:pathLst>
                <a:path w="1444" h="3597" extrusionOk="0">
                  <a:moveTo>
                    <a:pt x="1198" y="1"/>
                  </a:moveTo>
                  <a:cubicBezTo>
                    <a:pt x="1119" y="1"/>
                    <a:pt x="1042" y="44"/>
                    <a:pt x="1011" y="144"/>
                  </a:cubicBezTo>
                  <a:lnTo>
                    <a:pt x="29" y="3338"/>
                  </a:lnTo>
                  <a:cubicBezTo>
                    <a:pt x="0" y="3443"/>
                    <a:pt x="58" y="3556"/>
                    <a:pt x="167" y="3588"/>
                  </a:cubicBezTo>
                  <a:cubicBezTo>
                    <a:pt x="186" y="3594"/>
                    <a:pt x="205" y="3597"/>
                    <a:pt x="225" y="3597"/>
                  </a:cubicBezTo>
                  <a:cubicBezTo>
                    <a:pt x="310" y="3597"/>
                    <a:pt x="390" y="3540"/>
                    <a:pt x="417" y="3454"/>
                  </a:cubicBezTo>
                  <a:lnTo>
                    <a:pt x="1395" y="260"/>
                  </a:lnTo>
                  <a:cubicBezTo>
                    <a:pt x="1443" y="105"/>
                    <a:pt x="1320" y="1"/>
                    <a:pt x="11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566;p66">
              <a:extLst>
                <a:ext uri="{FF2B5EF4-FFF2-40B4-BE49-F238E27FC236}">
                  <a16:creationId xmlns:a16="http://schemas.microsoft.com/office/drawing/2014/main" id="{68F5F48B-4352-A6AA-6DF6-2FCA015E7428}"/>
                </a:ext>
              </a:extLst>
            </p:cNvPr>
            <p:cNvSpPr/>
            <p:nvPr/>
          </p:nvSpPr>
          <p:spPr>
            <a:xfrm>
              <a:off x="2286717" y="2126971"/>
              <a:ext cx="45985" cy="118529"/>
            </a:xfrm>
            <a:custGeom>
              <a:avLst/>
              <a:gdLst/>
              <a:ahLst/>
              <a:cxnLst/>
              <a:rect l="l" t="t" r="r" b="b"/>
              <a:pathLst>
                <a:path w="1754" h="4521" extrusionOk="0">
                  <a:moveTo>
                    <a:pt x="1116" y="0"/>
                  </a:moveTo>
                  <a:cubicBezTo>
                    <a:pt x="1059" y="0"/>
                    <a:pt x="1001" y="26"/>
                    <a:pt x="957" y="87"/>
                  </a:cubicBezTo>
                  <a:cubicBezTo>
                    <a:pt x="1" y="1438"/>
                    <a:pt x="153" y="3285"/>
                    <a:pt x="1326" y="4459"/>
                  </a:cubicBezTo>
                  <a:cubicBezTo>
                    <a:pt x="1370" y="4503"/>
                    <a:pt x="1419" y="4521"/>
                    <a:pt x="1466" y="4521"/>
                  </a:cubicBezTo>
                  <a:cubicBezTo>
                    <a:pt x="1621" y="4521"/>
                    <a:pt x="1754" y="4321"/>
                    <a:pt x="1609" y="4176"/>
                  </a:cubicBezTo>
                  <a:cubicBezTo>
                    <a:pt x="573" y="3144"/>
                    <a:pt x="436" y="1511"/>
                    <a:pt x="1283" y="319"/>
                  </a:cubicBezTo>
                  <a:cubicBezTo>
                    <a:pt x="1395" y="163"/>
                    <a:pt x="1259" y="0"/>
                    <a:pt x="1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567;p66">
              <a:extLst>
                <a:ext uri="{FF2B5EF4-FFF2-40B4-BE49-F238E27FC236}">
                  <a16:creationId xmlns:a16="http://schemas.microsoft.com/office/drawing/2014/main" id="{B59C134E-C2E1-0B2B-DF4D-DB2AD375A10C}"/>
                </a:ext>
              </a:extLst>
            </p:cNvPr>
            <p:cNvSpPr/>
            <p:nvPr/>
          </p:nvSpPr>
          <p:spPr>
            <a:xfrm>
              <a:off x="2353362" y="2118109"/>
              <a:ext cx="70237" cy="19978"/>
            </a:xfrm>
            <a:custGeom>
              <a:avLst/>
              <a:gdLst/>
              <a:ahLst/>
              <a:cxnLst/>
              <a:rect l="l" t="t" r="r" b="b"/>
              <a:pathLst>
                <a:path w="2679" h="762" extrusionOk="0">
                  <a:moveTo>
                    <a:pt x="1208" y="0"/>
                  </a:moveTo>
                  <a:cubicBezTo>
                    <a:pt x="896" y="0"/>
                    <a:pt x="550" y="70"/>
                    <a:pt x="197" y="266"/>
                  </a:cubicBezTo>
                  <a:cubicBezTo>
                    <a:pt x="0" y="374"/>
                    <a:pt x="108" y="642"/>
                    <a:pt x="289" y="642"/>
                  </a:cubicBezTo>
                  <a:cubicBezTo>
                    <a:pt x="322" y="642"/>
                    <a:pt x="357" y="634"/>
                    <a:pt x="392" y="614"/>
                  </a:cubicBezTo>
                  <a:cubicBezTo>
                    <a:pt x="678" y="456"/>
                    <a:pt x="958" y="400"/>
                    <a:pt x="1211" y="400"/>
                  </a:cubicBezTo>
                  <a:cubicBezTo>
                    <a:pt x="1800" y="400"/>
                    <a:pt x="2244" y="702"/>
                    <a:pt x="2272" y="722"/>
                  </a:cubicBezTo>
                  <a:cubicBezTo>
                    <a:pt x="2312" y="750"/>
                    <a:pt x="2351" y="762"/>
                    <a:pt x="2389" y="762"/>
                  </a:cubicBezTo>
                  <a:cubicBezTo>
                    <a:pt x="2558" y="762"/>
                    <a:pt x="2678" y="520"/>
                    <a:pt x="2500" y="393"/>
                  </a:cubicBezTo>
                  <a:cubicBezTo>
                    <a:pt x="2470" y="373"/>
                    <a:pt x="1930" y="0"/>
                    <a:pt x="1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568;p66">
              <a:extLst>
                <a:ext uri="{FF2B5EF4-FFF2-40B4-BE49-F238E27FC236}">
                  <a16:creationId xmlns:a16="http://schemas.microsoft.com/office/drawing/2014/main" id="{A49A3F96-D2F6-7F8E-7FA7-D6DF7358F9FD}"/>
                </a:ext>
              </a:extLst>
            </p:cNvPr>
            <p:cNvSpPr/>
            <p:nvPr/>
          </p:nvSpPr>
          <p:spPr>
            <a:xfrm>
              <a:off x="2322399" y="2091787"/>
              <a:ext cx="232208" cy="254834"/>
            </a:xfrm>
            <a:custGeom>
              <a:avLst/>
              <a:gdLst/>
              <a:ahLst/>
              <a:cxnLst/>
              <a:rect l="l" t="t" r="r" b="b"/>
              <a:pathLst>
                <a:path w="8857" h="9720" extrusionOk="0">
                  <a:moveTo>
                    <a:pt x="3967" y="3570"/>
                  </a:moveTo>
                  <a:cubicBezTo>
                    <a:pt x="4290" y="3570"/>
                    <a:pt x="4453" y="3961"/>
                    <a:pt x="4225" y="4193"/>
                  </a:cubicBezTo>
                  <a:cubicBezTo>
                    <a:pt x="4154" y="4263"/>
                    <a:pt x="4061" y="4299"/>
                    <a:pt x="3967" y="4299"/>
                  </a:cubicBezTo>
                  <a:cubicBezTo>
                    <a:pt x="3874" y="4299"/>
                    <a:pt x="3781" y="4263"/>
                    <a:pt x="3710" y="4193"/>
                  </a:cubicBezTo>
                  <a:lnTo>
                    <a:pt x="3707" y="4193"/>
                  </a:lnTo>
                  <a:cubicBezTo>
                    <a:pt x="3479" y="3961"/>
                    <a:pt x="3642" y="3570"/>
                    <a:pt x="3967" y="3570"/>
                  </a:cubicBezTo>
                  <a:close/>
                  <a:moveTo>
                    <a:pt x="2917" y="4619"/>
                  </a:moveTo>
                  <a:cubicBezTo>
                    <a:pt x="3010" y="4619"/>
                    <a:pt x="3104" y="4655"/>
                    <a:pt x="3174" y="4725"/>
                  </a:cubicBezTo>
                  <a:cubicBezTo>
                    <a:pt x="3316" y="4866"/>
                    <a:pt x="3316" y="5098"/>
                    <a:pt x="3174" y="5239"/>
                  </a:cubicBezTo>
                  <a:cubicBezTo>
                    <a:pt x="3103" y="5312"/>
                    <a:pt x="3009" y="5349"/>
                    <a:pt x="2915" y="5349"/>
                  </a:cubicBezTo>
                  <a:cubicBezTo>
                    <a:pt x="2823" y="5349"/>
                    <a:pt x="2730" y="5313"/>
                    <a:pt x="2660" y="5243"/>
                  </a:cubicBezTo>
                  <a:cubicBezTo>
                    <a:pt x="2515" y="5098"/>
                    <a:pt x="2515" y="4866"/>
                    <a:pt x="2660" y="4725"/>
                  </a:cubicBezTo>
                  <a:cubicBezTo>
                    <a:pt x="2731" y="4655"/>
                    <a:pt x="2824" y="4619"/>
                    <a:pt x="2917" y="4619"/>
                  </a:cubicBezTo>
                  <a:close/>
                  <a:moveTo>
                    <a:pt x="7245" y="5957"/>
                  </a:moveTo>
                  <a:lnTo>
                    <a:pt x="7868" y="6579"/>
                  </a:lnTo>
                  <a:lnTo>
                    <a:pt x="5688" y="8760"/>
                  </a:lnTo>
                  <a:lnTo>
                    <a:pt x="5554" y="8894"/>
                  </a:lnTo>
                  <a:lnTo>
                    <a:pt x="4931" y="8274"/>
                  </a:lnTo>
                  <a:lnTo>
                    <a:pt x="5011" y="8191"/>
                  </a:lnTo>
                  <a:lnTo>
                    <a:pt x="5014" y="8191"/>
                  </a:lnTo>
                  <a:lnTo>
                    <a:pt x="5018" y="8188"/>
                  </a:lnTo>
                  <a:lnTo>
                    <a:pt x="5565" y="7641"/>
                  </a:lnTo>
                  <a:lnTo>
                    <a:pt x="6615" y="6590"/>
                  </a:lnTo>
                  <a:lnTo>
                    <a:pt x="7158" y="6047"/>
                  </a:lnTo>
                  <a:lnTo>
                    <a:pt x="7162" y="6043"/>
                  </a:lnTo>
                  <a:lnTo>
                    <a:pt x="7165" y="6040"/>
                  </a:lnTo>
                  <a:lnTo>
                    <a:pt x="7245" y="5957"/>
                  </a:lnTo>
                  <a:close/>
                  <a:moveTo>
                    <a:pt x="7875" y="7141"/>
                  </a:moveTo>
                  <a:lnTo>
                    <a:pt x="7915" y="7177"/>
                  </a:lnTo>
                  <a:cubicBezTo>
                    <a:pt x="8400" y="7662"/>
                    <a:pt x="8400" y="8452"/>
                    <a:pt x="7915" y="8937"/>
                  </a:cubicBezTo>
                  <a:lnTo>
                    <a:pt x="7912" y="8937"/>
                  </a:lnTo>
                  <a:cubicBezTo>
                    <a:pt x="7669" y="9180"/>
                    <a:pt x="7351" y="9301"/>
                    <a:pt x="7033" y="9301"/>
                  </a:cubicBezTo>
                  <a:cubicBezTo>
                    <a:pt x="6715" y="9301"/>
                    <a:pt x="6398" y="9180"/>
                    <a:pt x="6155" y="8937"/>
                  </a:cubicBezTo>
                  <a:lnTo>
                    <a:pt x="6115" y="8901"/>
                  </a:lnTo>
                  <a:lnTo>
                    <a:pt x="7875" y="7141"/>
                  </a:lnTo>
                  <a:close/>
                  <a:moveTo>
                    <a:pt x="2365" y="0"/>
                  </a:moveTo>
                  <a:cubicBezTo>
                    <a:pt x="1570" y="0"/>
                    <a:pt x="786" y="279"/>
                    <a:pt x="161" y="810"/>
                  </a:cubicBezTo>
                  <a:cubicBezTo>
                    <a:pt x="1" y="947"/>
                    <a:pt x="130" y="1166"/>
                    <a:pt x="291" y="1166"/>
                  </a:cubicBezTo>
                  <a:cubicBezTo>
                    <a:pt x="334" y="1166"/>
                    <a:pt x="379" y="1151"/>
                    <a:pt x="422" y="1114"/>
                  </a:cubicBezTo>
                  <a:cubicBezTo>
                    <a:pt x="979" y="639"/>
                    <a:pt x="1673" y="403"/>
                    <a:pt x="2367" y="403"/>
                  </a:cubicBezTo>
                  <a:cubicBezTo>
                    <a:pt x="3130" y="403"/>
                    <a:pt x="3892" y="688"/>
                    <a:pt x="4467" y="1252"/>
                  </a:cubicBezTo>
                  <a:cubicBezTo>
                    <a:pt x="4945" y="1716"/>
                    <a:pt x="5253" y="2324"/>
                    <a:pt x="5340" y="2987"/>
                  </a:cubicBezTo>
                  <a:cubicBezTo>
                    <a:pt x="5496" y="4106"/>
                    <a:pt x="5978" y="5113"/>
                    <a:pt x="6738" y="5899"/>
                  </a:cubicBezTo>
                  <a:lnTo>
                    <a:pt x="6474" y="6163"/>
                  </a:lnTo>
                  <a:lnTo>
                    <a:pt x="4627" y="4316"/>
                  </a:lnTo>
                  <a:cubicBezTo>
                    <a:pt x="4919" y="3803"/>
                    <a:pt x="4549" y="3168"/>
                    <a:pt x="3962" y="3168"/>
                  </a:cubicBezTo>
                  <a:cubicBezTo>
                    <a:pt x="3960" y="3168"/>
                    <a:pt x="3958" y="3168"/>
                    <a:pt x="3957" y="3168"/>
                  </a:cubicBezTo>
                  <a:cubicBezTo>
                    <a:pt x="3366" y="3175"/>
                    <a:pt x="3004" y="3816"/>
                    <a:pt x="3305" y="4327"/>
                  </a:cubicBezTo>
                  <a:cubicBezTo>
                    <a:pt x="3179" y="4252"/>
                    <a:pt x="3045" y="4218"/>
                    <a:pt x="2915" y="4218"/>
                  </a:cubicBezTo>
                  <a:cubicBezTo>
                    <a:pt x="2519" y="4218"/>
                    <a:pt x="2155" y="4531"/>
                    <a:pt x="2149" y="4975"/>
                  </a:cubicBezTo>
                  <a:cubicBezTo>
                    <a:pt x="2144" y="5424"/>
                    <a:pt x="2514" y="5750"/>
                    <a:pt x="2918" y="5750"/>
                  </a:cubicBezTo>
                  <a:cubicBezTo>
                    <a:pt x="3042" y="5750"/>
                    <a:pt x="3170" y="5719"/>
                    <a:pt x="3290" y="5652"/>
                  </a:cubicBezTo>
                  <a:cubicBezTo>
                    <a:pt x="3388" y="5750"/>
                    <a:pt x="3489" y="5848"/>
                    <a:pt x="3584" y="5935"/>
                  </a:cubicBezTo>
                  <a:cubicBezTo>
                    <a:pt x="3627" y="5975"/>
                    <a:pt x="3674" y="5992"/>
                    <a:pt x="3719" y="5992"/>
                  </a:cubicBezTo>
                  <a:cubicBezTo>
                    <a:pt x="3876" y="5992"/>
                    <a:pt x="4008" y="5783"/>
                    <a:pt x="3855" y="5641"/>
                  </a:cubicBezTo>
                  <a:cubicBezTo>
                    <a:pt x="3765" y="5558"/>
                    <a:pt x="3670" y="5464"/>
                    <a:pt x="3576" y="5370"/>
                  </a:cubicBezTo>
                  <a:cubicBezTo>
                    <a:pt x="3718" y="5131"/>
                    <a:pt x="3714" y="4830"/>
                    <a:pt x="3573" y="4591"/>
                  </a:cubicBezTo>
                  <a:lnTo>
                    <a:pt x="3573" y="4591"/>
                  </a:lnTo>
                  <a:cubicBezTo>
                    <a:pt x="3694" y="4663"/>
                    <a:pt x="3829" y="4698"/>
                    <a:pt x="3964" y="4698"/>
                  </a:cubicBezTo>
                  <a:cubicBezTo>
                    <a:pt x="4095" y="4698"/>
                    <a:pt x="4226" y="4665"/>
                    <a:pt x="4344" y="4598"/>
                  </a:cubicBezTo>
                  <a:lnTo>
                    <a:pt x="6191" y="6445"/>
                  </a:lnTo>
                  <a:lnTo>
                    <a:pt x="5420" y="7213"/>
                  </a:lnTo>
                  <a:cubicBezTo>
                    <a:pt x="5105" y="6902"/>
                    <a:pt x="4797" y="6590"/>
                    <a:pt x="4500" y="6286"/>
                  </a:cubicBezTo>
                  <a:cubicBezTo>
                    <a:pt x="4456" y="6241"/>
                    <a:pt x="4406" y="6222"/>
                    <a:pt x="4358" y="6222"/>
                  </a:cubicBezTo>
                  <a:cubicBezTo>
                    <a:pt x="4205" y="6222"/>
                    <a:pt x="4070" y="6419"/>
                    <a:pt x="4214" y="6565"/>
                  </a:cubicBezTo>
                  <a:cubicBezTo>
                    <a:pt x="4511" y="6869"/>
                    <a:pt x="4822" y="7184"/>
                    <a:pt x="5137" y="7499"/>
                  </a:cubicBezTo>
                  <a:lnTo>
                    <a:pt x="4869" y="7764"/>
                  </a:lnTo>
                  <a:cubicBezTo>
                    <a:pt x="4080" y="7007"/>
                    <a:pt x="3069" y="6518"/>
                    <a:pt x="1983" y="6369"/>
                  </a:cubicBezTo>
                  <a:cubicBezTo>
                    <a:pt x="1577" y="6319"/>
                    <a:pt x="1182" y="6185"/>
                    <a:pt x="831" y="5971"/>
                  </a:cubicBezTo>
                  <a:cubicBezTo>
                    <a:pt x="795" y="5950"/>
                    <a:pt x="759" y="5940"/>
                    <a:pt x="725" y="5940"/>
                  </a:cubicBezTo>
                  <a:cubicBezTo>
                    <a:pt x="548" y="5940"/>
                    <a:pt x="433" y="6199"/>
                    <a:pt x="628" y="6315"/>
                  </a:cubicBezTo>
                  <a:cubicBezTo>
                    <a:pt x="1027" y="6554"/>
                    <a:pt x="1468" y="6710"/>
                    <a:pt x="1932" y="6768"/>
                  </a:cubicBezTo>
                  <a:cubicBezTo>
                    <a:pt x="2928" y="6905"/>
                    <a:pt x="3859" y="7351"/>
                    <a:pt x="4587" y="8050"/>
                  </a:cubicBezTo>
                  <a:lnTo>
                    <a:pt x="4503" y="8133"/>
                  </a:lnTo>
                  <a:cubicBezTo>
                    <a:pt x="4427" y="8209"/>
                    <a:pt x="4427" y="8336"/>
                    <a:pt x="4503" y="8416"/>
                  </a:cubicBezTo>
                  <a:lnTo>
                    <a:pt x="5409" y="9321"/>
                  </a:lnTo>
                  <a:cubicBezTo>
                    <a:pt x="5449" y="9359"/>
                    <a:pt x="5500" y="9378"/>
                    <a:pt x="5552" y="9378"/>
                  </a:cubicBezTo>
                  <a:cubicBezTo>
                    <a:pt x="5603" y="9378"/>
                    <a:pt x="5653" y="9359"/>
                    <a:pt x="5691" y="9321"/>
                  </a:cubicBezTo>
                  <a:lnTo>
                    <a:pt x="5829" y="9184"/>
                  </a:lnTo>
                  <a:lnTo>
                    <a:pt x="5869" y="9223"/>
                  </a:lnTo>
                  <a:cubicBezTo>
                    <a:pt x="6190" y="9554"/>
                    <a:pt x="6617" y="9720"/>
                    <a:pt x="7045" y="9720"/>
                  </a:cubicBezTo>
                  <a:cubicBezTo>
                    <a:pt x="7466" y="9720"/>
                    <a:pt x="7887" y="9559"/>
                    <a:pt x="8208" y="9238"/>
                  </a:cubicBezTo>
                  <a:cubicBezTo>
                    <a:pt x="8857" y="8590"/>
                    <a:pt x="8850" y="7536"/>
                    <a:pt x="8194" y="6898"/>
                  </a:cubicBezTo>
                  <a:lnTo>
                    <a:pt x="8198" y="6895"/>
                  </a:lnTo>
                  <a:lnTo>
                    <a:pt x="8158" y="6858"/>
                  </a:lnTo>
                  <a:lnTo>
                    <a:pt x="8295" y="6721"/>
                  </a:lnTo>
                  <a:cubicBezTo>
                    <a:pt x="8371" y="6645"/>
                    <a:pt x="8371" y="6518"/>
                    <a:pt x="8295" y="6438"/>
                  </a:cubicBezTo>
                  <a:lnTo>
                    <a:pt x="7390" y="5533"/>
                  </a:lnTo>
                  <a:cubicBezTo>
                    <a:pt x="7350" y="5493"/>
                    <a:pt x="7299" y="5473"/>
                    <a:pt x="7247" y="5473"/>
                  </a:cubicBezTo>
                  <a:cubicBezTo>
                    <a:pt x="7196" y="5473"/>
                    <a:pt x="7146" y="5493"/>
                    <a:pt x="7107" y="5533"/>
                  </a:cubicBezTo>
                  <a:lnTo>
                    <a:pt x="7021" y="5616"/>
                  </a:lnTo>
                  <a:cubicBezTo>
                    <a:pt x="6318" y="4881"/>
                    <a:pt x="5869" y="3939"/>
                    <a:pt x="5738" y="2932"/>
                  </a:cubicBezTo>
                  <a:cubicBezTo>
                    <a:pt x="5565" y="1701"/>
                    <a:pt x="4739" y="665"/>
                    <a:pt x="3576" y="223"/>
                  </a:cubicBezTo>
                  <a:cubicBezTo>
                    <a:pt x="3183" y="74"/>
                    <a:pt x="2773" y="0"/>
                    <a:pt x="23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1569;p66">
            <a:extLst>
              <a:ext uri="{FF2B5EF4-FFF2-40B4-BE49-F238E27FC236}">
                <a16:creationId xmlns:a16="http://schemas.microsoft.com/office/drawing/2014/main" id="{F0D0AAAB-AB16-EABF-F0BC-CD32AC33611B}"/>
              </a:ext>
            </a:extLst>
          </p:cNvPr>
          <p:cNvGrpSpPr/>
          <p:nvPr/>
        </p:nvGrpSpPr>
        <p:grpSpPr>
          <a:xfrm>
            <a:off x="1191821" y="1258831"/>
            <a:ext cx="577346" cy="478171"/>
            <a:chOff x="1741498" y="2017172"/>
            <a:chExt cx="361723" cy="299587"/>
          </a:xfrm>
        </p:grpSpPr>
        <p:sp>
          <p:nvSpPr>
            <p:cNvPr id="71" name="Google Shape;1570;p66">
              <a:extLst>
                <a:ext uri="{FF2B5EF4-FFF2-40B4-BE49-F238E27FC236}">
                  <a16:creationId xmlns:a16="http://schemas.microsoft.com/office/drawing/2014/main" id="{10554910-C87A-DC1F-4AA2-EB13C1987226}"/>
                </a:ext>
              </a:extLst>
            </p:cNvPr>
            <p:cNvSpPr/>
            <p:nvPr/>
          </p:nvSpPr>
          <p:spPr>
            <a:xfrm>
              <a:off x="1805993" y="2051018"/>
              <a:ext cx="141207" cy="229036"/>
            </a:xfrm>
            <a:custGeom>
              <a:avLst/>
              <a:gdLst/>
              <a:ahLst/>
              <a:cxnLst/>
              <a:rect l="l" t="t" r="r" b="b"/>
              <a:pathLst>
                <a:path w="5386" h="8736" extrusionOk="0">
                  <a:moveTo>
                    <a:pt x="5377" y="0"/>
                  </a:moveTo>
                  <a:cubicBezTo>
                    <a:pt x="3302" y="0"/>
                    <a:pt x="1448" y="1292"/>
                    <a:pt x="724" y="3238"/>
                  </a:cubicBezTo>
                  <a:cubicBezTo>
                    <a:pt x="0" y="5186"/>
                    <a:pt x="565" y="7381"/>
                    <a:pt x="2141" y="8736"/>
                  </a:cubicBezTo>
                  <a:lnTo>
                    <a:pt x="5386" y="4969"/>
                  </a:lnTo>
                  <a:lnTo>
                    <a:pt x="5386" y="2162"/>
                  </a:lnTo>
                  <a:lnTo>
                    <a:pt x="5386" y="0"/>
                  </a:lnTo>
                  <a:cubicBezTo>
                    <a:pt x="5383" y="0"/>
                    <a:pt x="5380" y="0"/>
                    <a:pt x="53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571;p66">
              <a:extLst>
                <a:ext uri="{FF2B5EF4-FFF2-40B4-BE49-F238E27FC236}">
                  <a16:creationId xmlns:a16="http://schemas.microsoft.com/office/drawing/2014/main" id="{FE88D3EA-9E36-2869-0A4A-5E805D29BFDE}"/>
                </a:ext>
              </a:extLst>
            </p:cNvPr>
            <p:cNvSpPr/>
            <p:nvPr/>
          </p:nvSpPr>
          <p:spPr>
            <a:xfrm>
              <a:off x="1947174" y="2181293"/>
              <a:ext cx="130406" cy="128387"/>
            </a:xfrm>
            <a:custGeom>
              <a:avLst/>
              <a:gdLst/>
              <a:ahLst/>
              <a:cxnLst/>
              <a:rect l="l" t="t" r="r" b="b"/>
              <a:pathLst>
                <a:path w="4974" h="4897" extrusionOk="0">
                  <a:moveTo>
                    <a:pt x="1" y="0"/>
                  </a:moveTo>
                  <a:lnTo>
                    <a:pt x="700" y="4038"/>
                  </a:lnTo>
                  <a:lnTo>
                    <a:pt x="848" y="4897"/>
                  </a:lnTo>
                  <a:cubicBezTo>
                    <a:pt x="3231" y="4484"/>
                    <a:pt x="4970" y="2419"/>
                    <a:pt x="49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572;p66">
              <a:extLst>
                <a:ext uri="{FF2B5EF4-FFF2-40B4-BE49-F238E27FC236}">
                  <a16:creationId xmlns:a16="http://schemas.microsoft.com/office/drawing/2014/main" id="{96D6C4A4-6FBD-BB4C-EB7D-1FE2FFAE5D3F}"/>
                </a:ext>
              </a:extLst>
            </p:cNvPr>
            <p:cNvSpPr/>
            <p:nvPr/>
          </p:nvSpPr>
          <p:spPr>
            <a:xfrm>
              <a:off x="1967676" y="2031250"/>
              <a:ext cx="130301" cy="130301"/>
            </a:xfrm>
            <a:custGeom>
              <a:avLst/>
              <a:gdLst/>
              <a:ahLst/>
              <a:cxnLst/>
              <a:rect l="l" t="t" r="r" b="b"/>
              <a:pathLst>
                <a:path w="4970" h="4970" extrusionOk="0">
                  <a:moveTo>
                    <a:pt x="1" y="1"/>
                  </a:moveTo>
                  <a:lnTo>
                    <a:pt x="1" y="4970"/>
                  </a:lnTo>
                  <a:lnTo>
                    <a:pt x="4970" y="4970"/>
                  </a:lnTo>
                  <a:cubicBezTo>
                    <a:pt x="4970" y="2225"/>
                    <a:pt x="2743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573;p66">
              <a:extLst>
                <a:ext uri="{FF2B5EF4-FFF2-40B4-BE49-F238E27FC236}">
                  <a16:creationId xmlns:a16="http://schemas.microsoft.com/office/drawing/2014/main" id="{1425F1CF-4C05-494F-7547-44BB4C160D1B}"/>
                </a:ext>
              </a:extLst>
            </p:cNvPr>
            <p:cNvSpPr/>
            <p:nvPr/>
          </p:nvSpPr>
          <p:spPr>
            <a:xfrm>
              <a:off x="1862098" y="2181293"/>
              <a:ext cx="107334" cy="130301"/>
            </a:xfrm>
            <a:custGeom>
              <a:avLst/>
              <a:gdLst/>
              <a:ahLst/>
              <a:cxnLst/>
              <a:rect l="l" t="t" r="r" b="b"/>
              <a:pathLst>
                <a:path w="4094" h="4970" extrusionOk="0">
                  <a:moveTo>
                    <a:pt x="3246" y="0"/>
                  </a:moveTo>
                  <a:lnTo>
                    <a:pt x="167" y="3575"/>
                  </a:lnTo>
                  <a:lnTo>
                    <a:pt x="1" y="3767"/>
                  </a:lnTo>
                  <a:cubicBezTo>
                    <a:pt x="910" y="4548"/>
                    <a:pt x="2065" y="4969"/>
                    <a:pt x="3247" y="4969"/>
                  </a:cubicBezTo>
                  <a:cubicBezTo>
                    <a:pt x="3528" y="4969"/>
                    <a:pt x="3811" y="4945"/>
                    <a:pt x="4093" y="4897"/>
                  </a:cubicBezTo>
                  <a:lnTo>
                    <a:pt x="3945" y="4038"/>
                  </a:lnTo>
                  <a:lnTo>
                    <a:pt x="32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574;p66">
              <a:extLst>
                <a:ext uri="{FF2B5EF4-FFF2-40B4-BE49-F238E27FC236}">
                  <a16:creationId xmlns:a16="http://schemas.microsoft.com/office/drawing/2014/main" id="{11F54CFD-D86D-2D8A-2F60-A50D282573C1}"/>
                </a:ext>
              </a:extLst>
            </p:cNvPr>
            <p:cNvSpPr/>
            <p:nvPr/>
          </p:nvSpPr>
          <p:spPr>
            <a:xfrm>
              <a:off x="1746348" y="2022468"/>
              <a:ext cx="141706" cy="147631"/>
            </a:xfrm>
            <a:custGeom>
              <a:avLst/>
              <a:gdLst/>
              <a:ahLst/>
              <a:cxnLst/>
              <a:rect l="l" t="t" r="r" b="b"/>
              <a:pathLst>
                <a:path w="5405" h="5631" extrusionOk="0">
                  <a:moveTo>
                    <a:pt x="2687" y="0"/>
                  </a:moveTo>
                  <a:cubicBezTo>
                    <a:pt x="1771" y="0"/>
                    <a:pt x="921" y="497"/>
                    <a:pt x="472" y="1299"/>
                  </a:cubicBezTo>
                  <a:cubicBezTo>
                    <a:pt x="1" y="2136"/>
                    <a:pt x="41" y="3164"/>
                    <a:pt x="577" y="3961"/>
                  </a:cubicBezTo>
                  <a:cubicBezTo>
                    <a:pt x="1055" y="4680"/>
                    <a:pt x="1854" y="5092"/>
                    <a:pt x="2689" y="5092"/>
                  </a:cubicBezTo>
                  <a:cubicBezTo>
                    <a:pt x="2922" y="5092"/>
                    <a:pt x="3158" y="5060"/>
                    <a:pt x="3391" y="4993"/>
                  </a:cubicBezTo>
                  <a:lnTo>
                    <a:pt x="4756" y="5631"/>
                  </a:lnTo>
                  <a:lnTo>
                    <a:pt x="4687" y="4128"/>
                  </a:lnTo>
                  <a:cubicBezTo>
                    <a:pt x="5281" y="3374"/>
                    <a:pt x="5404" y="2353"/>
                    <a:pt x="5006" y="1484"/>
                  </a:cubicBezTo>
                  <a:cubicBezTo>
                    <a:pt x="4604" y="615"/>
                    <a:pt x="3749" y="39"/>
                    <a:pt x="2793" y="3"/>
                  </a:cubicBezTo>
                  <a:cubicBezTo>
                    <a:pt x="2758" y="1"/>
                    <a:pt x="2722" y="0"/>
                    <a:pt x="26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575;p66">
              <a:extLst>
                <a:ext uri="{FF2B5EF4-FFF2-40B4-BE49-F238E27FC236}">
                  <a16:creationId xmlns:a16="http://schemas.microsoft.com/office/drawing/2014/main" id="{8AC44206-57AC-FA73-368D-AEFF893AB630}"/>
                </a:ext>
              </a:extLst>
            </p:cNvPr>
            <p:cNvSpPr/>
            <p:nvPr/>
          </p:nvSpPr>
          <p:spPr>
            <a:xfrm>
              <a:off x="1962380" y="2026033"/>
              <a:ext cx="140840" cy="140736"/>
            </a:xfrm>
            <a:custGeom>
              <a:avLst/>
              <a:gdLst/>
              <a:ahLst/>
              <a:cxnLst/>
              <a:rect l="l" t="t" r="r" b="b"/>
              <a:pathLst>
                <a:path w="5372" h="5368" extrusionOk="0">
                  <a:moveTo>
                    <a:pt x="196" y="1"/>
                  </a:moveTo>
                  <a:cubicBezTo>
                    <a:pt x="87" y="1"/>
                    <a:pt x="0" y="90"/>
                    <a:pt x="0" y="200"/>
                  </a:cubicBezTo>
                  <a:lnTo>
                    <a:pt x="0" y="5169"/>
                  </a:lnTo>
                  <a:cubicBezTo>
                    <a:pt x="0" y="5281"/>
                    <a:pt x="91" y="5368"/>
                    <a:pt x="203" y="5368"/>
                  </a:cubicBezTo>
                  <a:lnTo>
                    <a:pt x="5172" y="5368"/>
                  </a:lnTo>
                  <a:cubicBezTo>
                    <a:pt x="5281" y="5368"/>
                    <a:pt x="5371" y="5281"/>
                    <a:pt x="5371" y="5169"/>
                  </a:cubicBezTo>
                  <a:cubicBezTo>
                    <a:pt x="5371" y="4220"/>
                    <a:pt x="5110" y="3289"/>
                    <a:pt x="4618" y="2478"/>
                  </a:cubicBezTo>
                  <a:cubicBezTo>
                    <a:pt x="4576" y="2408"/>
                    <a:pt x="4514" y="2379"/>
                    <a:pt x="4452" y="2379"/>
                  </a:cubicBezTo>
                  <a:cubicBezTo>
                    <a:pt x="4315" y="2379"/>
                    <a:pt x="4180" y="2526"/>
                    <a:pt x="4277" y="2684"/>
                  </a:cubicBezTo>
                  <a:cubicBezTo>
                    <a:pt x="4697" y="3376"/>
                    <a:pt x="4937" y="4162"/>
                    <a:pt x="4969" y="4970"/>
                  </a:cubicBezTo>
                  <a:lnTo>
                    <a:pt x="402" y="4970"/>
                  </a:lnTo>
                  <a:lnTo>
                    <a:pt x="402" y="403"/>
                  </a:lnTo>
                  <a:cubicBezTo>
                    <a:pt x="1724" y="461"/>
                    <a:pt x="2963" y="1062"/>
                    <a:pt x="3825" y="2065"/>
                  </a:cubicBezTo>
                  <a:cubicBezTo>
                    <a:pt x="3869" y="2117"/>
                    <a:pt x="3922" y="2138"/>
                    <a:pt x="3973" y="2138"/>
                  </a:cubicBezTo>
                  <a:cubicBezTo>
                    <a:pt x="4121" y="2138"/>
                    <a:pt x="4256" y="1955"/>
                    <a:pt x="4129" y="1804"/>
                  </a:cubicBezTo>
                  <a:cubicBezTo>
                    <a:pt x="3146" y="663"/>
                    <a:pt x="1717" y="1"/>
                    <a:pt x="215" y="1"/>
                  </a:cubicBezTo>
                  <a:cubicBezTo>
                    <a:pt x="211" y="1"/>
                    <a:pt x="207" y="1"/>
                    <a:pt x="203" y="1"/>
                  </a:cubicBezTo>
                  <a:cubicBezTo>
                    <a:pt x="201" y="1"/>
                    <a:pt x="199" y="1"/>
                    <a:pt x="1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576;p66">
              <a:extLst>
                <a:ext uri="{FF2B5EF4-FFF2-40B4-BE49-F238E27FC236}">
                  <a16:creationId xmlns:a16="http://schemas.microsoft.com/office/drawing/2014/main" id="{EAEF8FAD-B9E9-4782-4EAE-88BB779DEBA2}"/>
                </a:ext>
              </a:extLst>
            </p:cNvPr>
            <p:cNvSpPr/>
            <p:nvPr/>
          </p:nvSpPr>
          <p:spPr>
            <a:xfrm>
              <a:off x="1741498" y="2017172"/>
              <a:ext cx="341195" cy="299587"/>
            </a:xfrm>
            <a:custGeom>
              <a:avLst/>
              <a:gdLst/>
              <a:ahLst/>
              <a:cxnLst/>
              <a:rect l="l" t="t" r="r" b="b"/>
              <a:pathLst>
                <a:path w="13014" h="11427" extrusionOk="0">
                  <a:moveTo>
                    <a:pt x="12612" y="6459"/>
                  </a:moveTo>
                  <a:cubicBezTo>
                    <a:pt x="12525" y="8632"/>
                    <a:pt x="10978" y="10469"/>
                    <a:pt x="8856" y="10921"/>
                  </a:cubicBezTo>
                  <a:lnTo>
                    <a:pt x="8085" y="6459"/>
                  </a:lnTo>
                  <a:close/>
                  <a:moveTo>
                    <a:pt x="7722" y="6713"/>
                  </a:moveTo>
                  <a:lnTo>
                    <a:pt x="8461" y="10990"/>
                  </a:lnTo>
                  <a:cubicBezTo>
                    <a:pt x="8259" y="11015"/>
                    <a:pt x="8052" y="11030"/>
                    <a:pt x="7849" y="11030"/>
                  </a:cubicBezTo>
                  <a:cubicBezTo>
                    <a:pt x="6774" y="11030"/>
                    <a:pt x="5731" y="10668"/>
                    <a:pt x="4887" y="10001"/>
                  </a:cubicBezTo>
                  <a:lnTo>
                    <a:pt x="5386" y="9425"/>
                  </a:lnTo>
                  <a:lnTo>
                    <a:pt x="7722" y="6713"/>
                  </a:lnTo>
                  <a:close/>
                  <a:moveTo>
                    <a:pt x="2877" y="1"/>
                  </a:moveTo>
                  <a:cubicBezTo>
                    <a:pt x="2558" y="1"/>
                    <a:pt x="2236" y="56"/>
                    <a:pt x="1924" y="172"/>
                  </a:cubicBezTo>
                  <a:cubicBezTo>
                    <a:pt x="736" y="610"/>
                    <a:pt x="1" y="1805"/>
                    <a:pt x="146" y="3066"/>
                  </a:cubicBezTo>
                  <a:cubicBezTo>
                    <a:pt x="161" y="3187"/>
                    <a:pt x="253" y="3244"/>
                    <a:pt x="345" y="3244"/>
                  </a:cubicBezTo>
                  <a:cubicBezTo>
                    <a:pt x="453" y="3244"/>
                    <a:pt x="562" y="3165"/>
                    <a:pt x="544" y="3022"/>
                  </a:cubicBezTo>
                  <a:cubicBezTo>
                    <a:pt x="407" y="1820"/>
                    <a:pt x="1200" y="712"/>
                    <a:pt x="2384" y="458"/>
                  </a:cubicBezTo>
                  <a:cubicBezTo>
                    <a:pt x="2551" y="422"/>
                    <a:pt x="2718" y="404"/>
                    <a:pt x="2883" y="404"/>
                  </a:cubicBezTo>
                  <a:cubicBezTo>
                    <a:pt x="3883" y="404"/>
                    <a:pt x="4797" y="1049"/>
                    <a:pt x="5111" y="2037"/>
                  </a:cubicBezTo>
                  <a:cubicBezTo>
                    <a:pt x="5111" y="2044"/>
                    <a:pt x="5115" y="2048"/>
                    <a:pt x="5118" y="2055"/>
                  </a:cubicBezTo>
                  <a:cubicBezTo>
                    <a:pt x="5347" y="2794"/>
                    <a:pt x="5195" y="3598"/>
                    <a:pt x="4713" y="4207"/>
                  </a:cubicBezTo>
                  <a:cubicBezTo>
                    <a:pt x="4684" y="4243"/>
                    <a:pt x="4666" y="4290"/>
                    <a:pt x="4669" y="4341"/>
                  </a:cubicBezTo>
                  <a:lnTo>
                    <a:pt x="4724" y="5514"/>
                  </a:lnTo>
                  <a:lnTo>
                    <a:pt x="3659" y="5014"/>
                  </a:lnTo>
                  <a:cubicBezTo>
                    <a:pt x="3633" y="5001"/>
                    <a:pt x="3604" y="4995"/>
                    <a:pt x="3575" y="4995"/>
                  </a:cubicBezTo>
                  <a:cubicBezTo>
                    <a:pt x="3556" y="4995"/>
                    <a:pt x="3537" y="4998"/>
                    <a:pt x="3518" y="5003"/>
                  </a:cubicBezTo>
                  <a:cubicBezTo>
                    <a:pt x="3344" y="5054"/>
                    <a:pt x="3163" y="5083"/>
                    <a:pt x="2978" y="5094"/>
                  </a:cubicBezTo>
                  <a:lnTo>
                    <a:pt x="2942" y="5094"/>
                  </a:lnTo>
                  <a:cubicBezTo>
                    <a:pt x="2917" y="5095"/>
                    <a:pt x="2893" y="5095"/>
                    <a:pt x="2868" y="5095"/>
                  </a:cubicBezTo>
                  <a:cubicBezTo>
                    <a:pt x="2088" y="5095"/>
                    <a:pt x="1356" y="4704"/>
                    <a:pt x="925" y="4051"/>
                  </a:cubicBezTo>
                  <a:cubicBezTo>
                    <a:pt x="859" y="3957"/>
                    <a:pt x="801" y="3852"/>
                    <a:pt x="751" y="3747"/>
                  </a:cubicBezTo>
                  <a:cubicBezTo>
                    <a:pt x="713" y="3666"/>
                    <a:pt x="646" y="3632"/>
                    <a:pt x="578" y="3632"/>
                  </a:cubicBezTo>
                  <a:cubicBezTo>
                    <a:pt x="447" y="3632"/>
                    <a:pt x="314" y="3760"/>
                    <a:pt x="389" y="3920"/>
                  </a:cubicBezTo>
                  <a:cubicBezTo>
                    <a:pt x="446" y="4044"/>
                    <a:pt x="515" y="4160"/>
                    <a:pt x="591" y="4275"/>
                  </a:cubicBezTo>
                  <a:cubicBezTo>
                    <a:pt x="1069" y="4996"/>
                    <a:pt x="1866" y="5449"/>
                    <a:pt x="2732" y="5492"/>
                  </a:cubicBezTo>
                  <a:cubicBezTo>
                    <a:pt x="2692" y="5746"/>
                    <a:pt x="2674" y="6003"/>
                    <a:pt x="2674" y="6260"/>
                  </a:cubicBezTo>
                  <a:cubicBezTo>
                    <a:pt x="2670" y="6966"/>
                    <a:pt x="2815" y="7662"/>
                    <a:pt x="3094" y="8306"/>
                  </a:cubicBezTo>
                  <a:cubicBezTo>
                    <a:pt x="3131" y="8393"/>
                    <a:pt x="3201" y="8430"/>
                    <a:pt x="3272" y="8430"/>
                  </a:cubicBezTo>
                  <a:cubicBezTo>
                    <a:pt x="3401" y="8430"/>
                    <a:pt x="3531" y="8308"/>
                    <a:pt x="3463" y="8151"/>
                  </a:cubicBezTo>
                  <a:cubicBezTo>
                    <a:pt x="3203" y="7553"/>
                    <a:pt x="3072" y="6912"/>
                    <a:pt x="3072" y="6260"/>
                  </a:cubicBezTo>
                  <a:cubicBezTo>
                    <a:pt x="3072" y="5999"/>
                    <a:pt x="3094" y="5742"/>
                    <a:pt x="3137" y="5481"/>
                  </a:cubicBezTo>
                  <a:cubicBezTo>
                    <a:pt x="3279" y="5471"/>
                    <a:pt x="3416" y="5445"/>
                    <a:pt x="3554" y="5409"/>
                  </a:cubicBezTo>
                  <a:lnTo>
                    <a:pt x="4854" y="6014"/>
                  </a:lnTo>
                  <a:cubicBezTo>
                    <a:pt x="4882" y="6027"/>
                    <a:pt x="4911" y="6034"/>
                    <a:pt x="4939" y="6034"/>
                  </a:cubicBezTo>
                  <a:cubicBezTo>
                    <a:pt x="5046" y="6034"/>
                    <a:pt x="5142" y="5943"/>
                    <a:pt x="5137" y="5826"/>
                  </a:cubicBezTo>
                  <a:lnTo>
                    <a:pt x="5075" y="4391"/>
                  </a:lnTo>
                  <a:cubicBezTo>
                    <a:pt x="5571" y="3732"/>
                    <a:pt x="5741" y="2885"/>
                    <a:pt x="5542" y="2084"/>
                  </a:cubicBezTo>
                  <a:cubicBezTo>
                    <a:pt x="6187" y="1726"/>
                    <a:pt x="6908" y="1527"/>
                    <a:pt x="7646" y="1494"/>
                  </a:cubicBezTo>
                  <a:lnTo>
                    <a:pt x="7646" y="6184"/>
                  </a:lnTo>
                  <a:lnTo>
                    <a:pt x="5651" y="8502"/>
                  </a:lnTo>
                  <a:lnTo>
                    <a:pt x="4586" y="9741"/>
                  </a:lnTo>
                  <a:cubicBezTo>
                    <a:pt x="4300" y="9473"/>
                    <a:pt x="4050" y="9172"/>
                    <a:pt x="3836" y="8842"/>
                  </a:cubicBezTo>
                  <a:cubicBezTo>
                    <a:pt x="3794" y="8777"/>
                    <a:pt x="3734" y="8750"/>
                    <a:pt x="3675" y="8750"/>
                  </a:cubicBezTo>
                  <a:cubicBezTo>
                    <a:pt x="3535" y="8750"/>
                    <a:pt x="3397" y="8904"/>
                    <a:pt x="3500" y="9060"/>
                  </a:cubicBezTo>
                  <a:cubicBezTo>
                    <a:pt x="3768" y="9476"/>
                    <a:pt x="4097" y="9853"/>
                    <a:pt x="4470" y="10175"/>
                  </a:cubicBezTo>
                  <a:cubicBezTo>
                    <a:pt x="5416" y="10989"/>
                    <a:pt x="6617" y="11427"/>
                    <a:pt x="7847" y="11427"/>
                  </a:cubicBezTo>
                  <a:cubicBezTo>
                    <a:pt x="8138" y="11427"/>
                    <a:pt x="8431" y="11402"/>
                    <a:pt x="8722" y="11352"/>
                  </a:cubicBezTo>
                  <a:lnTo>
                    <a:pt x="8726" y="11352"/>
                  </a:lnTo>
                  <a:cubicBezTo>
                    <a:pt x="11203" y="10921"/>
                    <a:pt x="13014" y="8774"/>
                    <a:pt x="13014" y="6257"/>
                  </a:cubicBezTo>
                  <a:cubicBezTo>
                    <a:pt x="13010" y="6148"/>
                    <a:pt x="12923" y="6061"/>
                    <a:pt x="12818" y="6061"/>
                  </a:cubicBezTo>
                  <a:lnTo>
                    <a:pt x="8045" y="6061"/>
                  </a:lnTo>
                  <a:lnTo>
                    <a:pt x="8045" y="1291"/>
                  </a:lnTo>
                  <a:cubicBezTo>
                    <a:pt x="8045" y="1179"/>
                    <a:pt x="7954" y="1088"/>
                    <a:pt x="7846" y="1088"/>
                  </a:cubicBezTo>
                  <a:cubicBezTo>
                    <a:pt x="6998" y="1088"/>
                    <a:pt x="6162" y="1298"/>
                    <a:pt x="5412" y="1697"/>
                  </a:cubicBezTo>
                  <a:cubicBezTo>
                    <a:pt x="5343" y="1530"/>
                    <a:pt x="5260" y="1371"/>
                    <a:pt x="5158" y="1222"/>
                  </a:cubicBezTo>
                  <a:cubicBezTo>
                    <a:pt x="4637" y="442"/>
                    <a:pt x="3773" y="1"/>
                    <a:pt x="28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577;p66">
              <a:extLst>
                <a:ext uri="{FF2B5EF4-FFF2-40B4-BE49-F238E27FC236}">
                  <a16:creationId xmlns:a16="http://schemas.microsoft.com/office/drawing/2014/main" id="{5DA8E6F5-9E78-207A-A2AA-DCABD2F70682}"/>
                </a:ext>
              </a:extLst>
            </p:cNvPr>
            <p:cNvSpPr/>
            <p:nvPr/>
          </p:nvSpPr>
          <p:spPr>
            <a:xfrm>
              <a:off x="1800566" y="2068873"/>
              <a:ext cx="31356" cy="53274"/>
            </a:xfrm>
            <a:custGeom>
              <a:avLst/>
              <a:gdLst/>
              <a:ahLst/>
              <a:cxnLst/>
              <a:rect l="l" t="t" r="r" b="b"/>
              <a:pathLst>
                <a:path w="1196" h="2032" extrusionOk="0">
                  <a:moveTo>
                    <a:pt x="287" y="0"/>
                  </a:moveTo>
                  <a:cubicBezTo>
                    <a:pt x="19" y="0"/>
                    <a:pt x="19" y="402"/>
                    <a:pt x="287" y="402"/>
                  </a:cubicBezTo>
                  <a:lnTo>
                    <a:pt x="395" y="402"/>
                  </a:lnTo>
                  <a:lnTo>
                    <a:pt x="395" y="1630"/>
                  </a:lnTo>
                  <a:lnTo>
                    <a:pt x="269" y="1630"/>
                  </a:lnTo>
                  <a:cubicBezTo>
                    <a:pt x="1" y="1630"/>
                    <a:pt x="1" y="2032"/>
                    <a:pt x="269" y="2032"/>
                  </a:cubicBezTo>
                  <a:lnTo>
                    <a:pt x="928" y="2032"/>
                  </a:lnTo>
                  <a:cubicBezTo>
                    <a:pt x="1196" y="2032"/>
                    <a:pt x="1196" y="1630"/>
                    <a:pt x="928" y="1630"/>
                  </a:cubicBezTo>
                  <a:lnTo>
                    <a:pt x="794" y="1630"/>
                  </a:lnTo>
                  <a:lnTo>
                    <a:pt x="794" y="199"/>
                  </a:lnTo>
                  <a:cubicBezTo>
                    <a:pt x="794" y="87"/>
                    <a:pt x="703" y="0"/>
                    <a:pt x="5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578;p66">
              <a:extLst>
                <a:ext uri="{FF2B5EF4-FFF2-40B4-BE49-F238E27FC236}">
                  <a16:creationId xmlns:a16="http://schemas.microsoft.com/office/drawing/2014/main" id="{D3ED2201-339A-2DE7-57AB-3871344F9080}"/>
                </a:ext>
              </a:extLst>
            </p:cNvPr>
            <p:cNvSpPr/>
            <p:nvPr/>
          </p:nvSpPr>
          <p:spPr>
            <a:xfrm>
              <a:off x="1806071" y="2052644"/>
              <a:ext cx="17985" cy="15390"/>
            </a:xfrm>
            <a:custGeom>
              <a:avLst/>
              <a:gdLst/>
              <a:ahLst/>
              <a:cxnLst/>
              <a:rect l="l" t="t" r="r" b="b"/>
              <a:pathLst>
                <a:path w="686" h="587" extrusionOk="0">
                  <a:moveTo>
                    <a:pt x="296" y="0"/>
                  </a:moveTo>
                  <a:cubicBezTo>
                    <a:pt x="145" y="0"/>
                    <a:pt x="1" y="118"/>
                    <a:pt x="1" y="297"/>
                  </a:cubicBezTo>
                  <a:cubicBezTo>
                    <a:pt x="1" y="456"/>
                    <a:pt x="131" y="586"/>
                    <a:pt x="294" y="586"/>
                  </a:cubicBezTo>
                  <a:cubicBezTo>
                    <a:pt x="555" y="586"/>
                    <a:pt x="685" y="271"/>
                    <a:pt x="501" y="87"/>
                  </a:cubicBezTo>
                  <a:cubicBezTo>
                    <a:pt x="441" y="27"/>
                    <a:pt x="368" y="0"/>
                    <a:pt x="2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1579;p66">
            <a:extLst>
              <a:ext uri="{FF2B5EF4-FFF2-40B4-BE49-F238E27FC236}">
                <a16:creationId xmlns:a16="http://schemas.microsoft.com/office/drawing/2014/main" id="{C4219591-0EDC-0959-826D-92F3FDE3D206}"/>
              </a:ext>
            </a:extLst>
          </p:cNvPr>
          <p:cNvGrpSpPr/>
          <p:nvPr/>
        </p:nvGrpSpPr>
        <p:grpSpPr>
          <a:xfrm>
            <a:off x="2439455" y="1861457"/>
            <a:ext cx="571990" cy="474196"/>
            <a:chOff x="2439455" y="2109764"/>
            <a:chExt cx="571990" cy="474196"/>
          </a:xfrm>
        </p:grpSpPr>
        <p:sp>
          <p:nvSpPr>
            <p:cNvPr id="81" name="Google Shape;1580;p66">
              <a:extLst>
                <a:ext uri="{FF2B5EF4-FFF2-40B4-BE49-F238E27FC236}">
                  <a16:creationId xmlns:a16="http://schemas.microsoft.com/office/drawing/2014/main" id="{15BF89E6-069D-FD21-E7A4-9D910E9592E9}"/>
                </a:ext>
              </a:extLst>
            </p:cNvPr>
            <p:cNvSpPr/>
            <p:nvPr/>
          </p:nvSpPr>
          <p:spPr>
            <a:xfrm>
              <a:off x="2447950" y="2544500"/>
              <a:ext cx="517423" cy="31133"/>
            </a:xfrm>
            <a:custGeom>
              <a:avLst/>
              <a:gdLst/>
              <a:ahLst/>
              <a:cxnLst/>
              <a:rect l="l" t="t" r="r" b="b"/>
              <a:pathLst>
                <a:path w="12365" h="744" extrusionOk="0">
                  <a:moveTo>
                    <a:pt x="0" y="1"/>
                  </a:moveTo>
                  <a:lnTo>
                    <a:pt x="0" y="743"/>
                  </a:lnTo>
                  <a:lnTo>
                    <a:pt x="12365" y="743"/>
                  </a:lnTo>
                  <a:lnTo>
                    <a:pt x="12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581;p66">
              <a:extLst>
                <a:ext uri="{FF2B5EF4-FFF2-40B4-BE49-F238E27FC236}">
                  <a16:creationId xmlns:a16="http://schemas.microsoft.com/office/drawing/2014/main" id="{B30D1F3B-7125-550C-376A-84B90F70EECD}"/>
                </a:ext>
              </a:extLst>
            </p:cNvPr>
            <p:cNvSpPr/>
            <p:nvPr/>
          </p:nvSpPr>
          <p:spPr>
            <a:xfrm>
              <a:off x="2447950" y="2502529"/>
              <a:ext cx="517423" cy="42013"/>
            </a:xfrm>
            <a:custGeom>
              <a:avLst/>
              <a:gdLst/>
              <a:ahLst/>
              <a:cxnLst/>
              <a:rect l="l" t="t" r="r" b="b"/>
              <a:pathLst>
                <a:path w="12365" h="1004" extrusionOk="0">
                  <a:moveTo>
                    <a:pt x="747" y="1"/>
                  </a:moveTo>
                  <a:lnTo>
                    <a:pt x="0" y="1004"/>
                  </a:lnTo>
                  <a:lnTo>
                    <a:pt x="12365" y="1004"/>
                  </a:lnTo>
                  <a:lnTo>
                    <a:pt x="1161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582;p66">
              <a:extLst>
                <a:ext uri="{FF2B5EF4-FFF2-40B4-BE49-F238E27FC236}">
                  <a16:creationId xmlns:a16="http://schemas.microsoft.com/office/drawing/2014/main" id="{D40E0625-8950-7389-C8F8-474D9AA140FE}"/>
                </a:ext>
              </a:extLst>
            </p:cNvPr>
            <p:cNvSpPr/>
            <p:nvPr/>
          </p:nvSpPr>
          <p:spPr>
            <a:xfrm>
              <a:off x="2479167" y="2209734"/>
              <a:ext cx="454863" cy="292837"/>
            </a:xfrm>
            <a:custGeom>
              <a:avLst/>
              <a:gdLst/>
              <a:ahLst/>
              <a:cxnLst/>
              <a:rect l="l" t="t" r="r" b="b"/>
              <a:pathLst>
                <a:path w="10870" h="6998" extrusionOk="0">
                  <a:moveTo>
                    <a:pt x="1" y="0"/>
                  </a:moveTo>
                  <a:lnTo>
                    <a:pt x="1" y="6998"/>
                  </a:lnTo>
                  <a:lnTo>
                    <a:pt x="10869" y="6998"/>
                  </a:lnTo>
                  <a:lnTo>
                    <a:pt x="108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583;p66">
              <a:extLst>
                <a:ext uri="{FF2B5EF4-FFF2-40B4-BE49-F238E27FC236}">
                  <a16:creationId xmlns:a16="http://schemas.microsoft.com/office/drawing/2014/main" id="{1A8B847C-5225-1239-5BC2-E59E92A6B4B8}"/>
                </a:ext>
              </a:extLst>
            </p:cNvPr>
            <p:cNvSpPr/>
            <p:nvPr/>
          </p:nvSpPr>
          <p:spPr>
            <a:xfrm>
              <a:off x="2508250" y="2240198"/>
              <a:ext cx="396656" cy="217221"/>
            </a:xfrm>
            <a:custGeom>
              <a:avLst/>
              <a:gdLst/>
              <a:ahLst/>
              <a:cxnLst/>
              <a:rect l="l" t="t" r="r" b="b"/>
              <a:pathLst>
                <a:path w="9479" h="5191" extrusionOk="0">
                  <a:moveTo>
                    <a:pt x="1" y="0"/>
                  </a:moveTo>
                  <a:lnTo>
                    <a:pt x="1" y="5190"/>
                  </a:lnTo>
                  <a:lnTo>
                    <a:pt x="9479" y="5190"/>
                  </a:lnTo>
                  <a:lnTo>
                    <a:pt x="94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584;p66">
              <a:extLst>
                <a:ext uri="{FF2B5EF4-FFF2-40B4-BE49-F238E27FC236}">
                  <a16:creationId xmlns:a16="http://schemas.microsoft.com/office/drawing/2014/main" id="{E31318D7-4590-1F4B-DD16-6F75E941A01C}"/>
                </a:ext>
              </a:extLst>
            </p:cNvPr>
            <p:cNvSpPr/>
            <p:nvPr/>
          </p:nvSpPr>
          <p:spPr>
            <a:xfrm>
              <a:off x="2508250" y="2240198"/>
              <a:ext cx="396656" cy="31552"/>
            </a:xfrm>
            <a:custGeom>
              <a:avLst/>
              <a:gdLst/>
              <a:ahLst/>
              <a:cxnLst/>
              <a:rect l="l" t="t" r="r" b="b"/>
              <a:pathLst>
                <a:path w="9479" h="754" extrusionOk="0">
                  <a:moveTo>
                    <a:pt x="1" y="0"/>
                  </a:moveTo>
                  <a:lnTo>
                    <a:pt x="1" y="754"/>
                  </a:lnTo>
                  <a:lnTo>
                    <a:pt x="9479" y="754"/>
                  </a:lnTo>
                  <a:lnTo>
                    <a:pt x="94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585;p66">
              <a:extLst>
                <a:ext uri="{FF2B5EF4-FFF2-40B4-BE49-F238E27FC236}">
                  <a16:creationId xmlns:a16="http://schemas.microsoft.com/office/drawing/2014/main" id="{200716DD-4151-680B-B828-E2909496825C}"/>
                </a:ext>
              </a:extLst>
            </p:cNvPr>
            <p:cNvSpPr/>
            <p:nvPr/>
          </p:nvSpPr>
          <p:spPr>
            <a:xfrm>
              <a:off x="2806819" y="2117297"/>
              <a:ext cx="196298" cy="196298"/>
            </a:xfrm>
            <a:custGeom>
              <a:avLst/>
              <a:gdLst/>
              <a:ahLst/>
              <a:cxnLst/>
              <a:rect l="l" t="t" r="r" b="b"/>
              <a:pathLst>
                <a:path w="4691" h="4691" extrusionOk="0">
                  <a:moveTo>
                    <a:pt x="2344" y="0"/>
                  </a:moveTo>
                  <a:cubicBezTo>
                    <a:pt x="1051" y="0"/>
                    <a:pt x="1" y="1051"/>
                    <a:pt x="1" y="2347"/>
                  </a:cubicBezTo>
                  <a:cubicBezTo>
                    <a:pt x="1" y="3640"/>
                    <a:pt x="1051" y="4690"/>
                    <a:pt x="2344" y="4690"/>
                  </a:cubicBezTo>
                  <a:cubicBezTo>
                    <a:pt x="3640" y="4690"/>
                    <a:pt x="4691" y="3640"/>
                    <a:pt x="4691" y="2347"/>
                  </a:cubicBezTo>
                  <a:cubicBezTo>
                    <a:pt x="4691" y="1051"/>
                    <a:pt x="3640" y="0"/>
                    <a:pt x="2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586;p66">
              <a:extLst>
                <a:ext uri="{FF2B5EF4-FFF2-40B4-BE49-F238E27FC236}">
                  <a16:creationId xmlns:a16="http://schemas.microsoft.com/office/drawing/2014/main" id="{B0693E11-D5BF-EC23-E9ED-631ECC3F0479}"/>
                </a:ext>
              </a:extLst>
            </p:cNvPr>
            <p:cNvSpPr/>
            <p:nvPr/>
          </p:nvSpPr>
          <p:spPr>
            <a:xfrm>
              <a:off x="2848037" y="2158054"/>
              <a:ext cx="113862" cy="113402"/>
            </a:xfrm>
            <a:custGeom>
              <a:avLst/>
              <a:gdLst/>
              <a:ahLst/>
              <a:cxnLst/>
              <a:rect l="l" t="t" r="r" b="b"/>
              <a:pathLst>
                <a:path w="2721" h="2710" extrusionOk="0">
                  <a:moveTo>
                    <a:pt x="1359" y="0"/>
                  </a:moveTo>
                  <a:cubicBezTo>
                    <a:pt x="606" y="0"/>
                    <a:pt x="1" y="620"/>
                    <a:pt x="15" y="1373"/>
                  </a:cubicBezTo>
                  <a:lnTo>
                    <a:pt x="15" y="1398"/>
                  </a:lnTo>
                  <a:cubicBezTo>
                    <a:pt x="33" y="2129"/>
                    <a:pt x="631" y="2710"/>
                    <a:pt x="1360" y="2710"/>
                  </a:cubicBezTo>
                  <a:cubicBezTo>
                    <a:pt x="1364" y="2710"/>
                    <a:pt x="1369" y="2710"/>
                    <a:pt x="1373" y="2710"/>
                  </a:cubicBezTo>
                  <a:cubicBezTo>
                    <a:pt x="2109" y="2702"/>
                    <a:pt x="2703" y="2108"/>
                    <a:pt x="2706" y="1373"/>
                  </a:cubicBezTo>
                  <a:cubicBezTo>
                    <a:pt x="2721" y="620"/>
                    <a:pt x="2112" y="0"/>
                    <a:pt x="13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587;p66">
              <a:extLst>
                <a:ext uri="{FF2B5EF4-FFF2-40B4-BE49-F238E27FC236}">
                  <a16:creationId xmlns:a16="http://schemas.microsoft.com/office/drawing/2014/main" id="{B59E2389-835B-9B70-5256-8C7DFC31E8FA}"/>
                </a:ext>
              </a:extLst>
            </p:cNvPr>
            <p:cNvSpPr/>
            <p:nvPr/>
          </p:nvSpPr>
          <p:spPr>
            <a:xfrm>
              <a:off x="2893984" y="2160942"/>
              <a:ext cx="67330" cy="110933"/>
            </a:xfrm>
            <a:custGeom>
              <a:avLst/>
              <a:gdLst/>
              <a:ahLst/>
              <a:cxnLst/>
              <a:rect l="l" t="t" r="r" b="b"/>
              <a:pathLst>
                <a:path w="1609" h="2651" extrusionOk="0">
                  <a:moveTo>
                    <a:pt x="601" y="0"/>
                  </a:moveTo>
                  <a:cubicBezTo>
                    <a:pt x="344" y="203"/>
                    <a:pt x="109" y="464"/>
                    <a:pt x="261" y="678"/>
                  </a:cubicBezTo>
                  <a:cubicBezTo>
                    <a:pt x="554" y="1083"/>
                    <a:pt x="1127" y="779"/>
                    <a:pt x="1145" y="1322"/>
                  </a:cubicBezTo>
                  <a:cubicBezTo>
                    <a:pt x="1159" y="1829"/>
                    <a:pt x="0" y="1985"/>
                    <a:pt x="4" y="2626"/>
                  </a:cubicBezTo>
                  <a:cubicBezTo>
                    <a:pt x="90" y="2643"/>
                    <a:pt x="176" y="2651"/>
                    <a:pt x="261" y="2651"/>
                  </a:cubicBezTo>
                  <a:cubicBezTo>
                    <a:pt x="989" y="2651"/>
                    <a:pt x="1608" y="2060"/>
                    <a:pt x="1608" y="1304"/>
                  </a:cubicBezTo>
                  <a:cubicBezTo>
                    <a:pt x="1608" y="688"/>
                    <a:pt x="1195" y="156"/>
                    <a:pt x="6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588;p66">
              <a:extLst>
                <a:ext uri="{FF2B5EF4-FFF2-40B4-BE49-F238E27FC236}">
                  <a16:creationId xmlns:a16="http://schemas.microsoft.com/office/drawing/2014/main" id="{4110241A-BBAB-3F74-FDD8-701A6CE0E908}"/>
                </a:ext>
              </a:extLst>
            </p:cNvPr>
            <p:cNvSpPr/>
            <p:nvPr/>
          </p:nvSpPr>
          <p:spPr>
            <a:xfrm>
              <a:off x="2848665" y="2198812"/>
              <a:ext cx="46700" cy="50801"/>
            </a:xfrm>
            <a:custGeom>
              <a:avLst/>
              <a:gdLst/>
              <a:ahLst/>
              <a:cxnLst/>
              <a:rect l="l" t="t" r="r" b="b"/>
              <a:pathLst>
                <a:path w="1116" h="1214" extrusionOk="0">
                  <a:moveTo>
                    <a:pt x="58" y="1"/>
                  </a:moveTo>
                  <a:cubicBezTo>
                    <a:pt x="18" y="127"/>
                    <a:pt x="0" y="261"/>
                    <a:pt x="0" y="399"/>
                  </a:cubicBezTo>
                  <a:lnTo>
                    <a:pt x="0" y="424"/>
                  </a:lnTo>
                  <a:cubicBezTo>
                    <a:pt x="4" y="711"/>
                    <a:pt x="102" y="986"/>
                    <a:pt x="276" y="1214"/>
                  </a:cubicBezTo>
                  <a:cubicBezTo>
                    <a:pt x="1116" y="834"/>
                    <a:pt x="967" y="453"/>
                    <a:pt x="384" y="222"/>
                  </a:cubicBezTo>
                  <a:cubicBezTo>
                    <a:pt x="261" y="171"/>
                    <a:pt x="149" y="99"/>
                    <a:pt x="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589;p66">
              <a:extLst>
                <a:ext uri="{FF2B5EF4-FFF2-40B4-BE49-F238E27FC236}">
                  <a16:creationId xmlns:a16="http://schemas.microsoft.com/office/drawing/2014/main" id="{C7FD2118-3136-77D4-02CD-FFBDB0761C16}"/>
                </a:ext>
              </a:extLst>
            </p:cNvPr>
            <p:cNvSpPr/>
            <p:nvPr/>
          </p:nvSpPr>
          <p:spPr>
            <a:xfrm>
              <a:off x="2551142" y="2305979"/>
              <a:ext cx="42055" cy="42181"/>
            </a:xfrm>
            <a:custGeom>
              <a:avLst/>
              <a:gdLst/>
              <a:ahLst/>
              <a:cxnLst/>
              <a:rect l="l" t="t" r="r" b="b"/>
              <a:pathLst>
                <a:path w="1005" h="1008" extrusionOk="0">
                  <a:moveTo>
                    <a:pt x="1" y="0"/>
                  </a:moveTo>
                  <a:lnTo>
                    <a:pt x="1" y="1007"/>
                  </a:lnTo>
                  <a:lnTo>
                    <a:pt x="1004" y="1007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590;p66">
              <a:extLst>
                <a:ext uri="{FF2B5EF4-FFF2-40B4-BE49-F238E27FC236}">
                  <a16:creationId xmlns:a16="http://schemas.microsoft.com/office/drawing/2014/main" id="{6CDD6E33-DDFE-16D4-0F4C-852AEA8AF8FC}"/>
                </a:ext>
              </a:extLst>
            </p:cNvPr>
            <p:cNvSpPr/>
            <p:nvPr/>
          </p:nvSpPr>
          <p:spPr>
            <a:xfrm>
              <a:off x="2551142" y="2376154"/>
              <a:ext cx="42055" cy="42013"/>
            </a:xfrm>
            <a:custGeom>
              <a:avLst/>
              <a:gdLst/>
              <a:ahLst/>
              <a:cxnLst/>
              <a:rect l="l" t="t" r="r" b="b"/>
              <a:pathLst>
                <a:path w="1005" h="1004" extrusionOk="0">
                  <a:moveTo>
                    <a:pt x="1" y="0"/>
                  </a:moveTo>
                  <a:lnTo>
                    <a:pt x="1" y="1003"/>
                  </a:lnTo>
                  <a:lnTo>
                    <a:pt x="1004" y="1003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591;p66">
              <a:extLst>
                <a:ext uri="{FF2B5EF4-FFF2-40B4-BE49-F238E27FC236}">
                  <a16:creationId xmlns:a16="http://schemas.microsoft.com/office/drawing/2014/main" id="{E96BC82B-9CDA-44F5-0BD1-A32C52F8E6A3}"/>
                </a:ext>
              </a:extLst>
            </p:cNvPr>
            <p:cNvSpPr/>
            <p:nvPr/>
          </p:nvSpPr>
          <p:spPr>
            <a:xfrm>
              <a:off x="2674670" y="2471772"/>
              <a:ext cx="63857" cy="16864"/>
            </a:xfrm>
            <a:custGeom>
              <a:avLst/>
              <a:gdLst/>
              <a:ahLst/>
              <a:cxnLst/>
              <a:rect l="l" t="t" r="r" b="b"/>
              <a:pathLst>
                <a:path w="1526" h="403" extrusionOk="0">
                  <a:moveTo>
                    <a:pt x="269" y="0"/>
                  </a:moveTo>
                  <a:cubicBezTo>
                    <a:pt x="1" y="0"/>
                    <a:pt x="1" y="402"/>
                    <a:pt x="269" y="402"/>
                  </a:cubicBezTo>
                  <a:lnTo>
                    <a:pt x="1261" y="402"/>
                  </a:lnTo>
                  <a:cubicBezTo>
                    <a:pt x="1525" y="402"/>
                    <a:pt x="1525" y="0"/>
                    <a:pt x="12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592;p66">
              <a:extLst>
                <a:ext uri="{FF2B5EF4-FFF2-40B4-BE49-F238E27FC236}">
                  <a16:creationId xmlns:a16="http://schemas.microsoft.com/office/drawing/2014/main" id="{E0834B74-AA7A-1787-E132-3F5C3CC87F04}"/>
                </a:ext>
              </a:extLst>
            </p:cNvPr>
            <p:cNvSpPr/>
            <p:nvPr/>
          </p:nvSpPr>
          <p:spPr>
            <a:xfrm>
              <a:off x="2439455" y="2109764"/>
              <a:ext cx="571990" cy="474196"/>
            </a:xfrm>
            <a:custGeom>
              <a:avLst/>
              <a:gdLst/>
              <a:ahLst/>
              <a:cxnLst/>
              <a:rect l="l" t="t" r="r" b="b"/>
              <a:pathLst>
                <a:path w="13669" h="11332" extrusionOk="0">
                  <a:moveTo>
                    <a:pt x="8704" y="3320"/>
                  </a:moveTo>
                  <a:cubicBezTo>
                    <a:pt x="8743" y="3440"/>
                    <a:pt x="8794" y="3559"/>
                    <a:pt x="8848" y="3672"/>
                  </a:cubicBezTo>
                  <a:lnTo>
                    <a:pt x="1844" y="3672"/>
                  </a:lnTo>
                  <a:lnTo>
                    <a:pt x="1844" y="3320"/>
                  </a:lnTo>
                  <a:close/>
                  <a:moveTo>
                    <a:pt x="9931" y="4892"/>
                  </a:moveTo>
                  <a:lnTo>
                    <a:pt x="9931" y="7170"/>
                  </a:lnTo>
                  <a:lnTo>
                    <a:pt x="7653" y="7170"/>
                  </a:lnTo>
                  <a:lnTo>
                    <a:pt x="7653" y="4892"/>
                  </a:lnTo>
                  <a:close/>
                  <a:moveTo>
                    <a:pt x="7603" y="10089"/>
                  </a:moveTo>
                  <a:lnTo>
                    <a:pt x="7733" y="10187"/>
                  </a:lnTo>
                  <a:lnTo>
                    <a:pt x="5038" y="10187"/>
                  </a:lnTo>
                  <a:lnTo>
                    <a:pt x="5165" y="10089"/>
                  </a:lnTo>
                  <a:close/>
                  <a:moveTo>
                    <a:pt x="11721" y="9589"/>
                  </a:moveTo>
                  <a:lnTo>
                    <a:pt x="12166" y="10187"/>
                  </a:lnTo>
                  <a:lnTo>
                    <a:pt x="8389" y="10187"/>
                  </a:lnTo>
                  <a:lnTo>
                    <a:pt x="7795" y="9731"/>
                  </a:lnTo>
                  <a:cubicBezTo>
                    <a:pt x="7762" y="9702"/>
                    <a:pt x="7719" y="9687"/>
                    <a:pt x="7671" y="9687"/>
                  </a:cubicBezTo>
                  <a:lnTo>
                    <a:pt x="5100" y="9687"/>
                  </a:lnTo>
                  <a:cubicBezTo>
                    <a:pt x="5053" y="9687"/>
                    <a:pt x="5009" y="9702"/>
                    <a:pt x="4977" y="9731"/>
                  </a:cubicBezTo>
                  <a:lnTo>
                    <a:pt x="4387" y="10187"/>
                  </a:lnTo>
                  <a:lnTo>
                    <a:pt x="602" y="10187"/>
                  </a:lnTo>
                  <a:lnTo>
                    <a:pt x="1047" y="9589"/>
                  </a:lnTo>
                  <a:close/>
                  <a:moveTo>
                    <a:pt x="11412" y="0"/>
                  </a:moveTo>
                  <a:cubicBezTo>
                    <a:pt x="11177" y="0"/>
                    <a:pt x="11142" y="366"/>
                    <a:pt x="11395" y="398"/>
                  </a:cubicBezTo>
                  <a:cubicBezTo>
                    <a:pt x="12517" y="542"/>
                    <a:pt x="13332" y="1535"/>
                    <a:pt x="13263" y="2661"/>
                  </a:cubicBezTo>
                  <a:cubicBezTo>
                    <a:pt x="13191" y="3791"/>
                    <a:pt x="12257" y="4668"/>
                    <a:pt x="11123" y="4671"/>
                  </a:cubicBezTo>
                  <a:lnTo>
                    <a:pt x="11119" y="4671"/>
                  </a:lnTo>
                  <a:cubicBezTo>
                    <a:pt x="10026" y="4671"/>
                    <a:pt x="9106" y="3842"/>
                    <a:pt x="8990" y="2752"/>
                  </a:cubicBezTo>
                  <a:cubicBezTo>
                    <a:pt x="8874" y="1662"/>
                    <a:pt x="9602" y="658"/>
                    <a:pt x="10674" y="430"/>
                  </a:cubicBezTo>
                  <a:cubicBezTo>
                    <a:pt x="10917" y="376"/>
                    <a:pt x="10861" y="33"/>
                    <a:pt x="10642" y="33"/>
                  </a:cubicBezTo>
                  <a:cubicBezTo>
                    <a:pt x="10625" y="33"/>
                    <a:pt x="10608" y="35"/>
                    <a:pt x="10591" y="39"/>
                  </a:cubicBezTo>
                  <a:cubicBezTo>
                    <a:pt x="9537" y="264"/>
                    <a:pt x="8740" y="1126"/>
                    <a:pt x="8599" y="2190"/>
                  </a:cubicBezTo>
                  <a:lnTo>
                    <a:pt x="6581" y="2190"/>
                  </a:lnTo>
                  <a:cubicBezTo>
                    <a:pt x="6313" y="2190"/>
                    <a:pt x="6313" y="2592"/>
                    <a:pt x="6581" y="2592"/>
                  </a:cubicBezTo>
                  <a:lnTo>
                    <a:pt x="8580" y="2592"/>
                  </a:lnTo>
                  <a:cubicBezTo>
                    <a:pt x="8584" y="2701"/>
                    <a:pt x="8591" y="2810"/>
                    <a:pt x="8609" y="2918"/>
                  </a:cubicBezTo>
                  <a:lnTo>
                    <a:pt x="1645" y="2918"/>
                  </a:lnTo>
                  <a:cubicBezTo>
                    <a:pt x="1533" y="2918"/>
                    <a:pt x="1446" y="3009"/>
                    <a:pt x="1446" y="3117"/>
                  </a:cubicBezTo>
                  <a:lnTo>
                    <a:pt x="1446" y="8307"/>
                  </a:lnTo>
                  <a:cubicBezTo>
                    <a:pt x="1446" y="8416"/>
                    <a:pt x="1533" y="8507"/>
                    <a:pt x="1645" y="8507"/>
                  </a:cubicBezTo>
                  <a:lnTo>
                    <a:pt x="8667" y="8507"/>
                  </a:lnTo>
                  <a:cubicBezTo>
                    <a:pt x="8935" y="8507"/>
                    <a:pt x="8935" y="8105"/>
                    <a:pt x="8667" y="8105"/>
                  </a:cubicBezTo>
                  <a:lnTo>
                    <a:pt x="1844" y="8105"/>
                  </a:lnTo>
                  <a:lnTo>
                    <a:pt x="1844" y="4074"/>
                  </a:lnTo>
                  <a:lnTo>
                    <a:pt x="9106" y="4074"/>
                  </a:lnTo>
                  <a:cubicBezTo>
                    <a:pt x="9222" y="4226"/>
                    <a:pt x="9359" y="4367"/>
                    <a:pt x="9508" y="4490"/>
                  </a:cubicBezTo>
                  <a:lnTo>
                    <a:pt x="7454" y="4490"/>
                  </a:lnTo>
                  <a:cubicBezTo>
                    <a:pt x="7342" y="4490"/>
                    <a:pt x="7255" y="4581"/>
                    <a:pt x="7255" y="4689"/>
                  </a:cubicBezTo>
                  <a:lnTo>
                    <a:pt x="7255" y="7369"/>
                  </a:lnTo>
                  <a:cubicBezTo>
                    <a:pt x="7255" y="7478"/>
                    <a:pt x="7342" y="7569"/>
                    <a:pt x="7454" y="7569"/>
                  </a:cubicBezTo>
                  <a:lnTo>
                    <a:pt x="10134" y="7569"/>
                  </a:lnTo>
                  <a:cubicBezTo>
                    <a:pt x="10243" y="7569"/>
                    <a:pt x="10333" y="7478"/>
                    <a:pt x="10333" y="7369"/>
                  </a:cubicBezTo>
                  <a:lnTo>
                    <a:pt x="10333" y="4946"/>
                  </a:lnTo>
                  <a:cubicBezTo>
                    <a:pt x="10525" y="5008"/>
                    <a:pt x="10721" y="5048"/>
                    <a:pt x="10924" y="5062"/>
                  </a:cubicBezTo>
                  <a:lnTo>
                    <a:pt x="10924" y="8105"/>
                  </a:lnTo>
                  <a:lnTo>
                    <a:pt x="9652" y="8105"/>
                  </a:lnTo>
                  <a:cubicBezTo>
                    <a:pt x="9384" y="8105"/>
                    <a:pt x="9384" y="8507"/>
                    <a:pt x="9652" y="8507"/>
                  </a:cubicBezTo>
                  <a:lnTo>
                    <a:pt x="11123" y="8507"/>
                  </a:lnTo>
                  <a:cubicBezTo>
                    <a:pt x="11235" y="8507"/>
                    <a:pt x="11326" y="8416"/>
                    <a:pt x="11326" y="8307"/>
                  </a:cubicBezTo>
                  <a:lnTo>
                    <a:pt x="11326" y="5062"/>
                  </a:lnTo>
                  <a:cubicBezTo>
                    <a:pt x="11424" y="5055"/>
                    <a:pt x="11521" y="5041"/>
                    <a:pt x="11619" y="5022"/>
                  </a:cubicBezTo>
                  <a:lnTo>
                    <a:pt x="11619" y="9187"/>
                  </a:lnTo>
                  <a:lnTo>
                    <a:pt x="1152" y="9187"/>
                  </a:lnTo>
                  <a:lnTo>
                    <a:pt x="1152" y="2592"/>
                  </a:lnTo>
                  <a:lnTo>
                    <a:pt x="5792" y="2592"/>
                  </a:lnTo>
                  <a:cubicBezTo>
                    <a:pt x="6060" y="2592"/>
                    <a:pt x="6060" y="2190"/>
                    <a:pt x="5792" y="2190"/>
                  </a:cubicBezTo>
                  <a:lnTo>
                    <a:pt x="950" y="2190"/>
                  </a:lnTo>
                  <a:cubicBezTo>
                    <a:pt x="841" y="2190"/>
                    <a:pt x="750" y="2281"/>
                    <a:pt x="750" y="2389"/>
                  </a:cubicBezTo>
                  <a:lnTo>
                    <a:pt x="750" y="9321"/>
                  </a:lnTo>
                  <a:lnTo>
                    <a:pt x="40" y="10267"/>
                  </a:lnTo>
                  <a:cubicBezTo>
                    <a:pt x="15" y="10303"/>
                    <a:pt x="4" y="10346"/>
                    <a:pt x="1" y="10390"/>
                  </a:cubicBezTo>
                  <a:lnTo>
                    <a:pt x="1" y="11132"/>
                  </a:lnTo>
                  <a:cubicBezTo>
                    <a:pt x="1" y="11245"/>
                    <a:pt x="91" y="11331"/>
                    <a:pt x="203" y="11331"/>
                  </a:cubicBezTo>
                  <a:lnTo>
                    <a:pt x="9479" y="11331"/>
                  </a:lnTo>
                  <a:cubicBezTo>
                    <a:pt x="9747" y="11331"/>
                    <a:pt x="9747" y="10933"/>
                    <a:pt x="9479" y="10933"/>
                  </a:cubicBezTo>
                  <a:lnTo>
                    <a:pt x="403" y="10933"/>
                  </a:lnTo>
                  <a:lnTo>
                    <a:pt x="403" y="10589"/>
                  </a:lnTo>
                  <a:lnTo>
                    <a:pt x="12369" y="10589"/>
                  </a:lnTo>
                  <a:lnTo>
                    <a:pt x="12369" y="10933"/>
                  </a:lnTo>
                  <a:lnTo>
                    <a:pt x="10265" y="10933"/>
                  </a:lnTo>
                  <a:cubicBezTo>
                    <a:pt x="9997" y="10933"/>
                    <a:pt x="9997" y="11331"/>
                    <a:pt x="10265" y="11331"/>
                  </a:cubicBezTo>
                  <a:lnTo>
                    <a:pt x="12568" y="11331"/>
                  </a:lnTo>
                  <a:cubicBezTo>
                    <a:pt x="12677" y="11331"/>
                    <a:pt x="12767" y="11245"/>
                    <a:pt x="12767" y="11132"/>
                  </a:cubicBezTo>
                  <a:lnTo>
                    <a:pt x="12767" y="10390"/>
                  </a:lnTo>
                  <a:cubicBezTo>
                    <a:pt x="12767" y="10346"/>
                    <a:pt x="12753" y="10303"/>
                    <a:pt x="12727" y="10267"/>
                  </a:cubicBezTo>
                  <a:lnTo>
                    <a:pt x="12021" y="9321"/>
                  </a:lnTo>
                  <a:lnTo>
                    <a:pt x="12021" y="4910"/>
                  </a:lnTo>
                  <a:cubicBezTo>
                    <a:pt x="13010" y="4534"/>
                    <a:pt x="13669" y="3585"/>
                    <a:pt x="13669" y="2527"/>
                  </a:cubicBezTo>
                  <a:cubicBezTo>
                    <a:pt x="13669" y="1245"/>
                    <a:pt x="12716" y="166"/>
                    <a:pt x="11445" y="3"/>
                  </a:cubicBezTo>
                  <a:cubicBezTo>
                    <a:pt x="11434" y="1"/>
                    <a:pt x="11423" y="0"/>
                    <a:pt x="114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593;p66">
              <a:extLst>
                <a:ext uri="{FF2B5EF4-FFF2-40B4-BE49-F238E27FC236}">
                  <a16:creationId xmlns:a16="http://schemas.microsoft.com/office/drawing/2014/main" id="{51D54C8D-A793-AD97-BC02-CAED8681A9EE}"/>
                </a:ext>
              </a:extLst>
            </p:cNvPr>
            <p:cNvSpPr/>
            <p:nvPr/>
          </p:nvSpPr>
          <p:spPr>
            <a:xfrm>
              <a:off x="2542689" y="2297652"/>
              <a:ext cx="58961" cy="58835"/>
            </a:xfrm>
            <a:custGeom>
              <a:avLst/>
              <a:gdLst/>
              <a:ahLst/>
              <a:cxnLst/>
              <a:rect l="l" t="t" r="r" b="b"/>
              <a:pathLst>
                <a:path w="1409" h="1406" extrusionOk="0">
                  <a:moveTo>
                    <a:pt x="1007" y="402"/>
                  </a:moveTo>
                  <a:lnTo>
                    <a:pt x="1007" y="1007"/>
                  </a:lnTo>
                  <a:lnTo>
                    <a:pt x="402" y="1007"/>
                  </a:lnTo>
                  <a:lnTo>
                    <a:pt x="402" y="402"/>
                  </a:lnTo>
                  <a:close/>
                  <a:moveTo>
                    <a:pt x="203" y="0"/>
                  </a:moveTo>
                  <a:cubicBezTo>
                    <a:pt x="91" y="0"/>
                    <a:pt x="0" y="91"/>
                    <a:pt x="0" y="199"/>
                  </a:cubicBezTo>
                  <a:lnTo>
                    <a:pt x="0" y="1206"/>
                  </a:lnTo>
                  <a:cubicBezTo>
                    <a:pt x="0" y="1315"/>
                    <a:pt x="91" y="1405"/>
                    <a:pt x="203" y="1405"/>
                  </a:cubicBezTo>
                  <a:lnTo>
                    <a:pt x="1206" y="1405"/>
                  </a:lnTo>
                  <a:cubicBezTo>
                    <a:pt x="1318" y="1405"/>
                    <a:pt x="1409" y="1315"/>
                    <a:pt x="1409" y="1206"/>
                  </a:cubicBezTo>
                  <a:lnTo>
                    <a:pt x="1409" y="199"/>
                  </a:lnTo>
                  <a:cubicBezTo>
                    <a:pt x="1409" y="91"/>
                    <a:pt x="1318" y="0"/>
                    <a:pt x="12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594;p66">
              <a:extLst>
                <a:ext uri="{FF2B5EF4-FFF2-40B4-BE49-F238E27FC236}">
                  <a16:creationId xmlns:a16="http://schemas.microsoft.com/office/drawing/2014/main" id="{DF8A86E2-A00C-C4CF-4283-8D30F0F1E3E2}"/>
                </a:ext>
              </a:extLst>
            </p:cNvPr>
            <p:cNvSpPr/>
            <p:nvPr/>
          </p:nvSpPr>
          <p:spPr>
            <a:xfrm>
              <a:off x="2608428" y="2297652"/>
              <a:ext cx="121604" cy="16864"/>
            </a:xfrm>
            <a:custGeom>
              <a:avLst/>
              <a:gdLst/>
              <a:ahLst/>
              <a:cxnLst/>
              <a:rect l="l" t="t" r="r" b="b"/>
              <a:pathLst>
                <a:path w="2906" h="403" extrusionOk="0">
                  <a:moveTo>
                    <a:pt x="269" y="0"/>
                  </a:moveTo>
                  <a:cubicBezTo>
                    <a:pt x="1" y="0"/>
                    <a:pt x="1" y="402"/>
                    <a:pt x="269" y="402"/>
                  </a:cubicBezTo>
                  <a:lnTo>
                    <a:pt x="2637" y="402"/>
                  </a:lnTo>
                  <a:cubicBezTo>
                    <a:pt x="2905" y="402"/>
                    <a:pt x="2905" y="0"/>
                    <a:pt x="2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595;p66">
              <a:extLst>
                <a:ext uri="{FF2B5EF4-FFF2-40B4-BE49-F238E27FC236}">
                  <a16:creationId xmlns:a16="http://schemas.microsoft.com/office/drawing/2014/main" id="{B97606E5-9BD9-6C56-C971-2719FA71D72C}"/>
                </a:ext>
              </a:extLst>
            </p:cNvPr>
            <p:cNvSpPr/>
            <p:nvPr/>
          </p:nvSpPr>
          <p:spPr>
            <a:xfrm>
              <a:off x="2608428" y="2318700"/>
              <a:ext cx="121604" cy="16696"/>
            </a:xfrm>
            <a:custGeom>
              <a:avLst/>
              <a:gdLst/>
              <a:ahLst/>
              <a:cxnLst/>
              <a:rect l="l" t="t" r="r" b="b"/>
              <a:pathLst>
                <a:path w="2906" h="399" extrusionOk="0">
                  <a:moveTo>
                    <a:pt x="269" y="0"/>
                  </a:moveTo>
                  <a:cubicBezTo>
                    <a:pt x="1" y="0"/>
                    <a:pt x="1" y="399"/>
                    <a:pt x="269" y="399"/>
                  </a:cubicBezTo>
                  <a:lnTo>
                    <a:pt x="2637" y="399"/>
                  </a:lnTo>
                  <a:cubicBezTo>
                    <a:pt x="2905" y="399"/>
                    <a:pt x="2905" y="0"/>
                    <a:pt x="2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596;p66">
              <a:extLst>
                <a:ext uri="{FF2B5EF4-FFF2-40B4-BE49-F238E27FC236}">
                  <a16:creationId xmlns:a16="http://schemas.microsoft.com/office/drawing/2014/main" id="{1F3BDDEE-BAD5-33D5-E433-68C85A1C32A9}"/>
                </a:ext>
              </a:extLst>
            </p:cNvPr>
            <p:cNvSpPr/>
            <p:nvPr/>
          </p:nvSpPr>
          <p:spPr>
            <a:xfrm>
              <a:off x="2608428" y="2339749"/>
              <a:ext cx="121604" cy="16738"/>
            </a:xfrm>
            <a:custGeom>
              <a:avLst/>
              <a:gdLst/>
              <a:ahLst/>
              <a:cxnLst/>
              <a:rect l="l" t="t" r="r" b="b"/>
              <a:pathLst>
                <a:path w="2906" h="400" extrusionOk="0">
                  <a:moveTo>
                    <a:pt x="265" y="1"/>
                  </a:moveTo>
                  <a:cubicBezTo>
                    <a:pt x="1" y="1"/>
                    <a:pt x="2" y="399"/>
                    <a:pt x="269" y="399"/>
                  </a:cubicBezTo>
                  <a:lnTo>
                    <a:pt x="2637" y="399"/>
                  </a:lnTo>
                  <a:cubicBezTo>
                    <a:pt x="2905" y="399"/>
                    <a:pt x="2905" y="1"/>
                    <a:pt x="2637" y="1"/>
                  </a:cubicBezTo>
                  <a:lnTo>
                    <a:pt x="269" y="1"/>
                  </a:lnTo>
                  <a:cubicBezTo>
                    <a:pt x="268" y="1"/>
                    <a:pt x="266" y="1"/>
                    <a:pt x="2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597;p66">
              <a:extLst>
                <a:ext uri="{FF2B5EF4-FFF2-40B4-BE49-F238E27FC236}">
                  <a16:creationId xmlns:a16="http://schemas.microsoft.com/office/drawing/2014/main" id="{E14FE1E5-65B7-1E2F-7E88-13335BC62549}"/>
                </a:ext>
              </a:extLst>
            </p:cNvPr>
            <p:cNvSpPr/>
            <p:nvPr/>
          </p:nvSpPr>
          <p:spPr>
            <a:xfrm>
              <a:off x="2542689" y="2367660"/>
              <a:ext cx="58835" cy="58835"/>
            </a:xfrm>
            <a:custGeom>
              <a:avLst/>
              <a:gdLst/>
              <a:ahLst/>
              <a:cxnLst/>
              <a:rect l="l" t="t" r="r" b="b"/>
              <a:pathLst>
                <a:path w="1406" h="1406" extrusionOk="0">
                  <a:moveTo>
                    <a:pt x="1007" y="402"/>
                  </a:moveTo>
                  <a:lnTo>
                    <a:pt x="1007" y="1007"/>
                  </a:lnTo>
                  <a:lnTo>
                    <a:pt x="402" y="1007"/>
                  </a:lnTo>
                  <a:lnTo>
                    <a:pt x="402" y="402"/>
                  </a:lnTo>
                  <a:close/>
                  <a:moveTo>
                    <a:pt x="203" y="0"/>
                  </a:moveTo>
                  <a:cubicBezTo>
                    <a:pt x="91" y="0"/>
                    <a:pt x="0" y="91"/>
                    <a:pt x="0" y="203"/>
                  </a:cubicBezTo>
                  <a:lnTo>
                    <a:pt x="0" y="1206"/>
                  </a:lnTo>
                  <a:cubicBezTo>
                    <a:pt x="0" y="1319"/>
                    <a:pt x="91" y="1406"/>
                    <a:pt x="203" y="1406"/>
                  </a:cubicBezTo>
                  <a:lnTo>
                    <a:pt x="1206" y="1406"/>
                  </a:lnTo>
                  <a:cubicBezTo>
                    <a:pt x="1318" y="1406"/>
                    <a:pt x="1405" y="1319"/>
                    <a:pt x="1405" y="1206"/>
                  </a:cubicBezTo>
                  <a:lnTo>
                    <a:pt x="1405" y="203"/>
                  </a:lnTo>
                  <a:cubicBezTo>
                    <a:pt x="1405" y="91"/>
                    <a:pt x="1318" y="0"/>
                    <a:pt x="12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598;p66">
              <a:extLst>
                <a:ext uri="{FF2B5EF4-FFF2-40B4-BE49-F238E27FC236}">
                  <a16:creationId xmlns:a16="http://schemas.microsoft.com/office/drawing/2014/main" id="{FF3CCBB8-109C-D8E6-055A-2A5774E87F76}"/>
                </a:ext>
              </a:extLst>
            </p:cNvPr>
            <p:cNvSpPr/>
            <p:nvPr/>
          </p:nvSpPr>
          <p:spPr>
            <a:xfrm>
              <a:off x="2608428" y="2367660"/>
              <a:ext cx="121604" cy="16864"/>
            </a:xfrm>
            <a:custGeom>
              <a:avLst/>
              <a:gdLst/>
              <a:ahLst/>
              <a:cxnLst/>
              <a:rect l="l" t="t" r="r" b="b"/>
              <a:pathLst>
                <a:path w="2906" h="403" extrusionOk="0">
                  <a:moveTo>
                    <a:pt x="269" y="0"/>
                  </a:moveTo>
                  <a:cubicBezTo>
                    <a:pt x="1" y="0"/>
                    <a:pt x="1" y="402"/>
                    <a:pt x="269" y="402"/>
                  </a:cubicBezTo>
                  <a:lnTo>
                    <a:pt x="2637" y="402"/>
                  </a:lnTo>
                  <a:cubicBezTo>
                    <a:pt x="2905" y="402"/>
                    <a:pt x="2905" y="0"/>
                    <a:pt x="2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599;p66">
              <a:extLst>
                <a:ext uri="{FF2B5EF4-FFF2-40B4-BE49-F238E27FC236}">
                  <a16:creationId xmlns:a16="http://schemas.microsoft.com/office/drawing/2014/main" id="{F8C125BB-FE09-620A-21C2-EEE6E2F5E479}"/>
                </a:ext>
              </a:extLst>
            </p:cNvPr>
            <p:cNvSpPr/>
            <p:nvPr/>
          </p:nvSpPr>
          <p:spPr>
            <a:xfrm>
              <a:off x="2608428" y="2388708"/>
              <a:ext cx="121604" cy="16864"/>
            </a:xfrm>
            <a:custGeom>
              <a:avLst/>
              <a:gdLst/>
              <a:ahLst/>
              <a:cxnLst/>
              <a:rect l="l" t="t" r="r" b="b"/>
              <a:pathLst>
                <a:path w="2906" h="403" extrusionOk="0">
                  <a:moveTo>
                    <a:pt x="269" y="1"/>
                  </a:moveTo>
                  <a:cubicBezTo>
                    <a:pt x="1" y="1"/>
                    <a:pt x="1" y="403"/>
                    <a:pt x="269" y="403"/>
                  </a:cubicBezTo>
                  <a:lnTo>
                    <a:pt x="2637" y="403"/>
                  </a:lnTo>
                  <a:cubicBezTo>
                    <a:pt x="2905" y="403"/>
                    <a:pt x="2905" y="1"/>
                    <a:pt x="26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600;p66">
              <a:extLst>
                <a:ext uri="{FF2B5EF4-FFF2-40B4-BE49-F238E27FC236}">
                  <a16:creationId xmlns:a16="http://schemas.microsoft.com/office/drawing/2014/main" id="{AB2BD258-D5DB-7A9D-AF3A-374B199B647E}"/>
                </a:ext>
              </a:extLst>
            </p:cNvPr>
            <p:cNvSpPr/>
            <p:nvPr/>
          </p:nvSpPr>
          <p:spPr>
            <a:xfrm>
              <a:off x="2608428" y="2409798"/>
              <a:ext cx="121604" cy="16696"/>
            </a:xfrm>
            <a:custGeom>
              <a:avLst/>
              <a:gdLst/>
              <a:ahLst/>
              <a:cxnLst/>
              <a:rect l="l" t="t" r="r" b="b"/>
              <a:pathLst>
                <a:path w="2906" h="399" extrusionOk="0">
                  <a:moveTo>
                    <a:pt x="269" y="0"/>
                  </a:moveTo>
                  <a:cubicBezTo>
                    <a:pt x="1" y="0"/>
                    <a:pt x="1" y="399"/>
                    <a:pt x="269" y="399"/>
                  </a:cubicBezTo>
                  <a:lnTo>
                    <a:pt x="2637" y="399"/>
                  </a:lnTo>
                  <a:cubicBezTo>
                    <a:pt x="2905" y="399"/>
                    <a:pt x="2905" y="0"/>
                    <a:pt x="26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601;p66">
              <a:extLst>
                <a:ext uri="{FF2B5EF4-FFF2-40B4-BE49-F238E27FC236}">
                  <a16:creationId xmlns:a16="http://schemas.microsoft.com/office/drawing/2014/main" id="{7274DAF9-E029-51F1-649C-ADD42EC93642}"/>
                </a:ext>
              </a:extLst>
            </p:cNvPr>
            <p:cNvSpPr/>
            <p:nvPr/>
          </p:nvSpPr>
          <p:spPr>
            <a:xfrm>
              <a:off x="2840338" y="2150522"/>
              <a:ext cx="144284" cy="129429"/>
            </a:xfrm>
            <a:custGeom>
              <a:avLst/>
              <a:gdLst/>
              <a:ahLst/>
              <a:cxnLst/>
              <a:rect l="l" t="t" r="r" b="b"/>
              <a:pathLst>
                <a:path w="3448" h="3093" extrusionOk="0">
                  <a:moveTo>
                    <a:pt x="398" y="1510"/>
                  </a:moveTo>
                  <a:cubicBezTo>
                    <a:pt x="435" y="1528"/>
                    <a:pt x="471" y="1546"/>
                    <a:pt x="507" y="1560"/>
                  </a:cubicBezTo>
                  <a:cubicBezTo>
                    <a:pt x="786" y="1669"/>
                    <a:pt x="862" y="1778"/>
                    <a:pt x="862" y="1821"/>
                  </a:cubicBezTo>
                  <a:cubicBezTo>
                    <a:pt x="862" y="1861"/>
                    <a:pt x="793" y="1977"/>
                    <a:pt x="543" y="2111"/>
                  </a:cubicBezTo>
                  <a:cubicBezTo>
                    <a:pt x="453" y="1944"/>
                    <a:pt x="402" y="1760"/>
                    <a:pt x="398" y="1571"/>
                  </a:cubicBezTo>
                  <a:lnTo>
                    <a:pt x="398" y="1553"/>
                  </a:lnTo>
                  <a:lnTo>
                    <a:pt x="398" y="1510"/>
                  </a:lnTo>
                  <a:close/>
                  <a:moveTo>
                    <a:pt x="1434" y="412"/>
                  </a:moveTo>
                  <a:lnTo>
                    <a:pt x="1434" y="412"/>
                  </a:lnTo>
                  <a:cubicBezTo>
                    <a:pt x="1420" y="434"/>
                    <a:pt x="1402" y="456"/>
                    <a:pt x="1391" y="477"/>
                  </a:cubicBezTo>
                  <a:cubicBezTo>
                    <a:pt x="1224" y="749"/>
                    <a:pt x="1315" y="948"/>
                    <a:pt x="1384" y="1042"/>
                  </a:cubicBezTo>
                  <a:cubicBezTo>
                    <a:pt x="1557" y="1285"/>
                    <a:pt x="1804" y="1339"/>
                    <a:pt x="1985" y="1379"/>
                  </a:cubicBezTo>
                  <a:cubicBezTo>
                    <a:pt x="2198" y="1423"/>
                    <a:pt x="2224" y="1434"/>
                    <a:pt x="2227" y="1578"/>
                  </a:cubicBezTo>
                  <a:cubicBezTo>
                    <a:pt x="2231" y="1705"/>
                    <a:pt x="2014" y="1843"/>
                    <a:pt x="1800" y="1977"/>
                  </a:cubicBezTo>
                  <a:cubicBezTo>
                    <a:pt x="1550" y="2136"/>
                    <a:pt x="1246" y="2325"/>
                    <a:pt x="1134" y="2622"/>
                  </a:cubicBezTo>
                  <a:cubicBezTo>
                    <a:pt x="1036" y="2582"/>
                    <a:pt x="942" y="2531"/>
                    <a:pt x="855" y="2466"/>
                  </a:cubicBezTo>
                  <a:cubicBezTo>
                    <a:pt x="837" y="2451"/>
                    <a:pt x="819" y="2437"/>
                    <a:pt x="804" y="2422"/>
                  </a:cubicBezTo>
                  <a:cubicBezTo>
                    <a:pt x="1119" y="2241"/>
                    <a:pt x="1271" y="2038"/>
                    <a:pt x="1264" y="1810"/>
                  </a:cubicBezTo>
                  <a:cubicBezTo>
                    <a:pt x="1260" y="1636"/>
                    <a:pt x="1152" y="1383"/>
                    <a:pt x="659" y="1187"/>
                  </a:cubicBezTo>
                  <a:cubicBezTo>
                    <a:pt x="601" y="1166"/>
                    <a:pt x="543" y="1133"/>
                    <a:pt x="493" y="1097"/>
                  </a:cubicBezTo>
                  <a:cubicBezTo>
                    <a:pt x="659" y="713"/>
                    <a:pt x="1021" y="448"/>
                    <a:pt x="1434" y="412"/>
                  </a:cubicBezTo>
                  <a:close/>
                  <a:moveTo>
                    <a:pt x="1929" y="475"/>
                  </a:moveTo>
                  <a:cubicBezTo>
                    <a:pt x="2203" y="573"/>
                    <a:pt x="2431" y="768"/>
                    <a:pt x="2561" y="1028"/>
                  </a:cubicBezTo>
                  <a:cubicBezTo>
                    <a:pt x="2955" y="1789"/>
                    <a:pt x="2401" y="2698"/>
                    <a:pt x="1543" y="2698"/>
                  </a:cubicBezTo>
                  <a:lnTo>
                    <a:pt x="1539" y="2698"/>
                  </a:lnTo>
                  <a:cubicBezTo>
                    <a:pt x="1619" y="2571"/>
                    <a:pt x="1789" y="2455"/>
                    <a:pt x="2010" y="2314"/>
                  </a:cubicBezTo>
                  <a:cubicBezTo>
                    <a:pt x="2303" y="2129"/>
                    <a:pt x="2633" y="1919"/>
                    <a:pt x="2622" y="1564"/>
                  </a:cubicBezTo>
                  <a:cubicBezTo>
                    <a:pt x="2611" y="1104"/>
                    <a:pt x="2282" y="1035"/>
                    <a:pt x="2064" y="988"/>
                  </a:cubicBezTo>
                  <a:cubicBezTo>
                    <a:pt x="1916" y="956"/>
                    <a:pt x="1789" y="927"/>
                    <a:pt x="1702" y="807"/>
                  </a:cubicBezTo>
                  <a:cubicBezTo>
                    <a:pt x="1673" y="764"/>
                    <a:pt x="1731" y="644"/>
                    <a:pt x="1929" y="475"/>
                  </a:cubicBezTo>
                  <a:close/>
                  <a:moveTo>
                    <a:pt x="1547" y="1"/>
                  </a:moveTo>
                  <a:cubicBezTo>
                    <a:pt x="1502" y="1"/>
                    <a:pt x="1458" y="3"/>
                    <a:pt x="1413" y="7"/>
                  </a:cubicBezTo>
                  <a:cubicBezTo>
                    <a:pt x="790" y="57"/>
                    <a:pt x="257" y="485"/>
                    <a:pt x="69" y="1082"/>
                  </a:cubicBezTo>
                  <a:lnTo>
                    <a:pt x="69" y="1090"/>
                  </a:lnTo>
                  <a:lnTo>
                    <a:pt x="69" y="1093"/>
                  </a:lnTo>
                  <a:cubicBezTo>
                    <a:pt x="22" y="1242"/>
                    <a:pt x="0" y="1397"/>
                    <a:pt x="0" y="1553"/>
                  </a:cubicBezTo>
                  <a:lnTo>
                    <a:pt x="0" y="1582"/>
                  </a:lnTo>
                  <a:cubicBezTo>
                    <a:pt x="7" y="1908"/>
                    <a:pt x="116" y="2227"/>
                    <a:pt x="319" y="2488"/>
                  </a:cubicBezTo>
                  <a:lnTo>
                    <a:pt x="326" y="2495"/>
                  </a:lnTo>
                  <a:cubicBezTo>
                    <a:pt x="554" y="2792"/>
                    <a:pt x="880" y="2995"/>
                    <a:pt x="1246" y="3067"/>
                  </a:cubicBezTo>
                  <a:lnTo>
                    <a:pt x="1250" y="3067"/>
                  </a:lnTo>
                  <a:cubicBezTo>
                    <a:pt x="1347" y="3085"/>
                    <a:pt x="1445" y="3092"/>
                    <a:pt x="1547" y="3092"/>
                  </a:cubicBezTo>
                  <a:cubicBezTo>
                    <a:pt x="2702" y="3092"/>
                    <a:pt x="3448" y="1868"/>
                    <a:pt x="2923" y="840"/>
                  </a:cubicBezTo>
                  <a:cubicBezTo>
                    <a:pt x="2654" y="322"/>
                    <a:pt x="2123" y="1"/>
                    <a:pt x="1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657;p40">
            <a:extLst>
              <a:ext uri="{FF2B5EF4-FFF2-40B4-BE49-F238E27FC236}">
                <a16:creationId xmlns:a16="http://schemas.microsoft.com/office/drawing/2014/main" id="{999AC9C8-C3EE-0592-F0F4-C1A97DEFF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0622" y="32458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tx1"/>
                </a:solidFill>
              </a:rPr>
              <a:t>Layers in </a:t>
            </a:r>
            <a:r>
              <a:rPr lang="en-US" sz="3000" dirty="0"/>
              <a:t>Zigbee</a:t>
            </a:r>
            <a:endParaRPr sz="3000" dirty="0"/>
          </a:p>
        </p:txBody>
      </p:sp>
      <p:sp>
        <p:nvSpPr>
          <p:cNvPr id="104" name="Google Shape;1507;p66">
            <a:extLst>
              <a:ext uri="{FF2B5EF4-FFF2-40B4-BE49-F238E27FC236}">
                <a16:creationId xmlns:a16="http://schemas.microsoft.com/office/drawing/2014/main" id="{0AEC92FA-6694-A7E6-3805-283988976663}"/>
              </a:ext>
            </a:extLst>
          </p:cNvPr>
          <p:cNvSpPr txBox="1">
            <a:spLocks/>
          </p:cNvSpPr>
          <p:nvPr/>
        </p:nvSpPr>
        <p:spPr>
          <a:xfrm>
            <a:off x="5275550" y="3124085"/>
            <a:ext cx="32004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bridges network &amp; apps</a:t>
            </a:r>
          </a:p>
        </p:txBody>
      </p:sp>
    </p:spTree>
    <p:extLst>
      <p:ext uri="{BB962C8B-B14F-4D97-AF65-F5344CB8AC3E}">
        <p14:creationId xmlns:p14="http://schemas.microsoft.com/office/powerpoint/2010/main" val="2528935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Topolo</a:t>
            </a:r>
            <a:r>
              <a:rPr lang="en-US" dirty="0"/>
              <a:t>gies</a:t>
            </a:r>
            <a:endParaRPr dirty="0"/>
          </a:p>
        </p:txBody>
      </p:sp>
      <p:sp>
        <p:nvSpPr>
          <p:cNvPr id="1419" name="Google Shape;1419;p32"/>
          <p:cNvSpPr txBox="1">
            <a:spLocks noGrp="1"/>
          </p:cNvSpPr>
          <p:nvPr>
            <p:ph type="subTitle" idx="1"/>
          </p:nvPr>
        </p:nvSpPr>
        <p:spPr>
          <a:xfrm>
            <a:off x="1065877" y="3146541"/>
            <a:ext cx="2685900" cy="11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hierarchical parent-child</a:t>
            </a:r>
          </a:p>
          <a:p>
            <a:r>
              <a:rPr lang="en-US" dirty="0"/>
              <a:t>connections (scalable)</a:t>
            </a:r>
          </a:p>
        </p:txBody>
      </p:sp>
      <p:sp>
        <p:nvSpPr>
          <p:cNvPr id="1420" name="Google Shape;1420;p32"/>
          <p:cNvSpPr txBox="1">
            <a:spLocks noGrp="1"/>
          </p:cNvSpPr>
          <p:nvPr>
            <p:ph type="sub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/>
              <a:t>central coordinator as hub (simple but single point of failure)</a:t>
            </a:r>
          </a:p>
        </p:txBody>
      </p:sp>
      <p:sp>
        <p:nvSpPr>
          <p:cNvPr id="1421" name="Google Shape;1421;p32"/>
          <p:cNvSpPr txBox="1">
            <a:spLocks noGrp="1"/>
          </p:cNvSpPr>
          <p:nvPr>
            <p:ph type="subTitle" idx="3"/>
          </p:nvPr>
        </p:nvSpPr>
        <p:spPr>
          <a:xfrm>
            <a:off x="5388528" y="3146541"/>
            <a:ext cx="2685900" cy="11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devices relay data, robust and self-healing</a:t>
            </a:r>
            <a:endParaRPr dirty="0"/>
          </a:p>
        </p:txBody>
      </p:sp>
      <p:sp>
        <p:nvSpPr>
          <p:cNvPr id="1417" name="Google Shape;1417;p32"/>
          <p:cNvSpPr txBox="1">
            <a:spLocks noGrp="1"/>
          </p:cNvSpPr>
          <p:nvPr>
            <p:ph type="subTitle" idx="4"/>
          </p:nvPr>
        </p:nvSpPr>
        <p:spPr>
          <a:xfrm>
            <a:off x="1065877" y="2698341"/>
            <a:ext cx="26859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Tree</a:t>
            </a:r>
            <a:endParaRPr dirty="0"/>
          </a:p>
        </p:txBody>
      </p:sp>
      <p:sp>
        <p:nvSpPr>
          <p:cNvPr id="1418" name="Google Shape;1418;p32"/>
          <p:cNvSpPr txBox="1">
            <a:spLocks noGrp="1"/>
          </p:cNvSpPr>
          <p:nvPr>
            <p:ph type="subTitle" idx="5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Star</a:t>
            </a:r>
            <a:endParaRPr dirty="0"/>
          </a:p>
        </p:txBody>
      </p:sp>
      <p:sp>
        <p:nvSpPr>
          <p:cNvPr id="1422" name="Google Shape;1422;p32"/>
          <p:cNvSpPr txBox="1">
            <a:spLocks noGrp="1"/>
          </p:cNvSpPr>
          <p:nvPr>
            <p:ph type="subTitle" idx="6"/>
          </p:nvPr>
        </p:nvSpPr>
        <p:spPr>
          <a:xfrm>
            <a:off x="5388533" y="2698341"/>
            <a:ext cx="2685900" cy="44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Mesh</a:t>
            </a:r>
            <a:endParaRPr dirty="0"/>
          </a:p>
        </p:txBody>
      </p:sp>
      <p:grpSp>
        <p:nvGrpSpPr>
          <p:cNvPr id="1423" name="Google Shape;1423;p32"/>
          <p:cNvGrpSpPr/>
          <p:nvPr/>
        </p:nvGrpSpPr>
        <p:grpSpPr>
          <a:xfrm>
            <a:off x="1627500" y="1551123"/>
            <a:ext cx="3573475" cy="2525577"/>
            <a:chOff x="1627500" y="1551123"/>
            <a:chExt cx="3573475" cy="2525577"/>
          </a:xfrm>
        </p:grpSpPr>
        <p:sp>
          <p:nvSpPr>
            <p:cNvPr id="1424" name="Google Shape;1424;p32"/>
            <p:cNvSpPr/>
            <p:nvPr/>
          </p:nvSpPr>
          <p:spPr>
            <a:xfrm>
              <a:off x="2212688" y="2282225"/>
              <a:ext cx="133500" cy="133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425" name="Google Shape;1425;p32"/>
            <p:cNvGrpSpPr/>
            <p:nvPr/>
          </p:nvGrpSpPr>
          <p:grpSpPr>
            <a:xfrm>
              <a:off x="3924232" y="3282956"/>
              <a:ext cx="336649" cy="193799"/>
              <a:chOff x="5129875" y="3798200"/>
              <a:chExt cx="250875" cy="144400"/>
            </a:xfrm>
          </p:grpSpPr>
          <p:sp>
            <p:nvSpPr>
              <p:cNvPr id="1426" name="Google Shape;1426;p32"/>
              <p:cNvSpPr/>
              <p:nvPr/>
            </p:nvSpPr>
            <p:spPr>
              <a:xfrm>
                <a:off x="5129875" y="3881325"/>
                <a:ext cx="107950" cy="6127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451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450"/>
                    </a:lnTo>
                    <a:lnTo>
                      <a:pt x="4317" y="2450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2"/>
              <p:cNvSpPr/>
              <p:nvPr/>
            </p:nvSpPr>
            <p:spPr>
              <a:xfrm>
                <a:off x="5272800" y="3798200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509"/>
                    </a:lnTo>
                    <a:lnTo>
                      <a:pt x="4317" y="2509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2"/>
              <p:cNvSpPr/>
              <p:nvPr/>
            </p:nvSpPr>
            <p:spPr>
              <a:xfrm>
                <a:off x="5201325" y="3839025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1" y="0"/>
                    </a:moveTo>
                    <a:lnTo>
                      <a:pt x="1" y="817"/>
                    </a:lnTo>
                    <a:lnTo>
                      <a:pt x="2918" y="817"/>
                    </a:lnTo>
                    <a:lnTo>
                      <a:pt x="2918" y="2509"/>
                    </a:lnTo>
                    <a:lnTo>
                      <a:pt x="4318" y="2509"/>
                    </a:lnTo>
                    <a:lnTo>
                      <a:pt x="431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29" name="Google Shape;1429;p32"/>
            <p:cNvSpPr/>
            <p:nvPr/>
          </p:nvSpPr>
          <p:spPr>
            <a:xfrm>
              <a:off x="1627500" y="1551123"/>
              <a:ext cx="1088480" cy="632696"/>
            </a:xfrm>
            <a:custGeom>
              <a:avLst/>
              <a:gdLst/>
              <a:ahLst/>
              <a:cxnLst/>
              <a:rect l="l" t="t" r="r" b="b"/>
              <a:pathLst>
                <a:path w="61022" h="35470" extrusionOk="0">
                  <a:moveTo>
                    <a:pt x="59913" y="0"/>
                  </a:moveTo>
                  <a:lnTo>
                    <a:pt x="59505" y="59"/>
                  </a:lnTo>
                  <a:lnTo>
                    <a:pt x="59096" y="175"/>
                  </a:lnTo>
                  <a:lnTo>
                    <a:pt x="292" y="34362"/>
                  </a:lnTo>
                  <a:lnTo>
                    <a:pt x="175" y="34478"/>
                  </a:lnTo>
                  <a:lnTo>
                    <a:pt x="58" y="34537"/>
                  </a:lnTo>
                  <a:lnTo>
                    <a:pt x="0" y="34712"/>
                  </a:lnTo>
                  <a:lnTo>
                    <a:pt x="0" y="34828"/>
                  </a:lnTo>
                  <a:lnTo>
                    <a:pt x="0" y="34945"/>
                  </a:lnTo>
                  <a:lnTo>
                    <a:pt x="58" y="35062"/>
                  </a:lnTo>
                  <a:lnTo>
                    <a:pt x="175" y="35178"/>
                  </a:lnTo>
                  <a:lnTo>
                    <a:pt x="350" y="35295"/>
                  </a:lnTo>
                  <a:lnTo>
                    <a:pt x="700" y="35412"/>
                  </a:lnTo>
                  <a:lnTo>
                    <a:pt x="1108" y="35470"/>
                  </a:lnTo>
                  <a:lnTo>
                    <a:pt x="1517" y="35412"/>
                  </a:lnTo>
                  <a:lnTo>
                    <a:pt x="1925" y="35295"/>
                  </a:lnTo>
                  <a:lnTo>
                    <a:pt x="60730" y="1109"/>
                  </a:lnTo>
                  <a:lnTo>
                    <a:pt x="60846" y="992"/>
                  </a:lnTo>
                  <a:lnTo>
                    <a:pt x="60963" y="876"/>
                  </a:lnTo>
                  <a:lnTo>
                    <a:pt x="61021" y="759"/>
                  </a:lnTo>
                  <a:lnTo>
                    <a:pt x="61021" y="642"/>
                  </a:lnTo>
                  <a:lnTo>
                    <a:pt x="61021" y="526"/>
                  </a:lnTo>
                  <a:lnTo>
                    <a:pt x="60963" y="409"/>
                  </a:lnTo>
                  <a:lnTo>
                    <a:pt x="60846" y="292"/>
                  </a:lnTo>
                  <a:lnTo>
                    <a:pt x="60730" y="175"/>
                  </a:lnTo>
                  <a:lnTo>
                    <a:pt x="60321" y="59"/>
                  </a:lnTo>
                  <a:lnTo>
                    <a:pt x="59913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2"/>
            <p:cNvSpPr/>
            <p:nvPr/>
          </p:nvSpPr>
          <p:spPr>
            <a:xfrm>
              <a:off x="5007175" y="3882900"/>
              <a:ext cx="193800" cy="1938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31" name="Google Shape;1431;p32"/>
          <p:cNvGrpSpPr/>
          <p:nvPr/>
        </p:nvGrpSpPr>
        <p:grpSpPr>
          <a:xfrm>
            <a:off x="2600379" y="284712"/>
            <a:ext cx="336649" cy="193799"/>
            <a:chOff x="5129875" y="3798200"/>
            <a:chExt cx="250875" cy="144400"/>
          </a:xfrm>
        </p:grpSpPr>
        <p:sp>
          <p:nvSpPr>
            <p:cNvPr id="1432" name="Google Shape;1432;p32"/>
            <p:cNvSpPr/>
            <p:nvPr/>
          </p:nvSpPr>
          <p:spPr>
            <a:xfrm>
              <a:off x="5129875" y="3881325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450"/>
                  </a:lnTo>
                  <a:lnTo>
                    <a:pt x="4317" y="2450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2"/>
            <p:cNvSpPr/>
            <p:nvPr/>
          </p:nvSpPr>
          <p:spPr>
            <a:xfrm>
              <a:off x="5272800" y="3798200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7" y="2509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2"/>
            <p:cNvSpPr/>
            <p:nvPr/>
          </p:nvSpPr>
          <p:spPr>
            <a:xfrm>
              <a:off x="5201325" y="3839025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1" y="0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509"/>
                  </a:lnTo>
                  <a:lnTo>
                    <a:pt x="4318" y="2509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5" name="Google Shape;1435;p32"/>
          <p:cNvGrpSpPr/>
          <p:nvPr/>
        </p:nvGrpSpPr>
        <p:grpSpPr>
          <a:xfrm>
            <a:off x="6805488" y="714148"/>
            <a:ext cx="1625280" cy="1349563"/>
            <a:chOff x="6805488" y="714148"/>
            <a:chExt cx="1625280" cy="1349563"/>
          </a:xfrm>
        </p:grpSpPr>
        <p:sp>
          <p:nvSpPr>
            <p:cNvPr id="1436" name="Google Shape;1436;p32"/>
            <p:cNvSpPr/>
            <p:nvPr/>
          </p:nvSpPr>
          <p:spPr>
            <a:xfrm>
              <a:off x="6805488" y="1800725"/>
              <a:ext cx="133500" cy="133500"/>
            </a:xfrm>
            <a:prstGeom prst="mathPlus">
              <a:avLst>
                <a:gd name="adj1" fmla="val 2352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437" name="Google Shape;1437;p32"/>
            <p:cNvGrpSpPr/>
            <p:nvPr/>
          </p:nvGrpSpPr>
          <p:grpSpPr>
            <a:xfrm>
              <a:off x="7978554" y="1869912"/>
              <a:ext cx="336649" cy="193799"/>
              <a:chOff x="5129875" y="3798200"/>
              <a:chExt cx="250875" cy="144400"/>
            </a:xfrm>
          </p:grpSpPr>
          <p:sp>
            <p:nvSpPr>
              <p:cNvPr id="1438" name="Google Shape;1438;p32"/>
              <p:cNvSpPr/>
              <p:nvPr/>
            </p:nvSpPr>
            <p:spPr>
              <a:xfrm>
                <a:off x="5129875" y="3881325"/>
                <a:ext cx="107950" cy="6127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451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450"/>
                    </a:lnTo>
                    <a:lnTo>
                      <a:pt x="4317" y="2450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32"/>
              <p:cNvSpPr/>
              <p:nvPr/>
            </p:nvSpPr>
            <p:spPr>
              <a:xfrm>
                <a:off x="5272800" y="3798200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0" y="0"/>
                    </a:moveTo>
                    <a:lnTo>
                      <a:pt x="0" y="817"/>
                    </a:lnTo>
                    <a:lnTo>
                      <a:pt x="2917" y="817"/>
                    </a:lnTo>
                    <a:lnTo>
                      <a:pt x="2917" y="2509"/>
                    </a:lnTo>
                    <a:lnTo>
                      <a:pt x="4317" y="2509"/>
                    </a:lnTo>
                    <a:lnTo>
                      <a:pt x="43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32"/>
              <p:cNvSpPr/>
              <p:nvPr/>
            </p:nvSpPr>
            <p:spPr>
              <a:xfrm>
                <a:off x="5201325" y="3839025"/>
                <a:ext cx="107950" cy="62725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2509" extrusionOk="0">
                    <a:moveTo>
                      <a:pt x="1" y="0"/>
                    </a:moveTo>
                    <a:lnTo>
                      <a:pt x="1" y="817"/>
                    </a:lnTo>
                    <a:lnTo>
                      <a:pt x="2918" y="817"/>
                    </a:lnTo>
                    <a:lnTo>
                      <a:pt x="2918" y="2509"/>
                    </a:lnTo>
                    <a:lnTo>
                      <a:pt x="4318" y="2509"/>
                    </a:lnTo>
                    <a:lnTo>
                      <a:pt x="431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41" name="Google Shape;1441;p32"/>
            <p:cNvSpPr/>
            <p:nvPr/>
          </p:nvSpPr>
          <p:spPr>
            <a:xfrm>
              <a:off x="7342288" y="714148"/>
              <a:ext cx="1088480" cy="632696"/>
            </a:xfrm>
            <a:custGeom>
              <a:avLst/>
              <a:gdLst/>
              <a:ahLst/>
              <a:cxnLst/>
              <a:rect l="l" t="t" r="r" b="b"/>
              <a:pathLst>
                <a:path w="61022" h="35470" extrusionOk="0">
                  <a:moveTo>
                    <a:pt x="59913" y="0"/>
                  </a:moveTo>
                  <a:lnTo>
                    <a:pt x="59505" y="59"/>
                  </a:lnTo>
                  <a:lnTo>
                    <a:pt x="59096" y="175"/>
                  </a:lnTo>
                  <a:lnTo>
                    <a:pt x="292" y="34362"/>
                  </a:lnTo>
                  <a:lnTo>
                    <a:pt x="175" y="34478"/>
                  </a:lnTo>
                  <a:lnTo>
                    <a:pt x="58" y="34537"/>
                  </a:lnTo>
                  <a:lnTo>
                    <a:pt x="0" y="34712"/>
                  </a:lnTo>
                  <a:lnTo>
                    <a:pt x="0" y="34828"/>
                  </a:lnTo>
                  <a:lnTo>
                    <a:pt x="0" y="34945"/>
                  </a:lnTo>
                  <a:lnTo>
                    <a:pt x="58" y="35062"/>
                  </a:lnTo>
                  <a:lnTo>
                    <a:pt x="175" y="35178"/>
                  </a:lnTo>
                  <a:lnTo>
                    <a:pt x="350" y="35295"/>
                  </a:lnTo>
                  <a:lnTo>
                    <a:pt x="700" y="35412"/>
                  </a:lnTo>
                  <a:lnTo>
                    <a:pt x="1108" y="35470"/>
                  </a:lnTo>
                  <a:lnTo>
                    <a:pt x="1517" y="35412"/>
                  </a:lnTo>
                  <a:lnTo>
                    <a:pt x="1925" y="35295"/>
                  </a:lnTo>
                  <a:lnTo>
                    <a:pt x="60730" y="1109"/>
                  </a:lnTo>
                  <a:lnTo>
                    <a:pt x="60846" y="992"/>
                  </a:lnTo>
                  <a:lnTo>
                    <a:pt x="60963" y="876"/>
                  </a:lnTo>
                  <a:lnTo>
                    <a:pt x="61021" y="759"/>
                  </a:lnTo>
                  <a:lnTo>
                    <a:pt x="61021" y="642"/>
                  </a:lnTo>
                  <a:lnTo>
                    <a:pt x="61021" y="526"/>
                  </a:lnTo>
                  <a:lnTo>
                    <a:pt x="60963" y="409"/>
                  </a:lnTo>
                  <a:lnTo>
                    <a:pt x="60846" y="292"/>
                  </a:lnTo>
                  <a:lnTo>
                    <a:pt x="60730" y="175"/>
                  </a:lnTo>
                  <a:lnTo>
                    <a:pt x="60321" y="59"/>
                  </a:lnTo>
                  <a:lnTo>
                    <a:pt x="59913" y="0"/>
                  </a:lnTo>
                  <a:close/>
                </a:path>
              </a:pathLst>
            </a:custGeom>
            <a:solidFill>
              <a:srgbClr val="01FCFE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Graphic 4" descr="Connections with solid fill">
            <a:extLst>
              <a:ext uri="{FF2B5EF4-FFF2-40B4-BE49-F238E27FC236}">
                <a16:creationId xmlns:a16="http://schemas.microsoft.com/office/drawing/2014/main" id="{B6ACCA60-87E7-644E-02E9-8419C23961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4015" y="2668440"/>
            <a:ext cx="914400" cy="914400"/>
          </a:xfrm>
          <a:prstGeom prst="rect">
            <a:avLst/>
          </a:prstGeom>
        </p:spPr>
      </p:pic>
      <p:pic>
        <p:nvPicPr>
          <p:cNvPr id="7" name="Graphic 6" descr="Management with solid fill">
            <a:extLst>
              <a:ext uri="{FF2B5EF4-FFF2-40B4-BE49-F238E27FC236}">
                <a16:creationId xmlns:a16="http://schemas.microsoft.com/office/drawing/2014/main" id="{EBAAD3E5-F269-1453-7891-D8FFC0B5E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743" y="2786091"/>
            <a:ext cx="914400" cy="914400"/>
          </a:xfrm>
          <a:prstGeom prst="rect">
            <a:avLst/>
          </a:prstGeom>
        </p:spPr>
      </p:pic>
      <p:pic>
        <p:nvPicPr>
          <p:cNvPr id="9" name="Graphic 8" descr="Social network with solid fill">
            <a:extLst>
              <a:ext uri="{FF2B5EF4-FFF2-40B4-BE49-F238E27FC236}">
                <a16:creationId xmlns:a16="http://schemas.microsoft.com/office/drawing/2014/main" id="{B0B8D969-5AE0-9C98-2704-141199C8C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5022" y="140392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780;p35">
            <a:extLst>
              <a:ext uri="{FF2B5EF4-FFF2-40B4-BE49-F238E27FC236}">
                <a16:creationId xmlns:a16="http://schemas.microsoft.com/office/drawing/2014/main" id="{307BA997-4035-E67C-B59C-8B599A187EA3}"/>
              </a:ext>
            </a:extLst>
          </p:cNvPr>
          <p:cNvCxnSpPr/>
          <p:nvPr/>
        </p:nvCxnSpPr>
        <p:spPr>
          <a:xfrm flipH="1">
            <a:off x="3399025" y="-37325"/>
            <a:ext cx="5207100" cy="519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781;p35">
            <a:extLst>
              <a:ext uri="{FF2B5EF4-FFF2-40B4-BE49-F238E27FC236}">
                <a16:creationId xmlns:a16="http://schemas.microsoft.com/office/drawing/2014/main" id="{66EA8C17-6AB2-A526-B635-3D65585C06D0}"/>
              </a:ext>
            </a:extLst>
          </p:cNvPr>
          <p:cNvSpPr/>
          <p:nvPr/>
        </p:nvSpPr>
        <p:spPr>
          <a:xfrm>
            <a:off x="6882750" y="792150"/>
            <a:ext cx="859500" cy="858300"/>
          </a:xfrm>
          <a:prstGeom prst="ellipse">
            <a:avLst/>
          </a:prstGeom>
          <a:ln>
            <a:solidFill>
              <a:schemeClr val="accent1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82;p35">
            <a:extLst>
              <a:ext uri="{FF2B5EF4-FFF2-40B4-BE49-F238E27FC236}">
                <a16:creationId xmlns:a16="http://schemas.microsoft.com/office/drawing/2014/main" id="{ADC950F7-B1A0-7F78-9290-1979C35EEA21}"/>
              </a:ext>
            </a:extLst>
          </p:cNvPr>
          <p:cNvSpPr/>
          <p:nvPr/>
        </p:nvSpPr>
        <p:spPr>
          <a:xfrm>
            <a:off x="5886150" y="1749500"/>
            <a:ext cx="859500" cy="8583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83;p35">
            <a:extLst>
              <a:ext uri="{FF2B5EF4-FFF2-40B4-BE49-F238E27FC236}">
                <a16:creationId xmlns:a16="http://schemas.microsoft.com/office/drawing/2014/main" id="{9E2287A0-947A-ABBB-4377-11A4A025CD90}"/>
              </a:ext>
            </a:extLst>
          </p:cNvPr>
          <p:cNvSpPr/>
          <p:nvPr/>
        </p:nvSpPr>
        <p:spPr>
          <a:xfrm>
            <a:off x="4960975" y="2706875"/>
            <a:ext cx="859500" cy="8583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84;p35">
            <a:extLst>
              <a:ext uri="{FF2B5EF4-FFF2-40B4-BE49-F238E27FC236}">
                <a16:creationId xmlns:a16="http://schemas.microsoft.com/office/drawing/2014/main" id="{1D769EE0-32B9-5978-FF05-55EE5EDF9A5A}"/>
              </a:ext>
            </a:extLst>
          </p:cNvPr>
          <p:cNvSpPr/>
          <p:nvPr/>
        </p:nvSpPr>
        <p:spPr>
          <a:xfrm>
            <a:off x="4042000" y="3664250"/>
            <a:ext cx="859500" cy="858300"/>
          </a:xfrm>
          <a:prstGeom prst="ellipse">
            <a:avLst/>
          </a:prstGeom>
          <a:ln>
            <a:solidFill>
              <a:schemeClr val="tx2"/>
            </a:solidFill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2"/>
              </a:solidFill>
            </a:endParaRPr>
          </a:p>
        </p:txBody>
      </p:sp>
      <p:sp>
        <p:nvSpPr>
          <p:cNvPr id="9" name="Google Shape;785;p35">
            <a:extLst>
              <a:ext uri="{FF2B5EF4-FFF2-40B4-BE49-F238E27FC236}">
                <a16:creationId xmlns:a16="http://schemas.microsoft.com/office/drawing/2014/main" id="{223628FA-C5FA-674B-EE7C-A8FD130B9E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1700784"/>
            <a:ext cx="3100200" cy="17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3000" dirty="0">
                <a:solidFill>
                  <a:schemeClr val="tx1"/>
                </a:solidFill>
              </a:rPr>
              <a:t>Part 1: </a:t>
            </a:r>
            <a:r>
              <a:rPr lang="en-US" sz="3000" dirty="0"/>
              <a:t>Setup &amp; Roles</a:t>
            </a:r>
            <a:endParaRPr sz="3000" dirty="0"/>
          </a:p>
        </p:txBody>
      </p:sp>
      <p:sp>
        <p:nvSpPr>
          <p:cNvPr id="10" name="Google Shape;786;p35">
            <a:extLst>
              <a:ext uri="{FF2B5EF4-FFF2-40B4-BE49-F238E27FC236}">
                <a16:creationId xmlns:a16="http://schemas.microsoft.com/office/drawing/2014/main" id="{E5E704A2-6C18-91B1-861D-C244A1D23A99}"/>
              </a:ext>
            </a:extLst>
          </p:cNvPr>
          <p:cNvSpPr txBox="1">
            <a:spLocks/>
          </p:cNvSpPr>
          <p:nvPr/>
        </p:nvSpPr>
        <p:spPr>
          <a:xfrm>
            <a:off x="6997400" y="1858550"/>
            <a:ext cx="1728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dirty="0"/>
              <a:t>creates &amp; manages the network</a:t>
            </a:r>
          </a:p>
        </p:txBody>
      </p:sp>
      <p:sp>
        <p:nvSpPr>
          <p:cNvPr id="11" name="Google Shape;787;p35">
            <a:extLst>
              <a:ext uri="{FF2B5EF4-FFF2-40B4-BE49-F238E27FC236}">
                <a16:creationId xmlns:a16="http://schemas.microsoft.com/office/drawing/2014/main" id="{EBC22A5D-A77D-3EBC-9ECE-49ED3F62729D}"/>
              </a:ext>
            </a:extLst>
          </p:cNvPr>
          <p:cNvSpPr txBox="1">
            <a:spLocks/>
          </p:cNvSpPr>
          <p:nvPr/>
        </p:nvSpPr>
        <p:spPr>
          <a:xfrm>
            <a:off x="2958475" y="2815925"/>
            <a:ext cx="1728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52400" indent="0">
              <a:buNone/>
            </a:pPr>
            <a:r>
              <a:rPr lang="en-US" dirty="0"/>
              <a:t>forwards data, extends coverage</a:t>
            </a:r>
          </a:p>
        </p:txBody>
      </p:sp>
      <p:sp>
        <p:nvSpPr>
          <p:cNvPr id="12" name="Google Shape;788;p35">
            <a:extLst>
              <a:ext uri="{FF2B5EF4-FFF2-40B4-BE49-F238E27FC236}">
                <a16:creationId xmlns:a16="http://schemas.microsoft.com/office/drawing/2014/main" id="{29DC298C-47FD-776A-9448-5C0EEADD6B53}"/>
              </a:ext>
            </a:extLst>
          </p:cNvPr>
          <p:cNvSpPr txBox="1">
            <a:spLocks/>
          </p:cNvSpPr>
          <p:nvPr/>
        </p:nvSpPr>
        <p:spPr>
          <a:xfrm>
            <a:off x="5175700" y="3773300"/>
            <a:ext cx="17283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dirty="0"/>
              <a:t>battery-powered, communicates via parent, supports sleep mode</a:t>
            </a:r>
          </a:p>
        </p:txBody>
      </p:sp>
      <p:sp>
        <p:nvSpPr>
          <p:cNvPr id="13" name="Google Shape;789;p35">
            <a:extLst>
              <a:ext uri="{FF2B5EF4-FFF2-40B4-BE49-F238E27FC236}">
                <a16:creationId xmlns:a16="http://schemas.microsoft.com/office/drawing/2014/main" id="{B781A3F5-1341-125B-1140-5326C854A8BA}"/>
              </a:ext>
            </a:extLst>
          </p:cNvPr>
          <p:cNvSpPr txBox="1"/>
          <p:nvPr/>
        </p:nvSpPr>
        <p:spPr>
          <a:xfrm>
            <a:off x="4878750" y="903150"/>
            <a:ext cx="17298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Coordinator sets channel, ID, security</a:t>
            </a:r>
          </a:p>
        </p:txBody>
      </p:sp>
      <p:sp>
        <p:nvSpPr>
          <p:cNvPr id="14" name="Google Shape;790;p35">
            <a:extLst>
              <a:ext uri="{FF2B5EF4-FFF2-40B4-BE49-F238E27FC236}">
                <a16:creationId xmlns:a16="http://schemas.microsoft.com/office/drawing/2014/main" id="{547F7ACD-5A48-364F-6112-C768D321862D}"/>
              </a:ext>
            </a:extLst>
          </p:cNvPr>
          <p:cNvSpPr txBox="1"/>
          <p:nvPr/>
        </p:nvSpPr>
        <p:spPr>
          <a:xfrm>
            <a:off x="6848575" y="968275"/>
            <a:ext cx="92785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accent3"/>
                </a:solidFill>
                <a:latin typeface="Anton" pitchFamily="2" charset="0"/>
              </a:rPr>
              <a:t>Network Formation</a:t>
            </a:r>
            <a:endParaRPr sz="1200" dirty="0">
              <a:solidFill>
                <a:schemeClr val="accent3"/>
              </a:solidFill>
              <a:latin typeface="Anton" pitchFamily="2" charset="0"/>
              <a:ea typeface="Anton"/>
              <a:cs typeface="Anton"/>
              <a:sym typeface="Anton"/>
            </a:endParaRPr>
          </a:p>
        </p:txBody>
      </p:sp>
      <p:sp>
        <p:nvSpPr>
          <p:cNvPr id="15" name="Google Shape;791;p35">
            <a:extLst>
              <a:ext uri="{FF2B5EF4-FFF2-40B4-BE49-F238E27FC236}">
                <a16:creationId xmlns:a16="http://schemas.microsoft.com/office/drawing/2014/main" id="{045B67AA-B9EB-67B4-9494-EC0F0954E2B9}"/>
              </a:ext>
            </a:extLst>
          </p:cNvPr>
          <p:cNvSpPr txBox="1"/>
          <p:nvPr/>
        </p:nvSpPr>
        <p:spPr>
          <a:xfrm>
            <a:off x="5794850" y="2025030"/>
            <a:ext cx="1042100" cy="41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accent3"/>
                </a:solidFill>
                <a:latin typeface="Anton" pitchFamily="2" charset="0"/>
              </a:rPr>
              <a:t>Coordinator</a:t>
            </a:r>
            <a:endParaRPr sz="1200" dirty="0">
              <a:solidFill>
                <a:schemeClr val="accent3"/>
              </a:solidFill>
              <a:latin typeface="Anton" pitchFamily="2" charset="0"/>
              <a:ea typeface="Anton"/>
              <a:cs typeface="Anton"/>
              <a:sym typeface="Anton"/>
            </a:endParaRPr>
          </a:p>
        </p:txBody>
      </p:sp>
      <p:sp>
        <p:nvSpPr>
          <p:cNvPr id="16" name="Google Shape;792;p35">
            <a:extLst>
              <a:ext uri="{FF2B5EF4-FFF2-40B4-BE49-F238E27FC236}">
                <a16:creationId xmlns:a16="http://schemas.microsoft.com/office/drawing/2014/main" id="{407C18FF-9431-C209-1909-F98218EE1AFB}"/>
              </a:ext>
            </a:extLst>
          </p:cNvPr>
          <p:cNvSpPr txBox="1"/>
          <p:nvPr/>
        </p:nvSpPr>
        <p:spPr>
          <a:xfrm>
            <a:off x="5028775" y="2931725"/>
            <a:ext cx="7239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solidFill>
                  <a:schemeClr val="accent3"/>
                </a:solidFill>
                <a:latin typeface="Anton" pitchFamily="2" charset="0"/>
              </a:rPr>
              <a:t>Router</a:t>
            </a:r>
            <a:endParaRPr dirty="0">
              <a:solidFill>
                <a:schemeClr val="accent3"/>
              </a:solidFill>
              <a:latin typeface="Anton" pitchFamily="2" charset="0"/>
              <a:ea typeface="Anton"/>
              <a:cs typeface="Anton"/>
              <a:sym typeface="Anton"/>
            </a:endParaRPr>
          </a:p>
        </p:txBody>
      </p:sp>
      <p:sp>
        <p:nvSpPr>
          <p:cNvPr id="17" name="Google Shape;793;p35">
            <a:extLst>
              <a:ext uri="{FF2B5EF4-FFF2-40B4-BE49-F238E27FC236}">
                <a16:creationId xmlns:a16="http://schemas.microsoft.com/office/drawing/2014/main" id="{2B2F4BD0-FB33-D98B-F046-B6C10B37346B}"/>
              </a:ext>
            </a:extLst>
          </p:cNvPr>
          <p:cNvSpPr txBox="1"/>
          <p:nvPr/>
        </p:nvSpPr>
        <p:spPr>
          <a:xfrm>
            <a:off x="4109800" y="3778549"/>
            <a:ext cx="723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  <a:latin typeface="Anton"/>
                <a:ea typeface="Anton"/>
                <a:cs typeface="Anton"/>
                <a:sym typeface="Anton"/>
              </a:rPr>
              <a:t>End Device</a:t>
            </a:r>
            <a:endParaRPr dirty="0">
              <a:solidFill>
                <a:schemeClr val="accent3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cxnSp>
        <p:nvCxnSpPr>
          <p:cNvPr id="18" name="Google Shape;794;p35">
            <a:extLst>
              <a:ext uri="{FF2B5EF4-FFF2-40B4-BE49-F238E27FC236}">
                <a16:creationId xmlns:a16="http://schemas.microsoft.com/office/drawing/2014/main" id="{C02312EE-8C05-A2B6-0D58-6F4909E36F13}"/>
              </a:ext>
            </a:extLst>
          </p:cNvPr>
          <p:cNvCxnSpPr>
            <a:stCxn id="5" idx="2"/>
            <a:endCxn id="13" idx="3"/>
          </p:cNvCxnSpPr>
          <p:nvPr/>
        </p:nvCxnSpPr>
        <p:spPr>
          <a:xfrm rot="10800000">
            <a:off x="6608550" y="1221300"/>
            <a:ext cx="2742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795;p35">
            <a:extLst>
              <a:ext uri="{FF2B5EF4-FFF2-40B4-BE49-F238E27FC236}">
                <a16:creationId xmlns:a16="http://schemas.microsoft.com/office/drawing/2014/main" id="{A5CB3FE1-980E-D7E4-ABCF-85BA622DD82D}"/>
              </a:ext>
            </a:extLst>
          </p:cNvPr>
          <p:cNvCxnSpPr>
            <a:stCxn id="10" idx="1"/>
            <a:endCxn id="6" idx="6"/>
          </p:cNvCxnSpPr>
          <p:nvPr/>
        </p:nvCxnSpPr>
        <p:spPr>
          <a:xfrm flipH="1">
            <a:off x="6745650" y="2178650"/>
            <a:ext cx="25175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796;p35">
            <a:extLst>
              <a:ext uri="{FF2B5EF4-FFF2-40B4-BE49-F238E27FC236}">
                <a16:creationId xmlns:a16="http://schemas.microsoft.com/office/drawing/2014/main" id="{FC0D118C-5DF7-43F8-60BA-099C4F598766}"/>
              </a:ext>
            </a:extLst>
          </p:cNvPr>
          <p:cNvCxnSpPr>
            <a:stCxn id="7" idx="2"/>
            <a:endCxn id="11" idx="3"/>
          </p:cNvCxnSpPr>
          <p:nvPr/>
        </p:nvCxnSpPr>
        <p:spPr>
          <a:xfrm rot="10800000">
            <a:off x="4686775" y="3136025"/>
            <a:ext cx="274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797;p35">
            <a:extLst>
              <a:ext uri="{FF2B5EF4-FFF2-40B4-BE49-F238E27FC236}">
                <a16:creationId xmlns:a16="http://schemas.microsoft.com/office/drawing/2014/main" id="{F055471F-A3C6-7E5D-E409-615FAE0159E1}"/>
              </a:ext>
            </a:extLst>
          </p:cNvPr>
          <p:cNvCxnSpPr>
            <a:stCxn id="12" idx="1"/>
            <a:endCxn id="8" idx="6"/>
          </p:cNvCxnSpPr>
          <p:nvPr/>
        </p:nvCxnSpPr>
        <p:spPr>
          <a:xfrm rot="10800000">
            <a:off x="4901500" y="4093400"/>
            <a:ext cx="2742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7764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802;p36">
            <a:extLst>
              <a:ext uri="{FF2B5EF4-FFF2-40B4-BE49-F238E27FC236}">
                <a16:creationId xmlns:a16="http://schemas.microsoft.com/office/drawing/2014/main" id="{B59CC081-57D4-5FF1-8994-316130FB7AB0}"/>
              </a:ext>
            </a:extLst>
          </p:cNvPr>
          <p:cNvCxnSpPr/>
          <p:nvPr/>
        </p:nvCxnSpPr>
        <p:spPr>
          <a:xfrm flipH="1">
            <a:off x="3922175" y="1109675"/>
            <a:ext cx="5083800" cy="337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803;p36">
            <a:extLst>
              <a:ext uri="{FF2B5EF4-FFF2-40B4-BE49-F238E27FC236}">
                <a16:creationId xmlns:a16="http://schemas.microsoft.com/office/drawing/2014/main" id="{AB9B6A3F-4C43-C04B-FB4C-5ACD2D29C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674" y="1361965"/>
            <a:ext cx="3100200" cy="17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3000" dirty="0">
                <a:solidFill>
                  <a:schemeClr val="tx1"/>
                </a:solidFill>
              </a:rPr>
              <a:t>Part 2: </a:t>
            </a:r>
            <a:r>
              <a:rPr lang="en-US" sz="3000" dirty="0"/>
              <a:t>Communication</a:t>
            </a:r>
            <a:endParaRPr sz="3000" dirty="0"/>
          </a:p>
        </p:txBody>
      </p:sp>
      <p:sp>
        <p:nvSpPr>
          <p:cNvPr id="6" name="Google Shape;804;p36">
            <a:extLst>
              <a:ext uri="{FF2B5EF4-FFF2-40B4-BE49-F238E27FC236}">
                <a16:creationId xmlns:a16="http://schemas.microsoft.com/office/drawing/2014/main" id="{F3E39A09-671C-3570-F831-3F46B4FA10F5}"/>
              </a:ext>
            </a:extLst>
          </p:cNvPr>
          <p:cNvSpPr txBox="1">
            <a:spLocks/>
          </p:cNvSpPr>
          <p:nvPr/>
        </p:nvSpPr>
        <p:spPr>
          <a:xfrm>
            <a:off x="6333491" y="538518"/>
            <a:ext cx="1280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dirty="0"/>
              <a:t>devices send small data packets</a:t>
            </a:r>
          </a:p>
        </p:txBody>
      </p:sp>
      <p:sp>
        <p:nvSpPr>
          <p:cNvPr id="7" name="Google Shape;805;p36">
            <a:extLst>
              <a:ext uri="{FF2B5EF4-FFF2-40B4-BE49-F238E27FC236}">
                <a16:creationId xmlns:a16="http://schemas.microsoft.com/office/drawing/2014/main" id="{3AC6F04E-5131-580F-0D65-69E1CA8B3D66}"/>
              </a:ext>
            </a:extLst>
          </p:cNvPr>
          <p:cNvSpPr txBox="1">
            <a:spLocks/>
          </p:cNvSpPr>
          <p:nvPr/>
        </p:nvSpPr>
        <p:spPr>
          <a:xfrm>
            <a:off x="7802023" y="2102028"/>
            <a:ext cx="1280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dirty="0"/>
              <a:t>enable multi-hop mesh routing</a:t>
            </a:r>
          </a:p>
        </p:txBody>
      </p:sp>
      <p:sp>
        <p:nvSpPr>
          <p:cNvPr id="8" name="Google Shape;806;p36">
            <a:extLst>
              <a:ext uri="{FF2B5EF4-FFF2-40B4-BE49-F238E27FC236}">
                <a16:creationId xmlns:a16="http://schemas.microsoft.com/office/drawing/2014/main" id="{CED5AB6D-6257-4B3D-A3A7-E059EB259E82}"/>
              </a:ext>
            </a:extLst>
          </p:cNvPr>
          <p:cNvSpPr txBox="1">
            <a:spLocks/>
          </p:cNvSpPr>
          <p:nvPr/>
        </p:nvSpPr>
        <p:spPr>
          <a:xfrm>
            <a:off x="5302566" y="4311525"/>
            <a:ext cx="2009953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Aft>
                <a:spcPts val="1600"/>
              </a:spcAft>
              <a:buNone/>
            </a:pPr>
            <a:r>
              <a:rPr lang="en-US" dirty="0"/>
              <a:t>128-bit AES encryption ensures safe data transfer</a:t>
            </a:r>
          </a:p>
        </p:txBody>
      </p:sp>
      <p:sp>
        <p:nvSpPr>
          <p:cNvPr id="9" name="Google Shape;807;p36">
            <a:extLst>
              <a:ext uri="{FF2B5EF4-FFF2-40B4-BE49-F238E27FC236}">
                <a16:creationId xmlns:a16="http://schemas.microsoft.com/office/drawing/2014/main" id="{8D4B2AAF-9358-165C-F889-89A622460B20}"/>
              </a:ext>
            </a:extLst>
          </p:cNvPr>
          <p:cNvSpPr txBox="1"/>
          <p:nvPr/>
        </p:nvSpPr>
        <p:spPr>
          <a:xfrm>
            <a:off x="4777613" y="2047072"/>
            <a:ext cx="12801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If path fails, alternate routes used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0" name="Google Shape;808;p36">
            <a:extLst>
              <a:ext uri="{FF2B5EF4-FFF2-40B4-BE49-F238E27FC236}">
                <a16:creationId xmlns:a16="http://schemas.microsoft.com/office/drawing/2014/main" id="{7561862D-E5CF-3F51-8084-DC05F8166C20}"/>
              </a:ext>
            </a:extLst>
          </p:cNvPr>
          <p:cNvSpPr txBox="1"/>
          <p:nvPr/>
        </p:nvSpPr>
        <p:spPr>
          <a:xfrm>
            <a:off x="7888228" y="1814531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Routers</a:t>
            </a:r>
            <a:endParaRPr sz="1800" dirty="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Google Shape;809;p36">
            <a:extLst>
              <a:ext uri="{FF2B5EF4-FFF2-40B4-BE49-F238E27FC236}">
                <a16:creationId xmlns:a16="http://schemas.microsoft.com/office/drawing/2014/main" id="{B47A9976-41B0-2E84-9AA0-20A5525B5D92}"/>
              </a:ext>
            </a:extLst>
          </p:cNvPr>
          <p:cNvSpPr txBox="1"/>
          <p:nvPr/>
        </p:nvSpPr>
        <p:spPr>
          <a:xfrm>
            <a:off x="4777638" y="1804947"/>
            <a:ext cx="12801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Self Healing</a:t>
            </a:r>
            <a:endParaRPr sz="1800" dirty="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2" name="Google Shape;810;p36">
            <a:extLst>
              <a:ext uri="{FF2B5EF4-FFF2-40B4-BE49-F238E27FC236}">
                <a16:creationId xmlns:a16="http://schemas.microsoft.com/office/drawing/2014/main" id="{E729E89C-26B4-F6E3-C265-858F2A678B78}"/>
              </a:ext>
            </a:extLst>
          </p:cNvPr>
          <p:cNvSpPr txBox="1"/>
          <p:nvPr/>
        </p:nvSpPr>
        <p:spPr>
          <a:xfrm>
            <a:off x="5302567" y="406865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Security</a:t>
            </a:r>
            <a:endParaRPr sz="1800" dirty="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13" name="Google Shape;811;p36">
            <a:extLst>
              <a:ext uri="{FF2B5EF4-FFF2-40B4-BE49-F238E27FC236}">
                <a16:creationId xmlns:a16="http://schemas.microsoft.com/office/drawing/2014/main" id="{8DF52397-500D-07E2-D62F-0D1D693196E8}"/>
              </a:ext>
            </a:extLst>
          </p:cNvPr>
          <p:cNvGrpSpPr/>
          <p:nvPr/>
        </p:nvGrpSpPr>
        <p:grpSpPr>
          <a:xfrm>
            <a:off x="4829524" y="4322354"/>
            <a:ext cx="396838" cy="564704"/>
            <a:chOff x="4659557" y="3829004"/>
            <a:chExt cx="396838" cy="564704"/>
          </a:xfrm>
        </p:grpSpPr>
        <p:sp>
          <p:nvSpPr>
            <p:cNvPr id="14" name="Google Shape;812;p36">
              <a:extLst>
                <a:ext uri="{FF2B5EF4-FFF2-40B4-BE49-F238E27FC236}">
                  <a16:creationId xmlns:a16="http://schemas.microsoft.com/office/drawing/2014/main" id="{B2FF6345-9146-FE9C-5745-E1D92C02BF1A}"/>
                </a:ext>
              </a:extLst>
            </p:cNvPr>
            <p:cNvSpPr/>
            <p:nvPr/>
          </p:nvSpPr>
          <p:spPr>
            <a:xfrm>
              <a:off x="4659557" y="3829004"/>
              <a:ext cx="396838" cy="240111"/>
            </a:xfrm>
            <a:custGeom>
              <a:avLst/>
              <a:gdLst/>
              <a:ahLst/>
              <a:cxnLst/>
              <a:rect l="l" t="t" r="r" b="b"/>
              <a:pathLst>
                <a:path w="21697" h="13128" extrusionOk="0">
                  <a:moveTo>
                    <a:pt x="11061" y="1"/>
                  </a:moveTo>
                  <a:lnTo>
                    <a:pt x="0" y="6747"/>
                  </a:lnTo>
                  <a:lnTo>
                    <a:pt x="10575" y="13128"/>
                  </a:lnTo>
                  <a:lnTo>
                    <a:pt x="21697" y="6443"/>
                  </a:lnTo>
                  <a:lnTo>
                    <a:pt x="110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13;p36">
              <a:extLst>
                <a:ext uri="{FF2B5EF4-FFF2-40B4-BE49-F238E27FC236}">
                  <a16:creationId xmlns:a16="http://schemas.microsoft.com/office/drawing/2014/main" id="{D2337BDA-D1DF-5786-5250-B4630BEB7B4B}"/>
                </a:ext>
              </a:extLst>
            </p:cNvPr>
            <p:cNvSpPr/>
            <p:nvPr/>
          </p:nvSpPr>
          <p:spPr>
            <a:xfrm>
              <a:off x="4659557" y="4153578"/>
              <a:ext cx="396838" cy="240129"/>
            </a:xfrm>
            <a:custGeom>
              <a:avLst/>
              <a:gdLst/>
              <a:ahLst/>
              <a:cxnLst/>
              <a:rect l="l" t="t" r="r" b="b"/>
              <a:pathLst>
                <a:path w="21697" h="13129" extrusionOk="0">
                  <a:moveTo>
                    <a:pt x="11061" y="1"/>
                  </a:moveTo>
                  <a:lnTo>
                    <a:pt x="0" y="6747"/>
                  </a:lnTo>
                  <a:lnTo>
                    <a:pt x="10575" y="13128"/>
                  </a:lnTo>
                  <a:lnTo>
                    <a:pt x="21697" y="6443"/>
                  </a:lnTo>
                  <a:lnTo>
                    <a:pt x="110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14;p36">
              <a:extLst>
                <a:ext uri="{FF2B5EF4-FFF2-40B4-BE49-F238E27FC236}">
                  <a16:creationId xmlns:a16="http://schemas.microsoft.com/office/drawing/2014/main" id="{573C0889-C652-001E-E48A-E66CED2D30D6}"/>
                </a:ext>
              </a:extLst>
            </p:cNvPr>
            <p:cNvSpPr/>
            <p:nvPr/>
          </p:nvSpPr>
          <p:spPr>
            <a:xfrm>
              <a:off x="4852974" y="3946828"/>
              <a:ext cx="203421" cy="373500"/>
            </a:xfrm>
            <a:custGeom>
              <a:avLst/>
              <a:gdLst/>
              <a:ahLst/>
              <a:cxnLst/>
              <a:rect l="l" t="t" r="r" b="b"/>
              <a:pathLst>
                <a:path w="11122" h="20421" extrusionOk="0">
                  <a:moveTo>
                    <a:pt x="11122" y="1"/>
                  </a:moveTo>
                  <a:lnTo>
                    <a:pt x="0" y="6686"/>
                  </a:lnTo>
                  <a:lnTo>
                    <a:pt x="0" y="20421"/>
                  </a:lnTo>
                  <a:lnTo>
                    <a:pt x="11122" y="13675"/>
                  </a:lnTo>
                  <a:lnTo>
                    <a:pt x="111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15;p36">
              <a:extLst>
                <a:ext uri="{FF2B5EF4-FFF2-40B4-BE49-F238E27FC236}">
                  <a16:creationId xmlns:a16="http://schemas.microsoft.com/office/drawing/2014/main" id="{00491FE4-B344-2928-9339-A017E4D18F99}"/>
                </a:ext>
              </a:extLst>
            </p:cNvPr>
            <p:cNvSpPr/>
            <p:nvPr/>
          </p:nvSpPr>
          <p:spPr>
            <a:xfrm>
              <a:off x="4659557" y="3952388"/>
              <a:ext cx="193435" cy="367940"/>
            </a:xfrm>
            <a:custGeom>
              <a:avLst/>
              <a:gdLst/>
              <a:ahLst/>
              <a:cxnLst/>
              <a:rect l="l" t="t" r="r" b="b"/>
              <a:pathLst>
                <a:path w="10576" h="20117" extrusionOk="0">
                  <a:moveTo>
                    <a:pt x="0" y="1"/>
                  </a:moveTo>
                  <a:lnTo>
                    <a:pt x="0" y="13675"/>
                  </a:lnTo>
                  <a:lnTo>
                    <a:pt x="10575" y="20117"/>
                  </a:lnTo>
                  <a:lnTo>
                    <a:pt x="10575" y="63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FC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816;p36">
            <a:extLst>
              <a:ext uri="{FF2B5EF4-FFF2-40B4-BE49-F238E27FC236}">
                <a16:creationId xmlns:a16="http://schemas.microsoft.com/office/drawing/2014/main" id="{3904E088-95B0-9E1C-6C60-35DB1E69387B}"/>
              </a:ext>
            </a:extLst>
          </p:cNvPr>
          <p:cNvGrpSpPr/>
          <p:nvPr/>
        </p:nvGrpSpPr>
        <p:grpSpPr>
          <a:xfrm>
            <a:off x="6097610" y="1804947"/>
            <a:ext cx="396856" cy="940303"/>
            <a:chOff x="5623185" y="2648733"/>
            <a:chExt cx="396856" cy="751445"/>
          </a:xfrm>
        </p:grpSpPr>
        <p:sp>
          <p:nvSpPr>
            <p:cNvPr id="19" name="Google Shape;817;p36">
              <a:extLst>
                <a:ext uri="{FF2B5EF4-FFF2-40B4-BE49-F238E27FC236}">
                  <a16:creationId xmlns:a16="http://schemas.microsoft.com/office/drawing/2014/main" id="{26E6E4EC-B44B-C29B-2F67-F6F0F54EBCA8}"/>
                </a:ext>
              </a:extLst>
            </p:cNvPr>
            <p:cNvSpPr/>
            <p:nvPr/>
          </p:nvSpPr>
          <p:spPr>
            <a:xfrm>
              <a:off x="5623185" y="2648733"/>
              <a:ext cx="396856" cy="240129"/>
            </a:xfrm>
            <a:custGeom>
              <a:avLst/>
              <a:gdLst/>
              <a:ahLst/>
              <a:cxnLst/>
              <a:rect l="l" t="t" r="r" b="b"/>
              <a:pathLst>
                <a:path w="21698" h="13129" extrusionOk="0">
                  <a:moveTo>
                    <a:pt x="11122" y="1"/>
                  </a:moveTo>
                  <a:lnTo>
                    <a:pt x="1" y="6686"/>
                  </a:lnTo>
                  <a:lnTo>
                    <a:pt x="10636" y="13128"/>
                  </a:lnTo>
                  <a:lnTo>
                    <a:pt x="21697" y="6382"/>
                  </a:lnTo>
                  <a:lnTo>
                    <a:pt x="11122" y="1"/>
                  </a:lnTo>
                  <a:close/>
                </a:path>
              </a:pathLst>
            </a:custGeom>
            <a:solidFill>
              <a:srgbClr val="FFE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18;p36">
              <a:extLst>
                <a:ext uri="{FF2B5EF4-FFF2-40B4-BE49-F238E27FC236}">
                  <a16:creationId xmlns:a16="http://schemas.microsoft.com/office/drawing/2014/main" id="{6882319A-1667-185A-CA40-628437107013}"/>
                </a:ext>
              </a:extLst>
            </p:cNvPr>
            <p:cNvSpPr/>
            <p:nvPr/>
          </p:nvSpPr>
          <p:spPr>
            <a:xfrm>
              <a:off x="5623185" y="3160066"/>
              <a:ext cx="396856" cy="240111"/>
            </a:xfrm>
            <a:custGeom>
              <a:avLst/>
              <a:gdLst/>
              <a:ahLst/>
              <a:cxnLst/>
              <a:rect l="l" t="t" r="r" b="b"/>
              <a:pathLst>
                <a:path w="21698" h="13128" extrusionOk="0">
                  <a:moveTo>
                    <a:pt x="11122" y="0"/>
                  </a:moveTo>
                  <a:lnTo>
                    <a:pt x="1" y="6746"/>
                  </a:lnTo>
                  <a:lnTo>
                    <a:pt x="10636" y="13127"/>
                  </a:lnTo>
                  <a:lnTo>
                    <a:pt x="21697" y="6442"/>
                  </a:lnTo>
                  <a:lnTo>
                    <a:pt x="111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19;p36">
              <a:extLst>
                <a:ext uri="{FF2B5EF4-FFF2-40B4-BE49-F238E27FC236}">
                  <a16:creationId xmlns:a16="http://schemas.microsoft.com/office/drawing/2014/main" id="{F19F7B7F-4469-6C31-7B05-AA1AC67B4596}"/>
                </a:ext>
              </a:extLst>
            </p:cNvPr>
            <p:cNvSpPr/>
            <p:nvPr/>
          </p:nvSpPr>
          <p:spPr>
            <a:xfrm>
              <a:off x="5817717" y="2765459"/>
              <a:ext cx="202324" cy="561357"/>
            </a:xfrm>
            <a:custGeom>
              <a:avLst/>
              <a:gdLst/>
              <a:ahLst/>
              <a:cxnLst/>
              <a:rect l="l" t="t" r="r" b="b"/>
              <a:pathLst>
                <a:path w="11062" h="30692" extrusionOk="0">
                  <a:moveTo>
                    <a:pt x="11061" y="0"/>
                  </a:moveTo>
                  <a:lnTo>
                    <a:pt x="0" y="6746"/>
                  </a:lnTo>
                  <a:lnTo>
                    <a:pt x="0" y="30691"/>
                  </a:lnTo>
                  <a:lnTo>
                    <a:pt x="11061" y="23945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20;p36">
              <a:extLst>
                <a:ext uri="{FF2B5EF4-FFF2-40B4-BE49-F238E27FC236}">
                  <a16:creationId xmlns:a16="http://schemas.microsoft.com/office/drawing/2014/main" id="{7F8A97A4-B02E-61EF-3428-1340FFF3FA9A}"/>
                </a:ext>
              </a:extLst>
            </p:cNvPr>
            <p:cNvSpPr/>
            <p:nvPr/>
          </p:nvSpPr>
          <p:spPr>
            <a:xfrm>
              <a:off x="5623185" y="2771019"/>
              <a:ext cx="194551" cy="555797"/>
            </a:xfrm>
            <a:custGeom>
              <a:avLst/>
              <a:gdLst/>
              <a:ahLst/>
              <a:cxnLst/>
              <a:rect l="l" t="t" r="r" b="b"/>
              <a:pathLst>
                <a:path w="10637" h="30388" extrusionOk="0">
                  <a:moveTo>
                    <a:pt x="1" y="0"/>
                  </a:moveTo>
                  <a:lnTo>
                    <a:pt x="1" y="23945"/>
                  </a:lnTo>
                  <a:lnTo>
                    <a:pt x="10636" y="30387"/>
                  </a:lnTo>
                  <a:lnTo>
                    <a:pt x="10636" y="64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E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821;p36">
            <a:extLst>
              <a:ext uri="{FF2B5EF4-FFF2-40B4-BE49-F238E27FC236}">
                <a16:creationId xmlns:a16="http://schemas.microsoft.com/office/drawing/2014/main" id="{F93CC489-8E7B-1A92-4232-6ED983C10064}"/>
              </a:ext>
            </a:extLst>
          </p:cNvPr>
          <p:cNvGrpSpPr/>
          <p:nvPr/>
        </p:nvGrpSpPr>
        <p:grpSpPr>
          <a:xfrm>
            <a:off x="7415172" y="1508806"/>
            <a:ext cx="396838" cy="1209785"/>
            <a:chOff x="6729328" y="1335939"/>
            <a:chExt cx="396838" cy="939283"/>
          </a:xfrm>
        </p:grpSpPr>
        <p:sp>
          <p:nvSpPr>
            <p:cNvPr id="24" name="Google Shape;822;p36">
              <a:extLst>
                <a:ext uri="{FF2B5EF4-FFF2-40B4-BE49-F238E27FC236}">
                  <a16:creationId xmlns:a16="http://schemas.microsoft.com/office/drawing/2014/main" id="{017C50F0-DFDB-FA3B-D48D-3B18A11D8CF6}"/>
                </a:ext>
              </a:extLst>
            </p:cNvPr>
            <p:cNvSpPr/>
            <p:nvPr/>
          </p:nvSpPr>
          <p:spPr>
            <a:xfrm>
              <a:off x="6729328" y="1335939"/>
              <a:ext cx="396838" cy="240111"/>
            </a:xfrm>
            <a:custGeom>
              <a:avLst/>
              <a:gdLst/>
              <a:ahLst/>
              <a:cxnLst/>
              <a:rect l="l" t="t" r="r" b="b"/>
              <a:pathLst>
                <a:path w="21697" h="13128" extrusionOk="0">
                  <a:moveTo>
                    <a:pt x="11122" y="0"/>
                  </a:moveTo>
                  <a:lnTo>
                    <a:pt x="1" y="6746"/>
                  </a:lnTo>
                  <a:lnTo>
                    <a:pt x="10575" y="13128"/>
                  </a:lnTo>
                  <a:lnTo>
                    <a:pt x="21697" y="6442"/>
                  </a:lnTo>
                  <a:lnTo>
                    <a:pt x="11122" y="0"/>
                  </a:lnTo>
                  <a:close/>
                </a:path>
              </a:pathLst>
            </a:custGeom>
            <a:solidFill>
              <a:srgbClr val="F19C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23;p36">
              <a:extLst>
                <a:ext uri="{FF2B5EF4-FFF2-40B4-BE49-F238E27FC236}">
                  <a16:creationId xmlns:a16="http://schemas.microsoft.com/office/drawing/2014/main" id="{05A31889-FD0B-14BF-BF2B-85F5993A3A91}"/>
                </a:ext>
              </a:extLst>
            </p:cNvPr>
            <p:cNvSpPr/>
            <p:nvPr/>
          </p:nvSpPr>
          <p:spPr>
            <a:xfrm>
              <a:off x="6729328" y="2035111"/>
              <a:ext cx="396838" cy="240111"/>
            </a:xfrm>
            <a:custGeom>
              <a:avLst/>
              <a:gdLst/>
              <a:ahLst/>
              <a:cxnLst/>
              <a:rect l="l" t="t" r="r" b="b"/>
              <a:pathLst>
                <a:path w="21697" h="13128" extrusionOk="0">
                  <a:moveTo>
                    <a:pt x="11122" y="0"/>
                  </a:moveTo>
                  <a:lnTo>
                    <a:pt x="1" y="6746"/>
                  </a:lnTo>
                  <a:lnTo>
                    <a:pt x="10575" y="13128"/>
                  </a:lnTo>
                  <a:lnTo>
                    <a:pt x="21697" y="6443"/>
                  </a:lnTo>
                  <a:lnTo>
                    <a:pt x="111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24;p36">
              <a:extLst>
                <a:ext uri="{FF2B5EF4-FFF2-40B4-BE49-F238E27FC236}">
                  <a16:creationId xmlns:a16="http://schemas.microsoft.com/office/drawing/2014/main" id="{DD56137E-2926-9D99-E4E9-55F3116CFF32}"/>
                </a:ext>
              </a:extLst>
            </p:cNvPr>
            <p:cNvSpPr/>
            <p:nvPr/>
          </p:nvSpPr>
          <p:spPr>
            <a:xfrm>
              <a:off x="6922744" y="1453763"/>
              <a:ext cx="203421" cy="748098"/>
            </a:xfrm>
            <a:custGeom>
              <a:avLst/>
              <a:gdLst/>
              <a:ahLst/>
              <a:cxnLst/>
              <a:rect l="l" t="t" r="r" b="b"/>
              <a:pathLst>
                <a:path w="11122" h="40902" extrusionOk="0">
                  <a:moveTo>
                    <a:pt x="11122" y="0"/>
                  </a:moveTo>
                  <a:lnTo>
                    <a:pt x="0" y="6686"/>
                  </a:lnTo>
                  <a:lnTo>
                    <a:pt x="0" y="40902"/>
                  </a:lnTo>
                  <a:lnTo>
                    <a:pt x="11122" y="34156"/>
                  </a:lnTo>
                  <a:lnTo>
                    <a:pt x="111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25;p36">
              <a:extLst>
                <a:ext uri="{FF2B5EF4-FFF2-40B4-BE49-F238E27FC236}">
                  <a16:creationId xmlns:a16="http://schemas.microsoft.com/office/drawing/2014/main" id="{3868A2AE-0359-0608-7C0B-B06CBF9F3C26}"/>
                </a:ext>
              </a:extLst>
            </p:cNvPr>
            <p:cNvSpPr/>
            <p:nvPr/>
          </p:nvSpPr>
          <p:spPr>
            <a:xfrm>
              <a:off x="6729328" y="1459323"/>
              <a:ext cx="193435" cy="742537"/>
            </a:xfrm>
            <a:custGeom>
              <a:avLst/>
              <a:gdLst/>
              <a:ahLst/>
              <a:cxnLst/>
              <a:rect l="l" t="t" r="r" b="b"/>
              <a:pathLst>
                <a:path w="10576" h="40598" extrusionOk="0">
                  <a:moveTo>
                    <a:pt x="1" y="0"/>
                  </a:moveTo>
                  <a:lnTo>
                    <a:pt x="1" y="34156"/>
                  </a:lnTo>
                  <a:lnTo>
                    <a:pt x="10575" y="40598"/>
                  </a:lnTo>
                  <a:lnTo>
                    <a:pt x="10575" y="63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C90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826;p36">
            <a:extLst>
              <a:ext uri="{FF2B5EF4-FFF2-40B4-BE49-F238E27FC236}">
                <a16:creationId xmlns:a16="http://schemas.microsoft.com/office/drawing/2014/main" id="{6A7A76E7-DB5A-D9E9-EA93-E3E86A8022D1}"/>
              </a:ext>
            </a:extLst>
          </p:cNvPr>
          <p:cNvGrpSpPr/>
          <p:nvPr/>
        </p:nvGrpSpPr>
        <p:grpSpPr>
          <a:xfrm>
            <a:off x="7724599" y="10067"/>
            <a:ext cx="396887" cy="1257409"/>
            <a:chOff x="7602925" y="238850"/>
            <a:chExt cx="396887" cy="1257409"/>
          </a:xfrm>
        </p:grpSpPr>
        <p:sp>
          <p:nvSpPr>
            <p:cNvPr id="29" name="Google Shape;827;p36">
              <a:extLst>
                <a:ext uri="{FF2B5EF4-FFF2-40B4-BE49-F238E27FC236}">
                  <a16:creationId xmlns:a16="http://schemas.microsoft.com/office/drawing/2014/main" id="{48EAE510-A3D9-1D98-E399-138E9AE94FB9}"/>
                </a:ext>
              </a:extLst>
            </p:cNvPr>
            <p:cNvSpPr/>
            <p:nvPr/>
          </p:nvSpPr>
          <p:spPr>
            <a:xfrm>
              <a:off x="7602940" y="1256148"/>
              <a:ext cx="396838" cy="240111"/>
            </a:xfrm>
            <a:custGeom>
              <a:avLst/>
              <a:gdLst/>
              <a:ahLst/>
              <a:cxnLst/>
              <a:rect l="l" t="t" r="r" b="b"/>
              <a:pathLst>
                <a:path w="21697" h="13128" extrusionOk="0">
                  <a:moveTo>
                    <a:pt x="11122" y="0"/>
                  </a:moveTo>
                  <a:lnTo>
                    <a:pt x="1" y="6746"/>
                  </a:lnTo>
                  <a:lnTo>
                    <a:pt x="10575" y="13128"/>
                  </a:lnTo>
                  <a:lnTo>
                    <a:pt x="21697" y="6443"/>
                  </a:lnTo>
                  <a:lnTo>
                    <a:pt x="111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" name="Google Shape;828;p36">
              <a:extLst>
                <a:ext uri="{FF2B5EF4-FFF2-40B4-BE49-F238E27FC236}">
                  <a16:creationId xmlns:a16="http://schemas.microsoft.com/office/drawing/2014/main" id="{D8E9E7D7-AFB1-BF14-CCEB-31F8372B7010}"/>
                </a:ext>
              </a:extLst>
            </p:cNvPr>
            <p:cNvGrpSpPr/>
            <p:nvPr/>
          </p:nvGrpSpPr>
          <p:grpSpPr>
            <a:xfrm>
              <a:off x="7602925" y="238850"/>
              <a:ext cx="396887" cy="1154166"/>
              <a:chOff x="8330475" y="-511425"/>
              <a:chExt cx="396887" cy="1154166"/>
            </a:xfrm>
          </p:grpSpPr>
          <p:sp>
            <p:nvSpPr>
              <p:cNvPr id="31" name="Google Shape;829;p36">
                <a:extLst>
                  <a:ext uri="{FF2B5EF4-FFF2-40B4-BE49-F238E27FC236}">
                    <a16:creationId xmlns:a16="http://schemas.microsoft.com/office/drawing/2014/main" id="{0D39DF0B-013B-0FFF-41AA-DC93ABB3E0ED}"/>
                  </a:ext>
                </a:extLst>
              </p:cNvPr>
              <p:cNvSpPr/>
              <p:nvPr/>
            </p:nvSpPr>
            <p:spPr>
              <a:xfrm>
                <a:off x="8331971" y="-416203"/>
                <a:ext cx="393864" cy="1058944"/>
              </a:xfrm>
              <a:custGeom>
                <a:avLst/>
                <a:gdLst/>
                <a:ahLst/>
                <a:cxnLst/>
                <a:rect l="l" t="t" r="r" b="b"/>
                <a:pathLst>
                  <a:path w="12637" h="42592" extrusionOk="0">
                    <a:moveTo>
                      <a:pt x="12637" y="0"/>
                    </a:moveTo>
                    <a:lnTo>
                      <a:pt x="6051" y="147"/>
                    </a:lnTo>
                    <a:lnTo>
                      <a:pt x="1" y="244"/>
                    </a:lnTo>
                    <a:lnTo>
                      <a:pt x="1" y="38738"/>
                    </a:lnTo>
                    <a:cubicBezTo>
                      <a:pt x="1" y="38835"/>
                      <a:pt x="50" y="38933"/>
                      <a:pt x="98" y="38982"/>
                    </a:cubicBezTo>
                    <a:lnTo>
                      <a:pt x="5855" y="42543"/>
                    </a:lnTo>
                    <a:cubicBezTo>
                      <a:pt x="5953" y="42543"/>
                      <a:pt x="6002" y="42592"/>
                      <a:pt x="6051" y="42592"/>
                    </a:cubicBezTo>
                    <a:cubicBezTo>
                      <a:pt x="6148" y="42592"/>
                      <a:pt x="6246" y="42592"/>
                      <a:pt x="6294" y="42543"/>
                    </a:cubicBezTo>
                    <a:lnTo>
                      <a:pt x="12539" y="38689"/>
                    </a:lnTo>
                    <a:cubicBezTo>
                      <a:pt x="12588" y="38640"/>
                      <a:pt x="12637" y="38591"/>
                      <a:pt x="12637" y="38494"/>
                    </a:cubicBezTo>
                    <a:lnTo>
                      <a:pt x="12637" y="0"/>
                    </a:lnTo>
                    <a:close/>
                  </a:path>
                </a:pathLst>
              </a:custGeom>
              <a:solidFill>
                <a:srgbClr val="9FC5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830;p36">
                <a:extLst>
                  <a:ext uri="{FF2B5EF4-FFF2-40B4-BE49-F238E27FC236}">
                    <a16:creationId xmlns:a16="http://schemas.microsoft.com/office/drawing/2014/main" id="{5B23AF9A-BA22-0BB7-C0D2-44DB23AEF3B9}"/>
                  </a:ext>
                </a:extLst>
              </p:cNvPr>
              <p:cNvSpPr/>
              <p:nvPr/>
            </p:nvSpPr>
            <p:spPr>
              <a:xfrm>
                <a:off x="8520535" y="-416203"/>
                <a:ext cx="205300" cy="1058944"/>
              </a:xfrm>
              <a:custGeom>
                <a:avLst/>
                <a:gdLst/>
                <a:ahLst/>
                <a:cxnLst/>
                <a:rect l="l" t="t" r="r" b="b"/>
                <a:pathLst>
                  <a:path w="6587" h="42592" extrusionOk="0">
                    <a:moveTo>
                      <a:pt x="6587" y="0"/>
                    </a:moveTo>
                    <a:lnTo>
                      <a:pt x="1" y="147"/>
                    </a:lnTo>
                    <a:lnTo>
                      <a:pt x="1" y="42592"/>
                    </a:lnTo>
                    <a:cubicBezTo>
                      <a:pt x="98" y="42592"/>
                      <a:pt x="196" y="42592"/>
                      <a:pt x="244" y="42543"/>
                    </a:cubicBezTo>
                    <a:lnTo>
                      <a:pt x="6489" y="38689"/>
                    </a:lnTo>
                    <a:cubicBezTo>
                      <a:pt x="6538" y="38640"/>
                      <a:pt x="6587" y="38591"/>
                      <a:pt x="6587" y="38494"/>
                    </a:cubicBezTo>
                    <a:lnTo>
                      <a:pt x="658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" name="Google Shape;831;p36">
                <a:extLst>
                  <a:ext uri="{FF2B5EF4-FFF2-40B4-BE49-F238E27FC236}">
                    <a16:creationId xmlns:a16="http://schemas.microsoft.com/office/drawing/2014/main" id="{2E38871C-D5CA-CCC8-67FF-5CA7D58001D1}"/>
                  </a:ext>
                </a:extLst>
              </p:cNvPr>
              <p:cNvSpPr/>
              <p:nvPr/>
            </p:nvSpPr>
            <p:spPr>
              <a:xfrm>
                <a:off x="8330475" y="-511425"/>
                <a:ext cx="396887" cy="196538"/>
              </a:xfrm>
              <a:custGeom>
                <a:avLst/>
                <a:gdLst/>
                <a:ahLst/>
                <a:cxnLst/>
                <a:rect l="l" t="t" r="r" b="b"/>
                <a:pathLst>
                  <a:path w="12734" h="7905" extrusionOk="0">
                    <a:moveTo>
                      <a:pt x="6611" y="0"/>
                    </a:moveTo>
                    <a:cubicBezTo>
                      <a:pt x="6538" y="0"/>
                      <a:pt x="6464" y="25"/>
                      <a:pt x="6391" y="74"/>
                    </a:cubicBezTo>
                    <a:lnTo>
                      <a:pt x="146" y="3879"/>
                    </a:lnTo>
                    <a:cubicBezTo>
                      <a:pt x="0" y="3977"/>
                      <a:pt x="0" y="4172"/>
                      <a:pt x="146" y="4269"/>
                    </a:cubicBezTo>
                    <a:lnTo>
                      <a:pt x="5903" y="7831"/>
                    </a:lnTo>
                    <a:cubicBezTo>
                      <a:pt x="5977" y="7880"/>
                      <a:pt x="6050" y="7904"/>
                      <a:pt x="6123" y="7904"/>
                    </a:cubicBezTo>
                    <a:cubicBezTo>
                      <a:pt x="6196" y="7904"/>
                      <a:pt x="6269" y="7880"/>
                      <a:pt x="6342" y="7831"/>
                    </a:cubicBezTo>
                    <a:lnTo>
                      <a:pt x="12587" y="3977"/>
                    </a:lnTo>
                    <a:cubicBezTo>
                      <a:pt x="12734" y="3928"/>
                      <a:pt x="12734" y="3733"/>
                      <a:pt x="12587" y="3635"/>
                    </a:cubicBezTo>
                    <a:lnTo>
                      <a:pt x="6830" y="74"/>
                    </a:lnTo>
                    <a:cubicBezTo>
                      <a:pt x="6757" y="25"/>
                      <a:pt x="6684" y="0"/>
                      <a:pt x="66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" name="Google Shape;832;p36">
            <a:extLst>
              <a:ext uri="{FF2B5EF4-FFF2-40B4-BE49-F238E27FC236}">
                <a16:creationId xmlns:a16="http://schemas.microsoft.com/office/drawing/2014/main" id="{9F6779BE-235C-CC2B-B458-B9E41D256E49}"/>
              </a:ext>
            </a:extLst>
          </p:cNvPr>
          <p:cNvSpPr txBox="1"/>
          <p:nvPr/>
        </p:nvSpPr>
        <p:spPr>
          <a:xfrm>
            <a:off x="5907024" y="299094"/>
            <a:ext cx="1706567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>
                <a:solidFill>
                  <a:schemeClr val="tx1"/>
                </a:solidFill>
                <a:latin typeface="Anton" pitchFamily="2" charset="0"/>
              </a:rPr>
              <a:t>Communication</a:t>
            </a:r>
            <a:endParaRPr sz="1800" dirty="0">
              <a:solidFill>
                <a:schemeClr val="tx1"/>
              </a:solidFill>
              <a:latin typeface="Anton" pitchFamily="2" charset="0"/>
              <a:ea typeface="Lato" panose="020F0502020204030203" pitchFamily="34" charset="0"/>
              <a:cs typeface="Lato" panose="020F0502020204030203" pitchFamily="34" charset="0"/>
              <a:sym typeface="Anton"/>
            </a:endParaRPr>
          </a:p>
        </p:txBody>
      </p:sp>
      <p:cxnSp>
        <p:nvCxnSpPr>
          <p:cNvPr id="35" name="Google Shape;833;p36">
            <a:extLst>
              <a:ext uri="{FF2B5EF4-FFF2-40B4-BE49-F238E27FC236}">
                <a16:creationId xmlns:a16="http://schemas.microsoft.com/office/drawing/2014/main" id="{2F37030C-6BDE-2E60-C6AE-873F7983F081}"/>
              </a:ext>
            </a:extLst>
          </p:cNvPr>
          <p:cNvCxnSpPr/>
          <p:nvPr/>
        </p:nvCxnSpPr>
        <p:spPr>
          <a:xfrm>
            <a:off x="3929825" y="4465250"/>
            <a:ext cx="1083900" cy="712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834;p36">
            <a:extLst>
              <a:ext uri="{FF2B5EF4-FFF2-40B4-BE49-F238E27FC236}">
                <a16:creationId xmlns:a16="http://schemas.microsoft.com/office/drawing/2014/main" id="{B6F26B33-1D74-C9DC-A4EA-A6D09B1C00F7}"/>
              </a:ext>
            </a:extLst>
          </p:cNvPr>
          <p:cNvCxnSpPr/>
          <p:nvPr/>
        </p:nvCxnSpPr>
        <p:spPr>
          <a:xfrm>
            <a:off x="7039400" y="-5275"/>
            <a:ext cx="1974900" cy="1115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807;p36">
            <a:extLst>
              <a:ext uri="{FF2B5EF4-FFF2-40B4-BE49-F238E27FC236}">
                <a16:creationId xmlns:a16="http://schemas.microsoft.com/office/drawing/2014/main" id="{CCC9BEB5-3E80-4FC6-15A3-A90C7638CD09}"/>
              </a:ext>
            </a:extLst>
          </p:cNvPr>
          <p:cNvSpPr txBox="1"/>
          <p:nvPr/>
        </p:nvSpPr>
        <p:spPr>
          <a:xfrm>
            <a:off x="2787450" y="3095708"/>
            <a:ext cx="1928025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end devices mostly sleep, wake to send/receive</a:t>
            </a:r>
            <a:endParaRPr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38" name="Google Shape;809;p36">
            <a:extLst>
              <a:ext uri="{FF2B5EF4-FFF2-40B4-BE49-F238E27FC236}">
                <a16:creationId xmlns:a16="http://schemas.microsoft.com/office/drawing/2014/main" id="{9E13C530-8F0D-ED7A-99F3-C5D39ECDEE6D}"/>
              </a:ext>
            </a:extLst>
          </p:cNvPr>
          <p:cNvSpPr txBox="1"/>
          <p:nvPr/>
        </p:nvSpPr>
        <p:spPr>
          <a:xfrm>
            <a:off x="2386584" y="2824816"/>
            <a:ext cx="215665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>
                <a:solidFill>
                  <a:schemeClr val="tx1"/>
                </a:solidFill>
                <a:latin typeface="Anton" pitchFamily="2" charset="0"/>
              </a:rPr>
              <a:t>Low Power Operation</a:t>
            </a:r>
            <a:endParaRPr sz="1800" dirty="0">
              <a:solidFill>
                <a:schemeClr val="tx1"/>
              </a:solidFill>
              <a:latin typeface="Anton" pitchFamily="2" charset="0"/>
              <a:ea typeface="Anton"/>
              <a:cs typeface="Anton"/>
              <a:sym typeface="Anton"/>
            </a:endParaRPr>
          </a:p>
        </p:txBody>
      </p:sp>
      <p:grpSp>
        <p:nvGrpSpPr>
          <p:cNvPr id="39" name="Google Shape;816;p36">
            <a:extLst>
              <a:ext uri="{FF2B5EF4-FFF2-40B4-BE49-F238E27FC236}">
                <a16:creationId xmlns:a16="http://schemas.microsoft.com/office/drawing/2014/main" id="{9E7F05AE-96B7-D563-FA04-2A6D87B74235}"/>
              </a:ext>
            </a:extLst>
          </p:cNvPr>
          <p:cNvGrpSpPr/>
          <p:nvPr/>
        </p:nvGrpSpPr>
        <p:grpSpPr>
          <a:xfrm>
            <a:off x="4583106" y="3013674"/>
            <a:ext cx="396856" cy="751445"/>
            <a:chOff x="5623185" y="2648733"/>
            <a:chExt cx="396856" cy="751445"/>
          </a:xfrm>
        </p:grpSpPr>
        <p:sp>
          <p:nvSpPr>
            <p:cNvPr id="40" name="Google Shape;817;p36">
              <a:extLst>
                <a:ext uri="{FF2B5EF4-FFF2-40B4-BE49-F238E27FC236}">
                  <a16:creationId xmlns:a16="http://schemas.microsoft.com/office/drawing/2014/main" id="{6E663760-EAEC-AE18-30A9-6E5A135950EB}"/>
                </a:ext>
              </a:extLst>
            </p:cNvPr>
            <p:cNvSpPr/>
            <p:nvPr/>
          </p:nvSpPr>
          <p:spPr>
            <a:xfrm>
              <a:off x="5623185" y="2648733"/>
              <a:ext cx="396856" cy="240129"/>
            </a:xfrm>
            <a:custGeom>
              <a:avLst/>
              <a:gdLst/>
              <a:ahLst/>
              <a:cxnLst/>
              <a:rect l="l" t="t" r="r" b="b"/>
              <a:pathLst>
                <a:path w="21698" h="13129" extrusionOk="0">
                  <a:moveTo>
                    <a:pt x="11122" y="1"/>
                  </a:moveTo>
                  <a:lnTo>
                    <a:pt x="1" y="6686"/>
                  </a:lnTo>
                  <a:lnTo>
                    <a:pt x="10636" y="13128"/>
                  </a:lnTo>
                  <a:lnTo>
                    <a:pt x="21697" y="6382"/>
                  </a:lnTo>
                  <a:lnTo>
                    <a:pt x="11122" y="1"/>
                  </a:lnTo>
                  <a:close/>
                </a:path>
              </a:pathLst>
            </a:custGeom>
            <a:solidFill>
              <a:srgbClr val="EDBF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18;p36">
              <a:extLst>
                <a:ext uri="{FF2B5EF4-FFF2-40B4-BE49-F238E27FC236}">
                  <a16:creationId xmlns:a16="http://schemas.microsoft.com/office/drawing/2014/main" id="{6F384B5A-E292-A02B-FB2A-EF940F40A413}"/>
                </a:ext>
              </a:extLst>
            </p:cNvPr>
            <p:cNvSpPr/>
            <p:nvPr/>
          </p:nvSpPr>
          <p:spPr>
            <a:xfrm>
              <a:off x="5623185" y="3160066"/>
              <a:ext cx="396856" cy="240111"/>
            </a:xfrm>
            <a:custGeom>
              <a:avLst/>
              <a:gdLst/>
              <a:ahLst/>
              <a:cxnLst/>
              <a:rect l="l" t="t" r="r" b="b"/>
              <a:pathLst>
                <a:path w="21698" h="13128" extrusionOk="0">
                  <a:moveTo>
                    <a:pt x="11122" y="0"/>
                  </a:moveTo>
                  <a:lnTo>
                    <a:pt x="1" y="6746"/>
                  </a:lnTo>
                  <a:lnTo>
                    <a:pt x="10636" y="13127"/>
                  </a:lnTo>
                  <a:lnTo>
                    <a:pt x="21697" y="6442"/>
                  </a:lnTo>
                  <a:lnTo>
                    <a:pt x="111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19;p36">
              <a:extLst>
                <a:ext uri="{FF2B5EF4-FFF2-40B4-BE49-F238E27FC236}">
                  <a16:creationId xmlns:a16="http://schemas.microsoft.com/office/drawing/2014/main" id="{49C36101-4BFD-9D1D-8A1B-FFE750D5BF9A}"/>
                </a:ext>
              </a:extLst>
            </p:cNvPr>
            <p:cNvSpPr/>
            <p:nvPr/>
          </p:nvSpPr>
          <p:spPr>
            <a:xfrm>
              <a:off x="5817717" y="2765459"/>
              <a:ext cx="202324" cy="561357"/>
            </a:xfrm>
            <a:custGeom>
              <a:avLst/>
              <a:gdLst/>
              <a:ahLst/>
              <a:cxnLst/>
              <a:rect l="l" t="t" r="r" b="b"/>
              <a:pathLst>
                <a:path w="11062" h="30692" extrusionOk="0">
                  <a:moveTo>
                    <a:pt x="11061" y="0"/>
                  </a:moveTo>
                  <a:lnTo>
                    <a:pt x="0" y="6746"/>
                  </a:lnTo>
                  <a:lnTo>
                    <a:pt x="0" y="30691"/>
                  </a:lnTo>
                  <a:lnTo>
                    <a:pt x="11061" y="23945"/>
                  </a:lnTo>
                  <a:lnTo>
                    <a:pt x="1106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820;p36">
              <a:extLst>
                <a:ext uri="{FF2B5EF4-FFF2-40B4-BE49-F238E27FC236}">
                  <a16:creationId xmlns:a16="http://schemas.microsoft.com/office/drawing/2014/main" id="{66C3A7D1-2E74-898C-3743-8213E0458D3A}"/>
                </a:ext>
              </a:extLst>
            </p:cNvPr>
            <p:cNvSpPr/>
            <p:nvPr/>
          </p:nvSpPr>
          <p:spPr>
            <a:xfrm>
              <a:off x="5623185" y="2771019"/>
              <a:ext cx="194551" cy="555797"/>
            </a:xfrm>
            <a:custGeom>
              <a:avLst/>
              <a:gdLst/>
              <a:ahLst/>
              <a:cxnLst/>
              <a:rect l="l" t="t" r="r" b="b"/>
              <a:pathLst>
                <a:path w="10637" h="30388" extrusionOk="0">
                  <a:moveTo>
                    <a:pt x="1" y="0"/>
                  </a:moveTo>
                  <a:lnTo>
                    <a:pt x="1" y="23945"/>
                  </a:lnTo>
                  <a:lnTo>
                    <a:pt x="10636" y="30387"/>
                  </a:lnTo>
                  <a:lnTo>
                    <a:pt x="10636" y="64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bg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0597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08;p40">
            <a:extLst>
              <a:ext uri="{FF2B5EF4-FFF2-40B4-BE49-F238E27FC236}">
                <a16:creationId xmlns:a16="http://schemas.microsoft.com/office/drawing/2014/main" id="{304D1F44-10CC-A151-C99F-31D4C7CEAC95}"/>
              </a:ext>
            </a:extLst>
          </p:cNvPr>
          <p:cNvSpPr txBox="1">
            <a:spLocks/>
          </p:cNvSpPr>
          <p:nvPr/>
        </p:nvSpPr>
        <p:spPr>
          <a:xfrm>
            <a:off x="1536192" y="296771"/>
            <a:ext cx="2798100" cy="7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Ultra-low power consumption → years of battery life</a:t>
            </a:r>
          </a:p>
        </p:txBody>
      </p:sp>
      <p:sp>
        <p:nvSpPr>
          <p:cNvPr id="6" name="Google Shape;1010;p40">
            <a:extLst>
              <a:ext uri="{FF2B5EF4-FFF2-40B4-BE49-F238E27FC236}">
                <a16:creationId xmlns:a16="http://schemas.microsoft.com/office/drawing/2014/main" id="{274E851E-E767-51FE-811D-863346E823A0}"/>
              </a:ext>
            </a:extLst>
          </p:cNvPr>
          <p:cNvSpPr txBox="1">
            <a:spLocks/>
          </p:cNvSpPr>
          <p:nvPr/>
        </p:nvSpPr>
        <p:spPr>
          <a:xfrm>
            <a:off x="1536191" y="2119900"/>
            <a:ext cx="2798100" cy="7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Reliable – self-healing mesh ensures communication</a:t>
            </a:r>
          </a:p>
        </p:txBody>
      </p:sp>
      <p:sp>
        <p:nvSpPr>
          <p:cNvPr id="7" name="Google Shape;1011;p40">
            <a:extLst>
              <a:ext uri="{FF2B5EF4-FFF2-40B4-BE49-F238E27FC236}">
                <a16:creationId xmlns:a16="http://schemas.microsoft.com/office/drawing/2014/main" id="{DF538CEA-C70F-93A4-32A4-F4151F675EB4}"/>
              </a:ext>
            </a:extLst>
          </p:cNvPr>
          <p:cNvSpPr txBox="1">
            <a:spLocks/>
          </p:cNvSpPr>
          <p:nvPr/>
        </p:nvSpPr>
        <p:spPr>
          <a:xfrm>
            <a:off x="1536191" y="3158477"/>
            <a:ext cx="2798100" cy="4167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Secure – AES-128 encryption</a:t>
            </a:r>
          </a:p>
        </p:txBody>
      </p:sp>
      <p:sp>
        <p:nvSpPr>
          <p:cNvPr id="8" name="Google Shape;1012;p40">
            <a:extLst>
              <a:ext uri="{FF2B5EF4-FFF2-40B4-BE49-F238E27FC236}">
                <a16:creationId xmlns:a16="http://schemas.microsoft.com/office/drawing/2014/main" id="{013BD466-3E93-1B94-C195-31BF7CBEC5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38590" y="1529536"/>
            <a:ext cx="3875627" cy="17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tx1"/>
                </a:solidFill>
              </a:rPr>
              <a:t>Advan</a:t>
            </a:r>
            <a:r>
              <a:rPr lang="en" sz="3000" dirty="0"/>
              <a:t>tages</a:t>
            </a:r>
            <a:endParaRPr sz="3000" dirty="0"/>
          </a:p>
        </p:txBody>
      </p:sp>
      <p:sp>
        <p:nvSpPr>
          <p:cNvPr id="9" name="Google Shape;1013;p40">
            <a:extLst>
              <a:ext uri="{FF2B5EF4-FFF2-40B4-BE49-F238E27FC236}">
                <a16:creationId xmlns:a16="http://schemas.microsoft.com/office/drawing/2014/main" id="{B49F741C-F126-1D8C-60FD-BF7195F6A6A7}"/>
              </a:ext>
            </a:extLst>
          </p:cNvPr>
          <p:cNvSpPr/>
          <p:nvPr/>
        </p:nvSpPr>
        <p:spPr>
          <a:xfrm>
            <a:off x="755690" y="2225266"/>
            <a:ext cx="582976" cy="583309"/>
          </a:xfrm>
          <a:custGeom>
            <a:avLst/>
            <a:gdLst/>
            <a:ahLst/>
            <a:cxnLst/>
            <a:rect l="l" t="t" r="r" b="b"/>
            <a:pathLst>
              <a:path w="31385" h="31386" extrusionOk="0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14;p40">
            <a:extLst>
              <a:ext uri="{FF2B5EF4-FFF2-40B4-BE49-F238E27FC236}">
                <a16:creationId xmlns:a16="http://schemas.microsoft.com/office/drawing/2014/main" id="{218930F2-F200-288D-96A6-87F4057C32E5}"/>
              </a:ext>
            </a:extLst>
          </p:cNvPr>
          <p:cNvSpPr/>
          <p:nvPr/>
        </p:nvSpPr>
        <p:spPr>
          <a:xfrm>
            <a:off x="755690" y="1322521"/>
            <a:ext cx="582976" cy="583309"/>
          </a:xfrm>
          <a:custGeom>
            <a:avLst/>
            <a:gdLst/>
            <a:ahLst/>
            <a:cxnLst/>
            <a:rect l="l" t="t" r="r" b="b"/>
            <a:pathLst>
              <a:path w="31385" h="31386" extrusionOk="0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015;p40">
            <a:extLst>
              <a:ext uri="{FF2B5EF4-FFF2-40B4-BE49-F238E27FC236}">
                <a16:creationId xmlns:a16="http://schemas.microsoft.com/office/drawing/2014/main" id="{945472AF-E709-7612-6E82-0836675446A9}"/>
              </a:ext>
            </a:extLst>
          </p:cNvPr>
          <p:cNvSpPr/>
          <p:nvPr/>
        </p:nvSpPr>
        <p:spPr>
          <a:xfrm>
            <a:off x="755691" y="397342"/>
            <a:ext cx="582976" cy="583309"/>
          </a:xfrm>
          <a:custGeom>
            <a:avLst/>
            <a:gdLst/>
            <a:ahLst/>
            <a:cxnLst/>
            <a:rect l="l" t="t" r="r" b="b"/>
            <a:pathLst>
              <a:path w="31385" h="31386" extrusionOk="0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016;p40">
            <a:extLst>
              <a:ext uri="{FF2B5EF4-FFF2-40B4-BE49-F238E27FC236}">
                <a16:creationId xmlns:a16="http://schemas.microsoft.com/office/drawing/2014/main" id="{C9ACD6ED-CFA0-0C4D-C336-26028C2CF039}"/>
              </a:ext>
            </a:extLst>
          </p:cNvPr>
          <p:cNvSpPr/>
          <p:nvPr/>
        </p:nvSpPr>
        <p:spPr>
          <a:xfrm>
            <a:off x="704752" y="3104503"/>
            <a:ext cx="582976" cy="583309"/>
          </a:xfrm>
          <a:custGeom>
            <a:avLst/>
            <a:gdLst/>
            <a:ahLst/>
            <a:cxnLst/>
            <a:rect l="l" t="t" r="r" b="b"/>
            <a:pathLst>
              <a:path w="31385" h="31386" extrusionOk="0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" name="Google Shape;1017;p40">
            <a:extLst>
              <a:ext uri="{FF2B5EF4-FFF2-40B4-BE49-F238E27FC236}">
                <a16:creationId xmlns:a16="http://schemas.microsoft.com/office/drawing/2014/main" id="{0698C2C3-2426-7915-4153-C8637C759AF6}"/>
              </a:ext>
            </a:extLst>
          </p:cNvPr>
          <p:cNvGrpSpPr/>
          <p:nvPr/>
        </p:nvGrpSpPr>
        <p:grpSpPr>
          <a:xfrm>
            <a:off x="906683" y="506121"/>
            <a:ext cx="281365" cy="365752"/>
            <a:chOff x="-50469125" y="3183175"/>
            <a:chExt cx="233150" cy="301825"/>
          </a:xfrm>
          <a:solidFill>
            <a:schemeClr val="tx1"/>
          </a:solidFill>
        </p:grpSpPr>
        <p:sp>
          <p:nvSpPr>
            <p:cNvPr id="14" name="Google Shape;1018;p40">
              <a:extLst>
                <a:ext uri="{FF2B5EF4-FFF2-40B4-BE49-F238E27FC236}">
                  <a16:creationId xmlns:a16="http://schemas.microsoft.com/office/drawing/2014/main" id="{14C31F30-0C1A-59D6-D14B-D75550D57918}"/>
                </a:ext>
              </a:extLst>
            </p:cNvPr>
            <p:cNvSpPr/>
            <p:nvPr/>
          </p:nvSpPr>
          <p:spPr>
            <a:xfrm>
              <a:off x="-50388775" y="3227275"/>
              <a:ext cx="70900" cy="70900"/>
            </a:xfrm>
            <a:custGeom>
              <a:avLst/>
              <a:gdLst/>
              <a:ahLst/>
              <a:cxnLst/>
              <a:rect l="l" t="t" r="r" b="b"/>
              <a:pathLst>
                <a:path w="2836" h="2836" extrusionOk="0">
                  <a:moveTo>
                    <a:pt x="1418" y="1072"/>
                  </a:moveTo>
                  <a:cubicBezTo>
                    <a:pt x="1638" y="1072"/>
                    <a:pt x="1796" y="1229"/>
                    <a:pt x="1796" y="1418"/>
                  </a:cubicBezTo>
                  <a:cubicBezTo>
                    <a:pt x="1796" y="1607"/>
                    <a:pt x="1638" y="1765"/>
                    <a:pt x="1418" y="1765"/>
                  </a:cubicBezTo>
                  <a:cubicBezTo>
                    <a:pt x="1229" y="1765"/>
                    <a:pt x="1071" y="1607"/>
                    <a:pt x="1071" y="1418"/>
                  </a:cubicBezTo>
                  <a:cubicBezTo>
                    <a:pt x="1071" y="1229"/>
                    <a:pt x="1229" y="1072"/>
                    <a:pt x="1418" y="1072"/>
                  </a:cubicBezTo>
                  <a:close/>
                  <a:moveTo>
                    <a:pt x="1418" y="1"/>
                  </a:moveTo>
                  <a:cubicBezTo>
                    <a:pt x="630" y="1"/>
                    <a:pt x="0" y="631"/>
                    <a:pt x="0" y="1418"/>
                  </a:cubicBezTo>
                  <a:cubicBezTo>
                    <a:pt x="0" y="2206"/>
                    <a:pt x="630" y="2836"/>
                    <a:pt x="1418" y="2836"/>
                  </a:cubicBezTo>
                  <a:cubicBezTo>
                    <a:pt x="2206" y="2836"/>
                    <a:pt x="2836" y="2206"/>
                    <a:pt x="2836" y="1418"/>
                  </a:cubicBezTo>
                  <a:cubicBezTo>
                    <a:pt x="2836" y="631"/>
                    <a:pt x="2206" y="1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19;p40">
              <a:extLst>
                <a:ext uri="{FF2B5EF4-FFF2-40B4-BE49-F238E27FC236}">
                  <a16:creationId xmlns:a16="http://schemas.microsoft.com/office/drawing/2014/main" id="{8A84CF6D-2A2B-14DA-47EA-AAD1DB686AD0}"/>
                </a:ext>
              </a:extLst>
            </p:cNvPr>
            <p:cNvSpPr/>
            <p:nvPr/>
          </p:nvSpPr>
          <p:spPr>
            <a:xfrm>
              <a:off x="-50469125" y="3290275"/>
              <a:ext cx="233150" cy="194725"/>
            </a:xfrm>
            <a:custGeom>
              <a:avLst/>
              <a:gdLst/>
              <a:ahLst/>
              <a:cxnLst/>
              <a:rect l="l" t="t" r="r" b="b"/>
              <a:pathLst>
                <a:path w="9326" h="7789" extrusionOk="0">
                  <a:moveTo>
                    <a:pt x="4663" y="1072"/>
                  </a:moveTo>
                  <a:lnTo>
                    <a:pt x="6018" y="3907"/>
                  </a:lnTo>
                  <a:cubicBezTo>
                    <a:pt x="5672" y="4034"/>
                    <a:pt x="5356" y="4097"/>
                    <a:pt x="5010" y="4128"/>
                  </a:cubicBezTo>
                  <a:lnTo>
                    <a:pt x="5010" y="3813"/>
                  </a:lnTo>
                  <a:cubicBezTo>
                    <a:pt x="5010" y="3624"/>
                    <a:pt x="4852" y="3466"/>
                    <a:pt x="4663" y="3466"/>
                  </a:cubicBezTo>
                  <a:cubicBezTo>
                    <a:pt x="4443" y="3466"/>
                    <a:pt x="4285" y="3624"/>
                    <a:pt x="4285" y="3813"/>
                  </a:cubicBezTo>
                  <a:lnTo>
                    <a:pt x="4285" y="4128"/>
                  </a:lnTo>
                  <a:cubicBezTo>
                    <a:pt x="3939" y="4097"/>
                    <a:pt x="3592" y="4034"/>
                    <a:pt x="3277" y="3907"/>
                  </a:cubicBezTo>
                  <a:lnTo>
                    <a:pt x="4663" y="1072"/>
                  </a:lnTo>
                  <a:close/>
                  <a:moveTo>
                    <a:pt x="2836" y="1"/>
                  </a:moveTo>
                  <a:lnTo>
                    <a:pt x="1576" y="2647"/>
                  </a:lnTo>
                  <a:cubicBezTo>
                    <a:pt x="1387" y="2395"/>
                    <a:pt x="1229" y="2143"/>
                    <a:pt x="1103" y="1860"/>
                  </a:cubicBezTo>
                  <a:cubicBezTo>
                    <a:pt x="1034" y="1721"/>
                    <a:pt x="914" y="1634"/>
                    <a:pt x="781" y="1634"/>
                  </a:cubicBezTo>
                  <a:cubicBezTo>
                    <a:pt x="732" y="1634"/>
                    <a:pt x="681" y="1645"/>
                    <a:pt x="631" y="1671"/>
                  </a:cubicBezTo>
                  <a:cubicBezTo>
                    <a:pt x="442" y="1734"/>
                    <a:pt x="347" y="1923"/>
                    <a:pt x="442" y="2143"/>
                  </a:cubicBezTo>
                  <a:cubicBezTo>
                    <a:pt x="631" y="2553"/>
                    <a:pt x="914" y="2994"/>
                    <a:pt x="1229" y="3340"/>
                  </a:cubicBezTo>
                  <a:lnTo>
                    <a:pt x="158" y="5546"/>
                  </a:lnTo>
                  <a:cubicBezTo>
                    <a:pt x="1" y="5955"/>
                    <a:pt x="64" y="6396"/>
                    <a:pt x="347" y="6711"/>
                  </a:cubicBezTo>
                  <a:lnTo>
                    <a:pt x="127" y="7247"/>
                  </a:lnTo>
                  <a:cubicBezTo>
                    <a:pt x="32" y="7405"/>
                    <a:pt x="127" y="7657"/>
                    <a:pt x="284" y="7720"/>
                  </a:cubicBezTo>
                  <a:cubicBezTo>
                    <a:pt x="328" y="7746"/>
                    <a:pt x="376" y="7757"/>
                    <a:pt x="425" y="7757"/>
                  </a:cubicBezTo>
                  <a:cubicBezTo>
                    <a:pt x="554" y="7757"/>
                    <a:pt x="688" y="7676"/>
                    <a:pt x="757" y="7562"/>
                  </a:cubicBezTo>
                  <a:lnTo>
                    <a:pt x="977" y="7026"/>
                  </a:lnTo>
                  <a:cubicBezTo>
                    <a:pt x="1025" y="7032"/>
                    <a:pt x="1072" y="7035"/>
                    <a:pt x="1118" y="7035"/>
                  </a:cubicBezTo>
                  <a:cubicBezTo>
                    <a:pt x="1562" y="7035"/>
                    <a:pt x="1937" y="6770"/>
                    <a:pt x="2080" y="6428"/>
                  </a:cubicBezTo>
                  <a:lnTo>
                    <a:pt x="2962" y="4601"/>
                  </a:lnTo>
                  <a:cubicBezTo>
                    <a:pt x="3372" y="4758"/>
                    <a:pt x="3813" y="4884"/>
                    <a:pt x="4285" y="4916"/>
                  </a:cubicBezTo>
                  <a:lnTo>
                    <a:pt x="4285" y="5294"/>
                  </a:lnTo>
                  <a:cubicBezTo>
                    <a:pt x="4285" y="5483"/>
                    <a:pt x="4443" y="5640"/>
                    <a:pt x="4632" y="5640"/>
                  </a:cubicBezTo>
                  <a:cubicBezTo>
                    <a:pt x="4852" y="5640"/>
                    <a:pt x="5010" y="5483"/>
                    <a:pt x="5010" y="5294"/>
                  </a:cubicBezTo>
                  <a:lnTo>
                    <a:pt x="5010" y="4916"/>
                  </a:lnTo>
                  <a:cubicBezTo>
                    <a:pt x="5483" y="4884"/>
                    <a:pt x="5892" y="4821"/>
                    <a:pt x="6333" y="4601"/>
                  </a:cubicBezTo>
                  <a:lnTo>
                    <a:pt x="7215" y="6428"/>
                  </a:lnTo>
                  <a:cubicBezTo>
                    <a:pt x="7365" y="6787"/>
                    <a:pt x="7741" y="7060"/>
                    <a:pt x="8237" y="7060"/>
                  </a:cubicBezTo>
                  <a:cubicBezTo>
                    <a:pt x="8264" y="7060"/>
                    <a:pt x="8291" y="7060"/>
                    <a:pt x="8318" y="7058"/>
                  </a:cubicBezTo>
                  <a:lnTo>
                    <a:pt x="8538" y="7594"/>
                  </a:lnTo>
                  <a:cubicBezTo>
                    <a:pt x="8607" y="7708"/>
                    <a:pt x="8742" y="7789"/>
                    <a:pt x="8871" y="7789"/>
                  </a:cubicBezTo>
                  <a:cubicBezTo>
                    <a:pt x="8920" y="7789"/>
                    <a:pt x="8968" y="7777"/>
                    <a:pt x="9011" y="7751"/>
                  </a:cubicBezTo>
                  <a:cubicBezTo>
                    <a:pt x="9169" y="7562"/>
                    <a:pt x="9263" y="7373"/>
                    <a:pt x="9169" y="7215"/>
                  </a:cubicBezTo>
                  <a:lnTo>
                    <a:pt x="8948" y="6648"/>
                  </a:lnTo>
                  <a:cubicBezTo>
                    <a:pt x="9200" y="6333"/>
                    <a:pt x="9326" y="5924"/>
                    <a:pt x="9137" y="5514"/>
                  </a:cubicBezTo>
                  <a:lnTo>
                    <a:pt x="8066" y="3340"/>
                  </a:lnTo>
                  <a:cubicBezTo>
                    <a:pt x="8381" y="2994"/>
                    <a:pt x="8665" y="2553"/>
                    <a:pt x="8854" y="2143"/>
                  </a:cubicBezTo>
                  <a:cubicBezTo>
                    <a:pt x="8948" y="1923"/>
                    <a:pt x="8854" y="1734"/>
                    <a:pt x="8665" y="1671"/>
                  </a:cubicBezTo>
                  <a:cubicBezTo>
                    <a:pt x="8614" y="1645"/>
                    <a:pt x="8561" y="1634"/>
                    <a:pt x="8509" y="1634"/>
                  </a:cubicBezTo>
                  <a:cubicBezTo>
                    <a:pt x="8369" y="1634"/>
                    <a:pt x="8238" y="1721"/>
                    <a:pt x="8192" y="1860"/>
                  </a:cubicBezTo>
                  <a:cubicBezTo>
                    <a:pt x="8066" y="2143"/>
                    <a:pt x="7908" y="2395"/>
                    <a:pt x="7719" y="2647"/>
                  </a:cubicBezTo>
                  <a:lnTo>
                    <a:pt x="6459" y="1"/>
                  </a:lnTo>
                  <a:cubicBezTo>
                    <a:pt x="6113" y="631"/>
                    <a:pt x="5420" y="1041"/>
                    <a:pt x="4632" y="1041"/>
                  </a:cubicBezTo>
                  <a:cubicBezTo>
                    <a:pt x="3844" y="1041"/>
                    <a:pt x="3183" y="599"/>
                    <a:pt x="28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020;p40">
              <a:extLst>
                <a:ext uri="{FF2B5EF4-FFF2-40B4-BE49-F238E27FC236}">
                  <a16:creationId xmlns:a16="http://schemas.microsoft.com/office/drawing/2014/main" id="{947F9E88-5652-3E71-3F33-BB7D766FB8C0}"/>
                </a:ext>
              </a:extLst>
            </p:cNvPr>
            <p:cNvSpPr/>
            <p:nvPr/>
          </p:nvSpPr>
          <p:spPr>
            <a:xfrm>
              <a:off x="-50379325" y="3183175"/>
              <a:ext cx="52775" cy="34675"/>
            </a:xfrm>
            <a:custGeom>
              <a:avLst/>
              <a:gdLst/>
              <a:ahLst/>
              <a:cxnLst/>
              <a:rect l="l" t="t" r="r" b="b"/>
              <a:pathLst>
                <a:path w="2111" h="1387" extrusionOk="0">
                  <a:moveTo>
                    <a:pt x="1071" y="0"/>
                  </a:moveTo>
                  <a:cubicBezTo>
                    <a:pt x="473" y="0"/>
                    <a:pt x="0" y="473"/>
                    <a:pt x="0" y="1071"/>
                  </a:cubicBezTo>
                  <a:lnTo>
                    <a:pt x="0" y="1386"/>
                  </a:lnTo>
                  <a:cubicBezTo>
                    <a:pt x="315" y="1166"/>
                    <a:pt x="662" y="1103"/>
                    <a:pt x="1071" y="1103"/>
                  </a:cubicBezTo>
                  <a:cubicBezTo>
                    <a:pt x="1449" y="1103"/>
                    <a:pt x="1796" y="1166"/>
                    <a:pt x="2111" y="1386"/>
                  </a:cubicBezTo>
                  <a:lnTo>
                    <a:pt x="2111" y="1071"/>
                  </a:lnTo>
                  <a:cubicBezTo>
                    <a:pt x="2111" y="473"/>
                    <a:pt x="1638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021;p40">
            <a:extLst>
              <a:ext uri="{FF2B5EF4-FFF2-40B4-BE49-F238E27FC236}">
                <a16:creationId xmlns:a16="http://schemas.microsoft.com/office/drawing/2014/main" id="{48624A5C-18CC-4D7F-7E18-8EFDF74D38C6}"/>
              </a:ext>
            </a:extLst>
          </p:cNvPr>
          <p:cNvGrpSpPr/>
          <p:nvPr/>
        </p:nvGrpSpPr>
        <p:grpSpPr>
          <a:xfrm>
            <a:off x="869532" y="1431290"/>
            <a:ext cx="365775" cy="365770"/>
            <a:chOff x="-49764975" y="3183375"/>
            <a:chExt cx="299300" cy="299125"/>
          </a:xfrm>
          <a:solidFill>
            <a:schemeClr val="tx1"/>
          </a:solidFill>
        </p:grpSpPr>
        <p:sp>
          <p:nvSpPr>
            <p:cNvPr id="18" name="Google Shape;1022;p40">
              <a:extLst>
                <a:ext uri="{FF2B5EF4-FFF2-40B4-BE49-F238E27FC236}">
                  <a16:creationId xmlns:a16="http://schemas.microsoft.com/office/drawing/2014/main" id="{BF12E582-E33C-F0AF-0640-F6A9BCE21507}"/>
                </a:ext>
              </a:extLst>
            </p:cNvPr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23;p40">
              <a:extLst>
                <a:ext uri="{FF2B5EF4-FFF2-40B4-BE49-F238E27FC236}">
                  <a16:creationId xmlns:a16="http://schemas.microsoft.com/office/drawing/2014/main" id="{79DB341D-B1B5-4C35-7F04-3B2DF7B56840}"/>
                </a:ext>
              </a:extLst>
            </p:cNvPr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24;p40">
              <a:extLst>
                <a:ext uri="{FF2B5EF4-FFF2-40B4-BE49-F238E27FC236}">
                  <a16:creationId xmlns:a16="http://schemas.microsoft.com/office/drawing/2014/main" id="{ECDF44B4-0B73-53A8-A468-DBB486D6E710}"/>
                </a:ext>
              </a:extLst>
            </p:cNvPr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25;p40">
              <a:extLst>
                <a:ext uri="{FF2B5EF4-FFF2-40B4-BE49-F238E27FC236}">
                  <a16:creationId xmlns:a16="http://schemas.microsoft.com/office/drawing/2014/main" id="{43E0C17E-D875-AA03-A960-757660DB7C1D}"/>
                </a:ext>
              </a:extLst>
            </p:cNvPr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26;p40">
              <a:extLst>
                <a:ext uri="{FF2B5EF4-FFF2-40B4-BE49-F238E27FC236}">
                  <a16:creationId xmlns:a16="http://schemas.microsoft.com/office/drawing/2014/main" id="{68CE3089-464A-275D-AFC4-E27043F0A6D9}"/>
                </a:ext>
              </a:extLst>
            </p:cNvPr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27;p40">
              <a:extLst>
                <a:ext uri="{FF2B5EF4-FFF2-40B4-BE49-F238E27FC236}">
                  <a16:creationId xmlns:a16="http://schemas.microsoft.com/office/drawing/2014/main" id="{4A1696C7-AD97-8962-58DE-3E2B0953A28A}"/>
                </a:ext>
              </a:extLst>
            </p:cNvPr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28;p40">
              <a:extLst>
                <a:ext uri="{FF2B5EF4-FFF2-40B4-BE49-F238E27FC236}">
                  <a16:creationId xmlns:a16="http://schemas.microsoft.com/office/drawing/2014/main" id="{8C19EA36-FC1B-A46D-22B4-212236BC7535}"/>
                </a:ext>
              </a:extLst>
            </p:cNvPr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29;p40">
              <a:extLst>
                <a:ext uri="{FF2B5EF4-FFF2-40B4-BE49-F238E27FC236}">
                  <a16:creationId xmlns:a16="http://schemas.microsoft.com/office/drawing/2014/main" id="{7F6FC656-E83F-34E2-F4C8-9BB36D9CA588}"/>
                </a:ext>
              </a:extLst>
            </p:cNvPr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30;p40">
              <a:extLst>
                <a:ext uri="{FF2B5EF4-FFF2-40B4-BE49-F238E27FC236}">
                  <a16:creationId xmlns:a16="http://schemas.microsoft.com/office/drawing/2014/main" id="{66DCBF17-F4AE-7DAC-A329-A6214B41F50D}"/>
                </a:ext>
              </a:extLst>
            </p:cNvPr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1038;p40">
            <a:extLst>
              <a:ext uri="{FF2B5EF4-FFF2-40B4-BE49-F238E27FC236}">
                <a16:creationId xmlns:a16="http://schemas.microsoft.com/office/drawing/2014/main" id="{1221592B-C9A5-C6A0-3A71-C477CB5EC0E0}"/>
              </a:ext>
            </a:extLst>
          </p:cNvPr>
          <p:cNvGrpSpPr/>
          <p:nvPr/>
        </p:nvGrpSpPr>
        <p:grpSpPr>
          <a:xfrm>
            <a:off x="866855" y="2334033"/>
            <a:ext cx="365745" cy="365774"/>
            <a:chOff x="-45673275" y="3937700"/>
            <a:chExt cx="299325" cy="300900"/>
          </a:xfrm>
          <a:solidFill>
            <a:schemeClr val="tx1"/>
          </a:solidFill>
        </p:grpSpPr>
        <p:sp>
          <p:nvSpPr>
            <p:cNvPr id="35" name="Google Shape;1039;p40">
              <a:extLst>
                <a:ext uri="{FF2B5EF4-FFF2-40B4-BE49-F238E27FC236}">
                  <a16:creationId xmlns:a16="http://schemas.microsoft.com/office/drawing/2014/main" id="{590F170C-F854-6438-FD03-8B10470A47D5}"/>
                </a:ext>
              </a:extLst>
            </p:cNvPr>
            <p:cNvSpPr/>
            <p:nvPr/>
          </p:nvSpPr>
          <p:spPr>
            <a:xfrm>
              <a:off x="-45673275" y="3937700"/>
              <a:ext cx="285925" cy="135500"/>
            </a:xfrm>
            <a:custGeom>
              <a:avLst/>
              <a:gdLst/>
              <a:ahLst/>
              <a:cxnLst/>
              <a:rect l="l" t="t" r="r" b="b"/>
              <a:pathLst>
                <a:path w="11437" h="5420" extrusionOk="0">
                  <a:moveTo>
                    <a:pt x="11437" y="1"/>
                  </a:moveTo>
                  <a:lnTo>
                    <a:pt x="221" y="3435"/>
                  </a:lnTo>
                  <a:cubicBezTo>
                    <a:pt x="63" y="3466"/>
                    <a:pt x="0" y="3624"/>
                    <a:pt x="0" y="3781"/>
                  </a:cubicBezTo>
                  <a:cubicBezTo>
                    <a:pt x="0" y="3939"/>
                    <a:pt x="95" y="4065"/>
                    <a:pt x="221" y="4159"/>
                  </a:cubicBezTo>
                  <a:lnTo>
                    <a:pt x="4348" y="5420"/>
                  </a:lnTo>
                  <a:lnTo>
                    <a:pt x="11405" y="64"/>
                  </a:lnTo>
                  <a:lnTo>
                    <a:pt x="114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40;p40">
              <a:extLst>
                <a:ext uri="{FF2B5EF4-FFF2-40B4-BE49-F238E27FC236}">
                  <a16:creationId xmlns:a16="http://schemas.microsoft.com/office/drawing/2014/main" id="{5B767FBA-B839-A4C2-3A6E-284F791609CA}"/>
                </a:ext>
              </a:extLst>
            </p:cNvPr>
            <p:cNvSpPr/>
            <p:nvPr/>
          </p:nvSpPr>
          <p:spPr>
            <a:xfrm>
              <a:off x="-45577975" y="3990475"/>
              <a:ext cx="151250" cy="150925"/>
            </a:xfrm>
            <a:custGeom>
              <a:avLst/>
              <a:gdLst/>
              <a:ahLst/>
              <a:cxnLst/>
              <a:rect l="l" t="t" r="r" b="b"/>
              <a:pathLst>
                <a:path w="6050" h="6037" extrusionOk="0">
                  <a:moveTo>
                    <a:pt x="6049" y="1"/>
                  </a:moveTo>
                  <a:lnTo>
                    <a:pt x="536" y="4159"/>
                  </a:lnTo>
                  <a:lnTo>
                    <a:pt x="32" y="5577"/>
                  </a:lnTo>
                  <a:cubicBezTo>
                    <a:pt x="0" y="5703"/>
                    <a:pt x="32" y="5861"/>
                    <a:pt x="126" y="5955"/>
                  </a:cubicBezTo>
                  <a:cubicBezTo>
                    <a:pt x="186" y="6015"/>
                    <a:pt x="259" y="6037"/>
                    <a:pt x="336" y="6037"/>
                  </a:cubicBezTo>
                  <a:cubicBezTo>
                    <a:pt x="381" y="6037"/>
                    <a:pt x="427" y="6030"/>
                    <a:pt x="473" y="6018"/>
                  </a:cubicBezTo>
                  <a:lnTo>
                    <a:pt x="1891" y="5514"/>
                  </a:lnTo>
                  <a:lnTo>
                    <a:pt x="6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41;p40">
              <a:extLst>
                <a:ext uri="{FF2B5EF4-FFF2-40B4-BE49-F238E27FC236}">
                  <a16:creationId xmlns:a16="http://schemas.microsoft.com/office/drawing/2014/main" id="{D650D854-7369-095D-7ABC-FC50FBCE7789}"/>
                </a:ext>
              </a:extLst>
            </p:cNvPr>
            <p:cNvSpPr/>
            <p:nvPr/>
          </p:nvSpPr>
          <p:spPr>
            <a:xfrm>
              <a:off x="-45509450" y="3951100"/>
              <a:ext cx="135500" cy="286725"/>
            </a:xfrm>
            <a:custGeom>
              <a:avLst/>
              <a:gdLst/>
              <a:ahLst/>
              <a:cxnLst/>
              <a:rect l="l" t="t" r="r" b="b"/>
              <a:pathLst>
                <a:path w="5420" h="11469" extrusionOk="0">
                  <a:moveTo>
                    <a:pt x="5419" y="0"/>
                  </a:moveTo>
                  <a:lnTo>
                    <a:pt x="5356" y="32"/>
                  </a:lnTo>
                  <a:lnTo>
                    <a:pt x="0" y="7089"/>
                  </a:lnTo>
                  <a:lnTo>
                    <a:pt x="1261" y="11216"/>
                  </a:lnTo>
                  <a:cubicBezTo>
                    <a:pt x="1324" y="11374"/>
                    <a:pt x="1481" y="11468"/>
                    <a:pt x="1639" y="11468"/>
                  </a:cubicBezTo>
                  <a:cubicBezTo>
                    <a:pt x="1796" y="11468"/>
                    <a:pt x="1891" y="11342"/>
                    <a:pt x="1985" y="11216"/>
                  </a:cubicBezTo>
                  <a:lnTo>
                    <a:pt x="5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42;p40">
              <a:extLst>
                <a:ext uri="{FF2B5EF4-FFF2-40B4-BE49-F238E27FC236}">
                  <a16:creationId xmlns:a16="http://schemas.microsoft.com/office/drawing/2014/main" id="{F9D80680-90EC-3575-279A-4B8896C380D9}"/>
                </a:ext>
              </a:extLst>
            </p:cNvPr>
            <p:cNvSpPr/>
            <p:nvPr/>
          </p:nvSpPr>
          <p:spPr>
            <a:xfrm>
              <a:off x="-45670925" y="4114125"/>
              <a:ext cx="72500" cy="70325"/>
            </a:xfrm>
            <a:custGeom>
              <a:avLst/>
              <a:gdLst/>
              <a:ahLst/>
              <a:cxnLst/>
              <a:rect l="l" t="t" r="r" b="b"/>
              <a:pathLst>
                <a:path w="2900" h="2813" extrusionOk="0">
                  <a:moveTo>
                    <a:pt x="2521" y="1"/>
                  </a:moveTo>
                  <a:cubicBezTo>
                    <a:pt x="2435" y="1"/>
                    <a:pt x="2348" y="32"/>
                    <a:pt x="2269" y="95"/>
                  </a:cubicBezTo>
                  <a:lnTo>
                    <a:pt x="127" y="2206"/>
                  </a:lnTo>
                  <a:cubicBezTo>
                    <a:pt x="1" y="2332"/>
                    <a:pt x="1" y="2553"/>
                    <a:pt x="127" y="2742"/>
                  </a:cubicBezTo>
                  <a:cubicBezTo>
                    <a:pt x="190" y="2789"/>
                    <a:pt x="277" y="2813"/>
                    <a:pt x="371" y="2813"/>
                  </a:cubicBezTo>
                  <a:cubicBezTo>
                    <a:pt x="466" y="2813"/>
                    <a:pt x="568" y="2789"/>
                    <a:pt x="662" y="2742"/>
                  </a:cubicBezTo>
                  <a:lnTo>
                    <a:pt x="2773" y="600"/>
                  </a:lnTo>
                  <a:cubicBezTo>
                    <a:pt x="2899" y="473"/>
                    <a:pt x="2899" y="253"/>
                    <a:pt x="2773" y="95"/>
                  </a:cubicBezTo>
                  <a:cubicBezTo>
                    <a:pt x="2695" y="32"/>
                    <a:pt x="2608" y="1"/>
                    <a:pt x="25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43;p40">
              <a:extLst>
                <a:ext uri="{FF2B5EF4-FFF2-40B4-BE49-F238E27FC236}">
                  <a16:creationId xmlns:a16="http://schemas.microsoft.com/office/drawing/2014/main" id="{B5D58578-A153-DE12-4DC7-DA6BFCA84B30}"/>
                </a:ext>
              </a:extLst>
            </p:cNvPr>
            <p:cNvSpPr/>
            <p:nvPr/>
          </p:nvSpPr>
          <p:spPr>
            <a:xfrm>
              <a:off x="-45620500" y="4163550"/>
              <a:ext cx="70900" cy="71125"/>
            </a:xfrm>
            <a:custGeom>
              <a:avLst/>
              <a:gdLst/>
              <a:ahLst/>
              <a:cxnLst/>
              <a:rect l="l" t="t" r="r" b="b"/>
              <a:pathLst>
                <a:path w="2836" h="2845" extrusionOk="0">
                  <a:moveTo>
                    <a:pt x="2489" y="1"/>
                  </a:moveTo>
                  <a:cubicBezTo>
                    <a:pt x="2395" y="1"/>
                    <a:pt x="2300" y="24"/>
                    <a:pt x="2237" y="72"/>
                  </a:cubicBezTo>
                  <a:lnTo>
                    <a:pt x="126" y="2214"/>
                  </a:lnTo>
                  <a:cubicBezTo>
                    <a:pt x="0" y="2340"/>
                    <a:pt x="0" y="2561"/>
                    <a:pt x="126" y="2718"/>
                  </a:cubicBezTo>
                  <a:cubicBezTo>
                    <a:pt x="221" y="2781"/>
                    <a:pt x="284" y="2844"/>
                    <a:pt x="378" y="2844"/>
                  </a:cubicBezTo>
                  <a:cubicBezTo>
                    <a:pt x="441" y="2844"/>
                    <a:pt x="567" y="2781"/>
                    <a:pt x="599" y="2718"/>
                  </a:cubicBezTo>
                  <a:lnTo>
                    <a:pt x="2741" y="607"/>
                  </a:lnTo>
                  <a:cubicBezTo>
                    <a:pt x="2836" y="481"/>
                    <a:pt x="2836" y="229"/>
                    <a:pt x="2741" y="72"/>
                  </a:cubicBezTo>
                  <a:cubicBezTo>
                    <a:pt x="2678" y="24"/>
                    <a:pt x="2584" y="1"/>
                    <a:pt x="2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44;p40">
              <a:extLst>
                <a:ext uri="{FF2B5EF4-FFF2-40B4-BE49-F238E27FC236}">
                  <a16:creationId xmlns:a16="http://schemas.microsoft.com/office/drawing/2014/main" id="{381A014B-C954-23EC-DC70-B46613EE8EEA}"/>
                </a:ext>
              </a:extLst>
            </p:cNvPr>
            <p:cNvSpPr/>
            <p:nvPr/>
          </p:nvSpPr>
          <p:spPr>
            <a:xfrm>
              <a:off x="-45673275" y="4159625"/>
              <a:ext cx="79575" cy="78975"/>
            </a:xfrm>
            <a:custGeom>
              <a:avLst/>
              <a:gdLst/>
              <a:ahLst/>
              <a:cxnLst/>
              <a:rect l="l" t="t" r="r" b="b"/>
              <a:pathLst>
                <a:path w="3183" h="3159" extrusionOk="0">
                  <a:moveTo>
                    <a:pt x="2816" y="0"/>
                  </a:moveTo>
                  <a:cubicBezTo>
                    <a:pt x="2726" y="0"/>
                    <a:pt x="2631" y="24"/>
                    <a:pt x="2552" y="71"/>
                  </a:cubicBezTo>
                  <a:lnTo>
                    <a:pt x="95" y="2529"/>
                  </a:lnTo>
                  <a:cubicBezTo>
                    <a:pt x="0" y="2655"/>
                    <a:pt x="0" y="2875"/>
                    <a:pt x="95" y="3033"/>
                  </a:cubicBezTo>
                  <a:cubicBezTo>
                    <a:pt x="189" y="3127"/>
                    <a:pt x="252" y="3159"/>
                    <a:pt x="347" y="3159"/>
                  </a:cubicBezTo>
                  <a:cubicBezTo>
                    <a:pt x="441" y="3159"/>
                    <a:pt x="536" y="3127"/>
                    <a:pt x="599" y="3033"/>
                  </a:cubicBezTo>
                  <a:lnTo>
                    <a:pt x="3025" y="607"/>
                  </a:lnTo>
                  <a:cubicBezTo>
                    <a:pt x="3182" y="449"/>
                    <a:pt x="3182" y="197"/>
                    <a:pt x="3056" y="71"/>
                  </a:cubicBezTo>
                  <a:cubicBezTo>
                    <a:pt x="2993" y="24"/>
                    <a:pt x="2907" y="0"/>
                    <a:pt x="28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1008;p40">
            <a:extLst>
              <a:ext uri="{FF2B5EF4-FFF2-40B4-BE49-F238E27FC236}">
                <a16:creationId xmlns:a16="http://schemas.microsoft.com/office/drawing/2014/main" id="{50ADE481-589B-7A3C-8EAA-11EDB607CBB2}"/>
              </a:ext>
            </a:extLst>
          </p:cNvPr>
          <p:cNvSpPr txBox="1">
            <a:spLocks/>
          </p:cNvSpPr>
          <p:nvPr/>
        </p:nvSpPr>
        <p:spPr>
          <a:xfrm>
            <a:off x="1536191" y="1198724"/>
            <a:ext cx="2798100" cy="7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Highly scalable – supports thousands of devices</a:t>
            </a:r>
          </a:p>
        </p:txBody>
      </p:sp>
      <p:sp>
        <p:nvSpPr>
          <p:cNvPr id="44" name="Google Shape;1016;p40">
            <a:extLst>
              <a:ext uri="{FF2B5EF4-FFF2-40B4-BE49-F238E27FC236}">
                <a16:creationId xmlns:a16="http://schemas.microsoft.com/office/drawing/2014/main" id="{D7D9A00B-C96D-2225-AFF5-872924C602A6}"/>
              </a:ext>
            </a:extLst>
          </p:cNvPr>
          <p:cNvSpPr/>
          <p:nvPr/>
        </p:nvSpPr>
        <p:spPr>
          <a:xfrm>
            <a:off x="685833" y="3983740"/>
            <a:ext cx="582976" cy="583309"/>
          </a:xfrm>
          <a:custGeom>
            <a:avLst/>
            <a:gdLst/>
            <a:ahLst/>
            <a:cxnLst/>
            <a:rect l="l" t="t" r="r" b="b"/>
            <a:pathLst>
              <a:path w="31385" h="31386" extrusionOk="0">
                <a:moveTo>
                  <a:pt x="15681" y="1"/>
                </a:moveTo>
                <a:cubicBezTo>
                  <a:pt x="6848" y="1"/>
                  <a:pt x="0" y="6849"/>
                  <a:pt x="0" y="15682"/>
                </a:cubicBezTo>
                <a:cubicBezTo>
                  <a:pt x="0" y="24241"/>
                  <a:pt x="6848" y="31386"/>
                  <a:pt x="15681" y="31386"/>
                </a:cubicBezTo>
                <a:cubicBezTo>
                  <a:pt x="24241" y="31386"/>
                  <a:pt x="31385" y="24241"/>
                  <a:pt x="31385" y="15682"/>
                </a:cubicBezTo>
                <a:cubicBezTo>
                  <a:pt x="31385" y="6849"/>
                  <a:pt x="24241" y="1"/>
                  <a:pt x="156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2" name="Google Shape;9840;p58">
            <a:extLst>
              <a:ext uri="{FF2B5EF4-FFF2-40B4-BE49-F238E27FC236}">
                <a16:creationId xmlns:a16="http://schemas.microsoft.com/office/drawing/2014/main" id="{99B7752A-23E7-8937-DE6F-8F22A5792358}"/>
              </a:ext>
            </a:extLst>
          </p:cNvPr>
          <p:cNvGrpSpPr/>
          <p:nvPr/>
        </p:nvGrpSpPr>
        <p:grpSpPr>
          <a:xfrm>
            <a:off x="791284" y="4097772"/>
            <a:ext cx="372073" cy="355243"/>
            <a:chOff x="7390435" y="3680868"/>
            <a:chExt cx="372073" cy="355243"/>
          </a:xfrm>
          <a:solidFill>
            <a:schemeClr val="tx1"/>
          </a:solidFill>
        </p:grpSpPr>
        <p:sp>
          <p:nvSpPr>
            <p:cNvPr id="53" name="Google Shape;9841;p58">
              <a:extLst>
                <a:ext uri="{FF2B5EF4-FFF2-40B4-BE49-F238E27FC236}">
                  <a16:creationId xmlns:a16="http://schemas.microsoft.com/office/drawing/2014/main" id="{0C922E44-0740-DC49-96B4-347C5CB9B311}"/>
                </a:ext>
              </a:extLst>
            </p:cNvPr>
            <p:cNvSpPr/>
            <p:nvPr/>
          </p:nvSpPr>
          <p:spPr>
            <a:xfrm>
              <a:off x="7390435" y="3744950"/>
              <a:ext cx="294178" cy="291162"/>
            </a:xfrm>
            <a:custGeom>
              <a:avLst/>
              <a:gdLst/>
              <a:ahLst/>
              <a:cxnLst/>
              <a:rect l="l" t="t" r="r" b="b"/>
              <a:pathLst>
                <a:path w="9264" h="9169" extrusionOk="0">
                  <a:moveTo>
                    <a:pt x="4668" y="0"/>
                  </a:moveTo>
                  <a:cubicBezTo>
                    <a:pt x="3441" y="0"/>
                    <a:pt x="2287" y="477"/>
                    <a:pt x="1417" y="1334"/>
                  </a:cubicBezTo>
                  <a:cubicBezTo>
                    <a:pt x="1358" y="1393"/>
                    <a:pt x="1358" y="1501"/>
                    <a:pt x="1417" y="1572"/>
                  </a:cubicBezTo>
                  <a:cubicBezTo>
                    <a:pt x="1447" y="1602"/>
                    <a:pt x="1489" y="1617"/>
                    <a:pt x="1532" y="1617"/>
                  </a:cubicBezTo>
                  <a:cubicBezTo>
                    <a:pt x="1575" y="1617"/>
                    <a:pt x="1620" y="1602"/>
                    <a:pt x="1655" y="1572"/>
                  </a:cubicBezTo>
                  <a:cubicBezTo>
                    <a:pt x="2465" y="774"/>
                    <a:pt x="3537" y="322"/>
                    <a:pt x="4668" y="322"/>
                  </a:cubicBezTo>
                  <a:cubicBezTo>
                    <a:pt x="5799" y="322"/>
                    <a:pt x="6870" y="774"/>
                    <a:pt x="7668" y="1572"/>
                  </a:cubicBezTo>
                  <a:cubicBezTo>
                    <a:pt x="8478" y="2382"/>
                    <a:pt x="8918" y="3453"/>
                    <a:pt x="8918" y="4584"/>
                  </a:cubicBezTo>
                  <a:cubicBezTo>
                    <a:pt x="8918" y="5715"/>
                    <a:pt x="8478" y="6787"/>
                    <a:pt x="7668" y="7585"/>
                  </a:cubicBezTo>
                  <a:cubicBezTo>
                    <a:pt x="6841" y="8412"/>
                    <a:pt x="5751" y="8826"/>
                    <a:pt x="4662" y="8826"/>
                  </a:cubicBezTo>
                  <a:cubicBezTo>
                    <a:pt x="3572" y="8826"/>
                    <a:pt x="2483" y="8412"/>
                    <a:pt x="1655" y="7585"/>
                  </a:cubicBezTo>
                  <a:cubicBezTo>
                    <a:pt x="953" y="6882"/>
                    <a:pt x="524" y="5965"/>
                    <a:pt x="441" y="4977"/>
                  </a:cubicBezTo>
                  <a:cubicBezTo>
                    <a:pt x="346" y="4013"/>
                    <a:pt x="596" y="3037"/>
                    <a:pt x="1132" y="2227"/>
                  </a:cubicBezTo>
                  <a:cubicBezTo>
                    <a:pt x="1179" y="2155"/>
                    <a:pt x="1167" y="2048"/>
                    <a:pt x="1096" y="1989"/>
                  </a:cubicBezTo>
                  <a:cubicBezTo>
                    <a:pt x="1066" y="1972"/>
                    <a:pt x="1035" y="1964"/>
                    <a:pt x="1005" y="1964"/>
                  </a:cubicBezTo>
                  <a:cubicBezTo>
                    <a:pt x="950" y="1964"/>
                    <a:pt x="896" y="1990"/>
                    <a:pt x="858" y="2036"/>
                  </a:cubicBezTo>
                  <a:cubicBezTo>
                    <a:pt x="274" y="2894"/>
                    <a:pt x="1" y="3953"/>
                    <a:pt x="108" y="5013"/>
                  </a:cubicBezTo>
                  <a:cubicBezTo>
                    <a:pt x="215" y="6073"/>
                    <a:pt x="679" y="7085"/>
                    <a:pt x="1429" y="7823"/>
                  </a:cubicBezTo>
                  <a:cubicBezTo>
                    <a:pt x="2322" y="8716"/>
                    <a:pt x="3501" y="9168"/>
                    <a:pt x="4680" y="9168"/>
                  </a:cubicBezTo>
                  <a:cubicBezTo>
                    <a:pt x="5858" y="9168"/>
                    <a:pt x="7025" y="8716"/>
                    <a:pt x="7918" y="7823"/>
                  </a:cubicBezTo>
                  <a:cubicBezTo>
                    <a:pt x="8787" y="6966"/>
                    <a:pt x="9264" y="5799"/>
                    <a:pt x="9264" y="4584"/>
                  </a:cubicBezTo>
                  <a:cubicBezTo>
                    <a:pt x="9264" y="3358"/>
                    <a:pt x="8787" y="2203"/>
                    <a:pt x="7906" y="1334"/>
                  </a:cubicBezTo>
                  <a:cubicBezTo>
                    <a:pt x="7049" y="477"/>
                    <a:pt x="5882" y="0"/>
                    <a:pt x="4668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42;p58">
              <a:extLst>
                <a:ext uri="{FF2B5EF4-FFF2-40B4-BE49-F238E27FC236}">
                  <a16:creationId xmlns:a16="http://schemas.microsoft.com/office/drawing/2014/main" id="{AEA94677-512E-175C-86C9-05059A251DE8}"/>
                </a:ext>
              </a:extLst>
            </p:cNvPr>
            <p:cNvSpPr/>
            <p:nvPr/>
          </p:nvSpPr>
          <p:spPr>
            <a:xfrm>
              <a:off x="7408948" y="3772259"/>
              <a:ext cx="259407" cy="236257"/>
            </a:xfrm>
            <a:custGeom>
              <a:avLst/>
              <a:gdLst/>
              <a:ahLst/>
              <a:cxnLst/>
              <a:rect l="l" t="t" r="r" b="b"/>
              <a:pathLst>
                <a:path w="8169" h="7440" extrusionOk="0">
                  <a:moveTo>
                    <a:pt x="4085" y="319"/>
                  </a:moveTo>
                  <a:cubicBezTo>
                    <a:pt x="4942" y="319"/>
                    <a:pt x="5823" y="653"/>
                    <a:pt x="6478" y="1319"/>
                  </a:cubicBezTo>
                  <a:cubicBezTo>
                    <a:pt x="7800" y="2653"/>
                    <a:pt x="7800" y="4796"/>
                    <a:pt x="6478" y="6117"/>
                  </a:cubicBezTo>
                  <a:cubicBezTo>
                    <a:pt x="5817" y="6778"/>
                    <a:pt x="4951" y="7109"/>
                    <a:pt x="4083" y="7109"/>
                  </a:cubicBezTo>
                  <a:cubicBezTo>
                    <a:pt x="3216" y="7109"/>
                    <a:pt x="2346" y="6778"/>
                    <a:pt x="1680" y="6117"/>
                  </a:cubicBezTo>
                  <a:cubicBezTo>
                    <a:pt x="358" y="4796"/>
                    <a:pt x="358" y="2653"/>
                    <a:pt x="1680" y="1319"/>
                  </a:cubicBezTo>
                  <a:cubicBezTo>
                    <a:pt x="2335" y="664"/>
                    <a:pt x="3216" y="319"/>
                    <a:pt x="4085" y="319"/>
                  </a:cubicBezTo>
                  <a:close/>
                  <a:moveTo>
                    <a:pt x="4088" y="1"/>
                  </a:moveTo>
                  <a:cubicBezTo>
                    <a:pt x="3132" y="1"/>
                    <a:pt x="2174" y="361"/>
                    <a:pt x="1442" y="1081"/>
                  </a:cubicBezTo>
                  <a:cubicBezTo>
                    <a:pt x="1" y="2534"/>
                    <a:pt x="1" y="4891"/>
                    <a:pt x="1442" y="6356"/>
                  </a:cubicBezTo>
                  <a:cubicBezTo>
                    <a:pt x="2180" y="7082"/>
                    <a:pt x="3120" y="7439"/>
                    <a:pt x="4085" y="7439"/>
                  </a:cubicBezTo>
                  <a:cubicBezTo>
                    <a:pt x="5037" y="7439"/>
                    <a:pt x="5978" y="7082"/>
                    <a:pt x="6716" y="6356"/>
                  </a:cubicBezTo>
                  <a:cubicBezTo>
                    <a:pt x="8169" y="4891"/>
                    <a:pt x="8169" y="2546"/>
                    <a:pt x="6716" y="1081"/>
                  </a:cubicBezTo>
                  <a:cubicBezTo>
                    <a:pt x="5996" y="361"/>
                    <a:pt x="5043" y="1"/>
                    <a:pt x="4088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843;p58">
              <a:extLst>
                <a:ext uri="{FF2B5EF4-FFF2-40B4-BE49-F238E27FC236}">
                  <a16:creationId xmlns:a16="http://schemas.microsoft.com/office/drawing/2014/main" id="{F13A5C2E-542E-253A-D231-5DBA40839935}"/>
                </a:ext>
              </a:extLst>
            </p:cNvPr>
            <p:cNvSpPr/>
            <p:nvPr/>
          </p:nvSpPr>
          <p:spPr>
            <a:xfrm>
              <a:off x="7487986" y="3680868"/>
              <a:ext cx="274522" cy="259565"/>
            </a:xfrm>
            <a:custGeom>
              <a:avLst/>
              <a:gdLst/>
              <a:ahLst/>
              <a:cxnLst/>
              <a:rect l="l" t="t" r="r" b="b"/>
              <a:pathLst>
                <a:path w="8645" h="8174" extrusionOk="0">
                  <a:moveTo>
                    <a:pt x="3614" y="0"/>
                  </a:moveTo>
                  <a:cubicBezTo>
                    <a:pt x="2438" y="0"/>
                    <a:pt x="1262" y="447"/>
                    <a:pt x="369" y="1340"/>
                  </a:cubicBezTo>
                  <a:cubicBezTo>
                    <a:pt x="262" y="1447"/>
                    <a:pt x="167" y="1566"/>
                    <a:pt x="60" y="1685"/>
                  </a:cubicBezTo>
                  <a:cubicBezTo>
                    <a:pt x="0" y="1756"/>
                    <a:pt x="12" y="1864"/>
                    <a:pt x="84" y="1923"/>
                  </a:cubicBezTo>
                  <a:cubicBezTo>
                    <a:pt x="118" y="1948"/>
                    <a:pt x="155" y="1960"/>
                    <a:pt x="191" y="1960"/>
                  </a:cubicBezTo>
                  <a:cubicBezTo>
                    <a:pt x="240" y="1960"/>
                    <a:pt x="287" y="1936"/>
                    <a:pt x="322" y="1887"/>
                  </a:cubicBezTo>
                  <a:cubicBezTo>
                    <a:pt x="417" y="1792"/>
                    <a:pt x="500" y="1685"/>
                    <a:pt x="608" y="1578"/>
                  </a:cubicBezTo>
                  <a:cubicBezTo>
                    <a:pt x="1435" y="750"/>
                    <a:pt x="2524" y="337"/>
                    <a:pt x="3614" y="337"/>
                  </a:cubicBezTo>
                  <a:cubicBezTo>
                    <a:pt x="4703" y="337"/>
                    <a:pt x="5793" y="750"/>
                    <a:pt x="6620" y="1578"/>
                  </a:cubicBezTo>
                  <a:cubicBezTo>
                    <a:pt x="8275" y="3233"/>
                    <a:pt x="8275" y="5936"/>
                    <a:pt x="6620" y="7591"/>
                  </a:cubicBezTo>
                  <a:cubicBezTo>
                    <a:pt x="6513" y="7698"/>
                    <a:pt x="6418" y="7781"/>
                    <a:pt x="6311" y="7876"/>
                  </a:cubicBezTo>
                  <a:cubicBezTo>
                    <a:pt x="6239" y="7936"/>
                    <a:pt x="6215" y="8043"/>
                    <a:pt x="6275" y="8114"/>
                  </a:cubicBezTo>
                  <a:cubicBezTo>
                    <a:pt x="6311" y="8162"/>
                    <a:pt x="6358" y="8174"/>
                    <a:pt x="6418" y="8174"/>
                  </a:cubicBezTo>
                  <a:cubicBezTo>
                    <a:pt x="6454" y="8174"/>
                    <a:pt x="6489" y="8162"/>
                    <a:pt x="6513" y="8126"/>
                  </a:cubicBezTo>
                  <a:cubicBezTo>
                    <a:pt x="6632" y="8043"/>
                    <a:pt x="6751" y="7936"/>
                    <a:pt x="6858" y="7817"/>
                  </a:cubicBezTo>
                  <a:cubicBezTo>
                    <a:pt x="8644" y="6031"/>
                    <a:pt x="8644" y="3126"/>
                    <a:pt x="6858" y="1340"/>
                  </a:cubicBezTo>
                  <a:cubicBezTo>
                    <a:pt x="5965" y="447"/>
                    <a:pt x="4790" y="0"/>
                    <a:pt x="3614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844;p58">
              <a:extLst>
                <a:ext uri="{FF2B5EF4-FFF2-40B4-BE49-F238E27FC236}">
                  <a16:creationId xmlns:a16="http://schemas.microsoft.com/office/drawing/2014/main" id="{99B0629C-C2EA-91BA-9830-2C8A792CED78}"/>
                </a:ext>
              </a:extLst>
            </p:cNvPr>
            <p:cNvSpPr/>
            <p:nvPr/>
          </p:nvSpPr>
          <p:spPr>
            <a:xfrm>
              <a:off x="7691758" y="3789502"/>
              <a:ext cx="34073" cy="102918"/>
            </a:xfrm>
            <a:custGeom>
              <a:avLst/>
              <a:gdLst/>
              <a:ahLst/>
              <a:cxnLst/>
              <a:rect l="l" t="t" r="r" b="b"/>
              <a:pathLst>
                <a:path w="1073" h="3241" extrusionOk="0">
                  <a:moveTo>
                    <a:pt x="589" y="1"/>
                  </a:moveTo>
                  <a:cubicBezTo>
                    <a:pt x="580" y="1"/>
                    <a:pt x="570" y="1"/>
                    <a:pt x="560" y="2"/>
                  </a:cubicBezTo>
                  <a:cubicBezTo>
                    <a:pt x="477" y="38"/>
                    <a:pt x="429" y="121"/>
                    <a:pt x="441" y="217"/>
                  </a:cubicBezTo>
                  <a:cubicBezTo>
                    <a:pt x="715" y="1157"/>
                    <a:pt x="560" y="2145"/>
                    <a:pt x="37" y="2967"/>
                  </a:cubicBezTo>
                  <a:cubicBezTo>
                    <a:pt x="1" y="3038"/>
                    <a:pt x="13" y="3146"/>
                    <a:pt x="84" y="3205"/>
                  </a:cubicBezTo>
                  <a:cubicBezTo>
                    <a:pt x="120" y="3217"/>
                    <a:pt x="144" y="3241"/>
                    <a:pt x="167" y="3241"/>
                  </a:cubicBezTo>
                  <a:cubicBezTo>
                    <a:pt x="239" y="3241"/>
                    <a:pt x="275" y="3205"/>
                    <a:pt x="310" y="3158"/>
                  </a:cubicBezTo>
                  <a:cubicBezTo>
                    <a:pt x="906" y="2265"/>
                    <a:pt x="1072" y="1169"/>
                    <a:pt x="775" y="121"/>
                  </a:cubicBezTo>
                  <a:cubicBezTo>
                    <a:pt x="743" y="47"/>
                    <a:pt x="672" y="1"/>
                    <a:pt x="589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845;p58">
              <a:extLst>
                <a:ext uri="{FF2B5EF4-FFF2-40B4-BE49-F238E27FC236}">
                  <a16:creationId xmlns:a16="http://schemas.microsoft.com/office/drawing/2014/main" id="{DC15DFD7-535A-BD35-9813-F685FEFF332D}"/>
                </a:ext>
              </a:extLst>
            </p:cNvPr>
            <p:cNvSpPr/>
            <p:nvPr/>
          </p:nvSpPr>
          <p:spPr>
            <a:xfrm>
              <a:off x="7536000" y="3708082"/>
              <a:ext cx="173192" cy="72052"/>
            </a:xfrm>
            <a:custGeom>
              <a:avLst/>
              <a:gdLst/>
              <a:ahLst/>
              <a:cxnLst/>
              <a:rect l="l" t="t" r="r" b="b"/>
              <a:pathLst>
                <a:path w="5454" h="2269" extrusionOk="0">
                  <a:moveTo>
                    <a:pt x="2121" y="0"/>
                  </a:moveTo>
                  <a:cubicBezTo>
                    <a:pt x="1410" y="0"/>
                    <a:pt x="707" y="204"/>
                    <a:pt x="108" y="590"/>
                  </a:cubicBezTo>
                  <a:cubicBezTo>
                    <a:pt x="36" y="638"/>
                    <a:pt x="0" y="733"/>
                    <a:pt x="60" y="828"/>
                  </a:cubicBezTo>
                  <a:cubicBezTo>
                    <a:pt x="91" y="874"/>
                    <a:pt x="147" y="906"/>
                    <a:pt x="205" y="906"/>
                  </a:cubicBezTo>
                  <a:cubicBezTo>
                    <a:pt x="237" y="906"/>
                    <a:pt x="269" y="897"/>
                    <a:pt x="298" y="876"/>
                  </a:cubicBezTo>
                  <a:cubicBezTo>
                    <a:pt x="841" y="534"/>
                    <a:pt x="1478" y="344"/>
                    <a:pt x="2123" y="344"/>
                  </a:cubicBezTo>
                  <a:cubicBezTo>
                    <a:pt x="2241" y="344"/>
                    <a:pt x="2359" y="351"/>
                    <a:pt x="2477" y="364"/>
                  </a:cubicBezTo>
                  <a:cubicBezTo>
                    <a:pt x="3251" y="435"/>
                    <a:pt x="3977" y="792"/>
                    <a:pt x="4513" y="1328"/>
                  </a:cubicBezTo>
                  <a:cubicBezTo>
                    <a:pt x="4763" y="1590"/>
                    <a:pt x="4977" y="1864"/>
                    <a:pt x="5120" y="2185"/>
                  </a:cubicBezTo>
                  <a:cubicBezTo>
                    <a:pt x="5156" y="2245"/>
                    <a:pt x="5215" y="2269"/>
                    <a:pt x="5275" y="2269"/>
                  </a:cubicBezTo>
                  <a:cubicBezTo>
                    <a:pt x="5299" y="2269"/>
                    <a:pt x="5323" y="2269"/>
                    <a:pt x="5346" y="2257"/>
                  </a:cubicBezTo>
                  <a:cubicBezTo>
                    <a:pt x="5418" y="2197"/>
                    <a:pt x="5453" y="2102"/>
                    <a:pt x="5406" y="2019"/>
                  </a:cubicBezTo>
                  <a:cubicBezTo>
                    <a:pt x="5227" y="1673"/>
                    <a:pt x="5001" y="1364"/>
                    <a:pt x="4739" y="1102"/>
                  </a:cubicBezTo>
                  <a:cubicBezTo>
                    <a:pt x="4144" y="507"/>
                    <a:pt x="3334" y="114"/>
                    <a:pt x="2489" y="18"/>
                  </a:cubicBezTo>
                  <a:cubicBezTo>
                    <a:pt x="2366" y="6"/>
                    <a:pt x="2243" y="0"/>
                    <a:pt x="212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846;p58">
              <a:extLst>
                <a:ext uri="{FF2B5EF4-FFF2-40B4-BE49-F238E27FC236}">
                  <a16:creationId xmlns:a16="http://schemas.microsoft.com/office/drawing/2014/main" id="{2C56BFD1-712F-C0F8-59C6-151FF7A98B4F}"/>
                </a:ext>
              </a:extLst>
            </p:cNvPr>
            <p:cNvSpPr/>
            <p:nvPr/>
          </p:nvSpPr>
          <p:spPr>
            <a:xfrm>
              <a:off x="7501228" y="3819415"/>
              <a:ext cx="75640" cy="141437"/>
            </a:xfrm>
            <a:custGeom>
              <a:avLst/>
              <a:gdLst/>
              <a:ahLst/>
              <a:cxnLst/>
              <a:rect l="l" t="t" r="r" b="b"/>
              <a:pathLst>
                <a:path w="2382" h="4454" extrusionOk="0">
                  <a:moveTo>
                    <a:pt x="1012" y="692"/>
                  </a:moveTo>
                  <a:lnTo>
                    <a:pt x="1012" y="2061"/>
                  </a:lnTo>
                  <a:cubicBezTo>
                    <a:pt x="607" y="2001"/>
                    <a:pt x="310" y="1715"/>
                    <a:pt x="310" y="1370"/>
                  </a:cubicBezTo>
                  <a:cubicBezTo>
                    <a:pt x="310" y="1025"/>
                    <a:pt x="607" y="763"/>
                    <a:pt x="1012" y="692"/>
                  </a:cubicBezTo>
                  <a:close/>
                  <a:moveTo>
                    <a:pt x="1357" y="2418"/>
                  </a:moveTo>
                  <a:cubicBezTo>
                    <a:pt x="1750" y="2477"/>
                    <a:pt x="2048" y="2751"/>
                    <a:pt x="2048" y="3097"/>
                  </a:cubicBezTo>
                  <a:cubicBezTo>
                    <a:pt x="2048" y="3430"/>
                    <a:pt x="1738" y="3704"/>
                    <a:pt x="1357" y="3763"/>
                  </a:cubicBezTo>
                  <a:lnTo>
                    <a:pt x="1357" y="2418"/>
                  </a:lnTo>
                  <a:close/>
                  <a:moveTo>
                    <a:pt x="1191" y="1"/>
                  </a:moveTo>
                  <a:cubicBezTo>
                    <a:pt x="1095" y="1"/>
                    <a:pt x="1024" y="72"/>
                    <a:pt x="1024" y="168"/>
                  </a:cubicBezTo>
                  <a:lnTo>
                    <a:pt x="1024" y="358"/>
                  </a:lnTo>
                  <a:cubicBezTo>
                    <a:pt x="441" y="430"/>
                    <a:pt x="0" y="870"/>
                    <a:pt x="0" y="1370"/>
                  </a:cubicBezTo>
                  <a:cubicBezTo>
                    <a:pt x="0" y="1882"/>
                    <a:pt x="441" y="2323"/>
                    <a:pt x="1024" y="2382"/>
                  </a:cubicBezTo>
                  <a:lnTo>
                    <a:pt x="1024" y="3763"/>
                  </a:lnTo>
                  <a:cubicBezTo>
                    <a:pt x="619" y="3704"/>
                    <a:pt x="322" y="3430"/>
                    <a:pt x="322" y="3085"/>
                  </a:cubicBezTo>
                  <a:cubicBezTo>
                    <a:pt x="322" y="2989"/>
                    <a:pt x="250" y="2918"/>
                    <a:pt x="167" y="2918"/>
                  </a:cubicBezTo>
                  <a:cubicBezTo>
                    <a:pt x="71" y="2918"/>
                    <a:pt x="0" y="2989"/>
                    <a:pt x="0" y="3085"/>
                  </a:cubicBezTo>
                  <a:cubicBezTo>
                    <a:pt x="0" y="3609"/>
                    <a:pt x="441" y="4037"/>
                    <a:pt x="1024" y="4097"/>
                  </a:cubicBezTo>
                  <a:lnTo>
                    <a:pt x="1024" y="4287"/>
                  </a:lnTo>
                  <a:cubicBezTo>
                    <a:pt x="1024" y="4371"/>
                    <a:pt x="1095" y="4454"/>
                    <a:pt x="1191" y="4454"/>
                  </a:cubicBezTo>
                  <a:cubicBezTo>
                    <a:pt x="1274" y="4454"/>
                    <a:pt x="1357" y="4371"/>
                    <a:pt x="1357" y="4287"/>
                  </a:cubicBezTo>
                  <a:lnTo>
                    <a:pt x="1357" y="4097"/>
                  </a:lnTo>
                  <a:cubicBezTo>
                    <a:pt x="1929" y="4025"/>
                    <a:pt x="2381" y="3585"/>
                    <a:pt x="2381" y="3085"/>
                  </a:cubicBezTo>
                  <a:cubicBezTo>
                    <a:pt x="2381" y="2573"/>
                    <a:pt x="1929" y="2144"/>
                    <a:pt x="1357" y="2073"/>
                  </a:cubicBezTo>
                  <a:lnTo>
                    <a:pt x="1357" y="692"/>
                  </a:lnTo>
                  <a:cubicBezTo>
                    <a:pt x="1750" y="751"/>
                    <a:pt x="2048" y="1025"/>
                    <a:pt x="2048" y="1370"/>
                  </a:cubicBezTo>
                  <a:cubicBezTo>
                    <a:pt x="2048" y="1465"/>
                    <a:pt x="2131" y="1537"/>
                    <a:pt x="2215" y="1537"/>
                  </a:cubicBezTo>
                  <a:cubicBezTo>
                    <a:pt x="2298" y="1537"/>
                    <a:pt x="2381" y="1465"/>
                    <a:pt x="2381" y="1370"/>
                  </a:cubicBezTo>
                  <a:cubicBezTo>
                    <a:pt x="2381" y="846"/>
                    <a:pt x="1929" y="418"/>
                    <a:pt x="1345" y="358"/>
                  </a:cubicBezTo>
                  <a:lnTo>
                    <a:pt x="1345" y="168"/>
                  </a:lnTo>
                  <a:cubicBezTo>
                    <a:pt x="1345" y="72"/>
                    <a:pt x="1274" y="1"/>
                    <a:pt x="1191" y="1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1011;p40">
            <a:extLst>
              <a:ext uri="{FF2B5EF4-FFF2-40B4-BE49-F238E27FC236}">
                <a16:creationId xmlns:a16="http://schemas.microsoft.com/office/drawing/2014/main" id="{5CDBE33E-C9E7-95FE-78C8-C84D294D03EC}"/>
              </a:ext>
            </a:extLst>
          </p:cNvPr>
          <p:cNvSpPr txBox="1">
            <a:spLocks/>
          </p:cNvSpPr>
          <p:nvPr/>
        </p:nvSpPr>
        <p:spPr>
          <a:xfrm>
            <a:off x="1536191" y="3998035"/>
            <a:ext cx="2798100" cy="4167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Low cost – cheaper than Wi-Fi/Bluetooth</a:t>
            </a:r>
          </a:p>
        </p:txBody>
      </p:sp>
      <p:pic>
        <p:nvPicPr>
          <p:cNvPr id="61" name="Graphic 60" descr="Lock with solid fill">
            <a:extLst>
              <a:ext uri="{FF2B5EF4-FFF2-40B4-BE49-F238E27FC236}">
                <a16:creationId xmlns:a16="http://schemas.microsoft.com/office/drawing/2014/main" id="{C6AEC1D4-E721-FF41-105B-8D0621CC21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5321" y="3111928"/>
            <a:ext cx="521837" cy="52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13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0">
          <a:extLst>
            <a:ext uri="{FF2B5EF4-FFF2-40B4-BE49-F238E27FC236}">
              <a16:creationId xmlns:a16="http://schemas.microsoft.com/office/drawing/2014/main" id="{CB9490EA-3A27-D53A-8A0D-226DEE64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37">
            <a:extLst>
              <a:ext uri="{FF2B5EF4-FFF2-40B4-BE49-F238E27FC236}">
                <a16:creationId xmlns:a16="http://schemas.microsoft.com/office/drawing/2014/main" id="{1AAFD0CD-A24C-C9DE-7AC8-CADEB5182C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Limit</a:t>
            </a:r>
            <a:r>
              <a:rPr lang="en" dirty="0"/>
              <a:t>ations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612" name="Google Shape;1612;p37">
            <a:extLst>
              <a:ext uri="{FF2B5EF4-FFF2-40B4-BE49-F238E27FC236}">
                <a16:creationId xmlns:a16="http://schemas.microsoft.com/office/drawing/2014/main" id="{3D1D2750-6364-F16F-0E5C-CA7FEA2366A9}"/>
              </a:ext>
            </a:extLst>
          </p:cNvPr>
          <p:cNvSpPr/>
          <p:nvPr/>
        </p:nvSpPr>
        <p:spPr>
          <a:xfrm>
            <a:off x="982390" y="1244151"/>
            <a:ext cx="262200" cy="262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37">
            <a:extLst>
              <a:ext uri="{FF2B5EF4-FFF2-40B4-BE49-F238E27FC236}">
                <a16:creationId xmlns:a16="http://schemas.microsoft.com/office/drawing/2014/main" id="{85D0C6DD-9D73-9DE3-F22F-80E0F3E9099D}"/>
              </a:ext>
            </a:extLst>
          </p:cNvPr>
          <p:cNvSpPr txBox="1"/>
          <p:nvPr/>
        </p:nvSpPr>
        <p:spPr>
          <a:xfrm>
            <a:off x="1333711" y="4045227"/>
            <a:ext cx="3286226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800" dirty="0">
                <a:solidFill>
                  <a:schemeClr val="tx1"/>
                </a:solidFill>
                <a:latin typeface="Exo 2 SemiBold" panose="020B0604020202020204" charset="0"/>
                <a:ea typeface="Exo 2 SemiBold" panose="020B0604020202020204" charset="0"/>
              </a:rPr>
              <a:t>Latency in Mesh Networks</a:t>
            </a:r>
            <a:endParaRPr sz="1800" dirty="0">
              <a:solidFill>
                <a:schemeClr val="tx1"/>
              </a:solidFill>
              <a:latin typeface="Exo 2 SemiBold" panose="020B0604020202020204" charset="0"/>
              <a:ea typeface="Exo 2 SemiBold" panose="020B0604020202020204" charset="0"/>
              <a:cs typeface="Exo 2 SemiBold"/>
              <a:sym typeface="Exo 2 SemiBold"/>
            </a:endParaRPr>
          </a:p>
        </p:txBody>
      </p:sp>
      <p:sp>
        <p:nvSpPr>
          <p:cNvPr id="1615" name="Google Shape;1615;p37">
            <a:extLst>
              <a:ext uri="{FF2B5EF4-FFF2-40B4-BE49-F238E27FC236}">
                <a16:creationId xmlns:a16="http://schemas.microsoft.com/office/drawing/2014/main" id="{F80A40B2-065D-5660-8827-D89C6B59DD8F}"/>
              </a:ext>
            </a:extLst>
          </p:cNvPr>
          <p:cNvSpPr txBox="1"/>
          <p:nvPr/>
        </p:nvSpPr>
        <p:spPr>
          <a:xfrm>
            <a:off x="1333710" y="4272315"/>
            <a:ext cx="6652049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Multi-hop communication introduces delays. Not ideal for real-time or time-critical applications.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6" name="Google Shape;1616;p37">
            <a:extLst>
              <a:ext uri="{FF2B5EF4-FFF2-40B4-BE49-F238E27FC236}">
                <a16:creationId xmlns:a16="http://schemas.microsoft.com/office/drawing/2014/main" id="{AE404994-B2AB-55EF-DA94-1D736DB5D953}"/>
              </a:ext>
            </a:extLst>
          </p:cNvPr>
          <p:cNvSpPr txBox="1"/>
          <p:nvPr/>
        </p:nvSpPr>
        <p:spPr>
          <a:xfrm>
            <a:off x="1285774" y="3119129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Interference</a:t>
            </a:r>
            <a:endParaRPr sz="1800" dirty="0">
              <a:solidFill>
                <a:schemeClr val="dk1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</p:txBody>
      </p:sp>
      <p:sp>
        <p:nvSpPr>
          <p:cNvPr id="1617" name="Google Shape;1617;p37">
            <a:extLst>
              <a:ext uri="{FF2B5EF4-FFF2-40B4-BE49-F238E27FC236}">
                <a16:creationId xmlns:a16="http://schemas.microsoft.com/office/drawing/2014/main" id="{49F6EFFD-AAFD-BF82-7DD3-F20151CE1A72}"/>
              </a:ext>
            </a:extLst>
          </p:cNvPr>
          <p:cNvSpPr txBox="1"/>
          <p:nvPr/>
        </p:nvSpPr>
        <p:spPr>
          <a:xfrm>
            <a:off x="1285773" y="3420093"/>
            <a:ext cx="696076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Operates mostly on the 2.4 GHz ISM band, where Wi-Fi, Bluetooth, and even microwave ovens also operate. Can suffer from congestion and signal overlap in crowded environments.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8" name="Google Shape;1618;p37">
            <a:extLst>
              <a:ext uri="{FF2B5EF4-FFF2-40B4-BE49-F238E27FC236}">
                <a16:creationId xmlns:a16="http://schemas.microsoft.com/office/drawing/2014/main" id="{B76A0D52-607C-DA11-0CCA-2E8A32909ACC}"/>
              </a:ext>
            </a:extLst>
          </p:cNvPr>
          <p:cNvSpPr txBox="1"/>
          <p:nvPr/>
        </p:nvSpPr>
        <p:spPr>
          <a:xfrm>
            <a:off x="1285774" y="2212950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Range</a:t>
            </a:r>
            <a:endParaRPr sz="1800" dirty="0">
              <a:solidFill>
                <a:schemeClr val="dk1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</p:txBody>
      </p:sp>
      <p:sp>
        <p:nvSpPr>
          <p:cNvPr id="1619" name="Google Shape;1619;p37">
            <a:extLst>
              <a:ext uri="{FF2B5EF4-FFF2-40B4-BE49-F238E27FC236}">
                <a16:creationId xmlns:a16="http://schemas.microsoft.com/office/drawing/2014/main" id="{BBEAA8B7-CA8B-9461-C356-0D9D748D0E9E}"/>
              </a:ext>
            </a:extLst>
          </p:cNvPr>
          <p:cNvSpPr txBox="1"/>
          <p:nvPr/>
        </p:nvSpPr>
        <p:spPr>
          <a:xfrm>
            <a:off x="1285774" y="2513914"/>
            <a:ext cx="6699986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Typically supports 10–100 meters indoors depending on walls and interference. Extended range requires mesh networking, but without enough intermediate devices, coverage is limited.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0" name="Google Shape;1620;p37">
            <a:extLst>
              <a:ext uri="{FF2B5EF4-FFF2-40B4-BE49-F238E27FC236}">
                <a16:creationId xmlns:a16="http://schemas.microsoft.com/office/drawing/2014/main" id="{AF802C35-C2A4-B560-5F06-BAEB3B2471B9}"/>
              </a:ext>
            </a:extLst>
          </p:cNvPr>
          <p:cNvSpPr txBox="1"/>
          <p:nvPr/>
        </p:nvSpPr>
        <p:spPr>
          <a:xfrm>
            <a:off x="1285774" y="1244160"/>
            <a:ext cx="16731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800" dirty="0">
                <a:solidFill>
                  <a:schemeClr val="tx1"/>
                </a:solidFill>
                <a:latin typeface="Exo 2 SemiBold" panose="020B0604020202020204" charset="0"/>
                <a:ea typeface="Exo 2 SemiBold" panose="020B0604020202020204" charset="0"/>
                <a:cs typeface="Lato" panose="020F0502020204030203" pitchFamily="34" charset="0"/>
              </a:rPr>
              <a:t>Low data rate</a:t>
            </a:r>
            <a:endParaRPr sz="1800" dirty="0">
              <a:solidFill>
                <a:schemeClr val="tx1"/>
              </a:solidFill>
              <a:latin typeface="Exo 2 SemiBold" panose="020B0604020202020204" charset="0"/>
              <a:ea typeface="Exo 2 SemiBold" panose="020B0604020202020204" charset="0"/>
              <a:cs typeface="Lato" panose="020F0502020204030203" pitchFamily="34" charset="0"/>
              <a:sym typeface="Exo 2 SemiBold"/>
            </a:endParaRPr>
          </a:p>
        </p:txBody>
      </p:sp>
      <p:sp>
        <p:nvSpPr>
          <p:cNvPr id="1621" name="Google Shape;1621;p37">
            <a:extLst>
              <a:ext uri="{FF2B5EF4-FFF2-40B4-BE49-F238E27FC236}">
                <a16:creationId xmlns:a16="http://schemas.microsoft.com/office/drawing/2014/main" id="{CDAAF630-9414-34B6-DE5C-8B65100BC8AC}"/>
              </a:ext>
            </a:extLst>
          </p:cNvPr>
          <p:cNvSpPr txBox="1"/>
          <p:nvPr/>
        </p:nvSpPr>
        <p:spPr>
          <a:xfrm>
            <a:off x="1285774" y="1545125"/>
            <a:ext cx="6505676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Maximum speed is 250 kbps, which is much lower than Wi-Fi or Bluetooth. Not suitable for bandwidth-heavy applications like video or large file transfer.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3" name="Google Shape;1623;p37">
            <a:extLst>
              <a:ext uri="{FF2B5EF4-FFF2-40B4-BE49-F238E27FC236}">
                <a16:creationId xmlns:a16="http://schemas.microsoft.com/office/drawing/2014/main" id="{6F493F89-ECDA-7331-3F70-3C64814E94D2}"/>
              </a:ext>
            </a:extLst>
          </p:cNvPr>
          <p:cNvSpPr/>
          <p:nvPr/>
        </p:nvSpPr>
        <p:spPr>
          <a:xfrm>
            <a:off x="982390" y="2212962"/>
            <a:ext cx="262200" cy="26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p37">
            <a:extLst>
              <a:ext uri="{FF2B5EF4-FFF2-40B4-BE49-F238E27FC236}">
                <a16:creationId xmlns:a16="http://schemas.microsoft.com/office/drawing/2014/main" id="{C821FEE8-0EA1-4597-D779-4C8F5A6A1AB4}"/>
              </a:ext>
            </a:extLst>
          </p:cNvPr>
          <p:cNvSpPr/>
          <p:nvPr/>
        </p:nvSpPr>
        <p:spPr>
          <a:xfrm>
            <a:off x="982390" y="3119124"/>
            <a:ext cx="262200" cy="26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5" name="Google Shape;1625;p37">
            <a:extLst>
              <a:ext uri="{FF2B5EF4-FFF2-40B4-BE49-F238E27FC236}">
                <a16:creationId xmlns:a16="http://schemas.microsoft.com/office/drawing/2014/main" id="{6E52E765-384E-9464-6F1E-57FCB65191F3}"/>
              </a:ext>
            </a:extLst>
          </p:cNvPr>
          <p:cNvSpPr/>
          <p:nvPr/>
        </p:nvSpPr>
        <p:spPr>
          <a:xfrm>
            <a:off x="1030327" y="4045219"/>
            <a:ext cx="262200" cy="262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37">
            <a:extLst>
              <a:ext uri="{FF2B5EF4-FFF2-40B4-BE49-F238E27FC236}">
                <a16:creationId xmlns:a16="http://schemas.microsoft.com/office/drawing/2014/main" id="{8E460E60-6644-386D-1ED9-945EF4CCE4ED}"/>
              </a:ext>
            </a:extLst>
          </p:cNvPr>
          <p:cNvSpPr/>
          <p:nvPr/>
        </p:nvSpPr>
        <p:spPr>
          <a:xfrm>
            <a:off x="5271898" y="895176"/>
            <a:ext cx="1088480" cy="632696"/>
          </a:xfrm>
          <a:custGeom>
            <a:avLst/>
            <a:gdLst/>
            <a:ahLst/>
            <a:cxnLst/>
            <a:rect l="l" t="t" r="r" b="b"/>
            <a:pathLst>
              <a:path w="61022" h="35470" extrusionOk="0">
                <a:moveTo>
                  <a:pt x="59913" y="0"/>
                </a:moveTo>
                <a:lnTo>
                  <a:pt x="59505" y="59"/>
                </a:lnTo>
                <a:lnTo>
                  <a:pt x="59096" y="175"/>
                </a:lnTo>
                <a:lnTo>
                  <a:pt x="292" y="34362"/>
                </a:lnTo>
                <a:lnTo>
                  <a:pt x="175" y="34478"/>
                </a:lnTo>
                <a:lnTo>
                  <a:pt x="58" y="34537"/>
                </a:lnTo>
                <a:lnTo>
                  <a:pt x="0" y="34712"/>
                </a:lnTo>
                <a:lnTo>
                  <a:pt x="0" y="34828"/>
                </a:lnTo>
                <a:lnTo>
                  <a:pt x="0" y="34945"/>
                </a:lnTo>
                <a:lnTo>
                  <a:pt x="58" y="35062"/>
                </a:lnTo>
                <a:lnTo>
                  <a:pt x="175" y="35178"/>
                </a:lnTo>
                <a:lnTo>
                  <a:pt x="350" y="35295"/>
                </a:lnTo>
                <a:lnTo>
                  <a:pt x="700" y="35412"/>
                </a:lnTo>
                <a:lnTo>
                  <a:pt x="1108" y="35470"/>
                </a:lnTo>
                <a:lnTo>
                  <a:pt x="1517" y="35412"/>
                </a:lnTo>
                <a:lnTo>
                  <a:pt x="1925" y="35295"/>
                </a:lnTo>
                <a:lnTo>
                  <a:pt x="60730" y="1109"/>
                </a:lnTo>
                <a:lnTo>
                  <a:pt x="60846" y="992"/>
                </a:lnTo>
                <a:lnTo>
                  <a:pt x="60963" y="876"/>
                </a:lnTo>
                <a:lnTo>
                  <a:pt x="61021" y="759"/>
                </a:lnTo>
                <a:lnTo>
                  <a:pt x="61021" y="642"/>
                </a:lnTo>
                <a:lnTo>
                  <a:pt x="61021" y="526"/>
                </a:lnTo>
                <a:lnTo>
                  <a:pt x="60963" y="409"/>
                </a:lnTo>
                <a:lnTo>
                  <a:pt x="60846" y="292"/>
                </a:lnTo>
                <a:lnTo>
                  <a:pt x="60730" y="175"/>
                </a:lnTo>
                <a:lnTo>
                  <a:pt x="60321" y="59"/>
                </a:lnTo>
                <a:lnTo>
                  <a:pt x="59913" y="0"/>
                </a:lnTo>
                <a:close/>
              </a:path>
            </a:pathLst>
          </a:custGeom>
          <a:solidFill>
            <a:srgbClr val="01FCFE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7" name="Google Shape;1627;p37">
            <a:extLst>
              <a:ext uri="{FF2B5EF4-FFF2-40B4-BE49-F238E27FC236}">
                <a16:creationId xmlns:a16="http://schemas.microsoft.com/office/drawing/2014/main" id="{80599C5F-302C-A503-FF0A-CC64CA52B5AE}"/>
              </a:ext>
            </a:extLst>
          </p:cNvPr>
          <p:cNvSpPr/>
          <p:nvPr/>
        </p:nvSpPr>
        <p:spPr>
          <a:xfrm>
            <a:off x="486087" y="3440004"/>
            <a:ext cx="1088480" cy="632696"/>
          </a:xfrm>
          <a:custGeom>
            <a:avLst/>
            <a:gdLst/>
            <a:ahLst/>
            <a:cxnLst/>
            <a:rect l="l" t="t" r="r" b="b"/>
            <a:pathLst>
              <a:path w="61022" h="35470" extrusionOk="0">
                <a:moveTo>
                  <a:pt x="59913" y="0"/>
                </a:moveTo>
                <a:lnTo>
                  <a:pt x="59505" y="59"/>
                </a:lnTo>
                <a:lnTo>
                  <a:pt x="59096" y="175"/>
                </a:lnTo>
                <a:lnTo>
                  <a:pt x="292" y="34362"/>
                </a:lnTo>
                <a:lnTo>
                  <a:pt x="175" y="34478"/>
                </a:lnTo>
                <a:lnTo>
                  <a:pt x="58" y="34537"/>
                </a:lnTo>
                <a:lnTo>
                  <a:pt x="0" y="34712"/>
                </a:lnTo>
                <a:lnTo>
                  <a:pt x="0" y="34828"/>
                </a:lnTo>
                <a:lnTo>
                  <a:pt x="0" y="34945"/>
                </a:lnTo>
                <a:lnTo>
                  <a:pt x="58" y="35062"/>
                </a:lnTo>
                <a:lnTo>
                  <a:pt x="175" y="35178"/>
                </a:lnTo>
                <a:lnTo>
                  <a:pt x="350" y="35295"/>
                </a:lnTo>
                <a:lnTo>
                  <a:pt x="700" y="35412"/>
                </a:lnTo>
                <a:lnTo>
                  <a:pt x="1108" y="35470"/>
                </a:lnTo>
                <a:lnTo>
                  <a:pt x="1517" y="35412"/>
                </a:lnTo>
                <a:lnTo>
                  <a:pt x="1925" y="35295"/>
                </a:lnTo>
                <a:lnTo>
                  <a:pt x="60730" y="1109"/>
                </a:lnTo>
                <a:lnTo>
                  <a:pt x="60846" y="992"/>
                </a:lnTo>
                <a:lnTo>
                  <a:pt x="60963" y="876"/>
                </a:lnTo>
                <a:lnTo>
                  <a:pt x="61021" y="759"/>
                </a:lnTo>
                <a:lnTo>
                  <a:pt x="61021" y="642"/>
                </a:lnTo>
                <a:lnTo>
                  <a:pt x="61021" y="526"/>
                </a:lnTo>
                <a:lnTo>
                  <a:pt x="60963" y="409"/>
                </a:lnTo>
                <a:lnTo>
                  <a:pt x="60846" y="292"/>
                </a:lnTo>
                <a:lnTo>
                  <a:pt x="60730" y="175"/>
                </a:lnTo>
                <a:lnTo>
                  <a:pt x="60321" y="59"/>
                </a:lnTo>
                <a:lnTo>
                  <a:pt x="59913" y="0"/>
                </a:lnTo>
                <a:close/>
              </a:path>
            </a:pathLst>
          </a:custGeom>
          <a:solidFill>
            <a:srgbClr val="01FCFE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" name="Google Shape;1628;p37">
            <a:extLst>
              <a:ext uri="{FF2B5EF4-FFF2-40B4-BE49-F238E27FC236}">
                <a16:creationId xmlns:a16="http://schemas.microsoft.com/office/drawing/2014/main" id="{21DED4A2-50B9-5DF3-2F95-285B6473B3F9}"/>
              </a:ext>
            </a:extLst>
          </p:cNvPr>
          <p:cNvSpPr/>
          <p:nvPr/>
        </p:nvSpPr>
        <p:spPr>
          <a:xfrm>
            <a:off x="3054865" y="3049788"/>
            <a:ext cx="1088480" cy="632696"/>
          </a:xfrm>
          <a:custGeom>
            <a:avLst/>
            <a:gdLst/>
            <a:ahLst/>
            <a:cxnLst/>
            <a:rect l="l" t="t" r="r" b="b"/>
            <a:pathLst>
              <a:path w="61022" h="35470" extrusionOk="0">
                <a:moveTo>
                  <a:pt x="59913" y="0"/>
                </a:moveTo>
                <a:lnTo>
                  <a:pt x="59505" y="59"/>
                </a:lnTo>
                <a:lnTo>
                  <a:pt x="59096" y="175"/>
                </a:lnTo>
                <a:lnTo>
                  <a:pt x="292" y="34362"/>
                </a:lnTo>
                <a:lnTo>
                  <a:pt x="175" y="34478"/>
                </a:lnTo>
                <a:lnTo>
                  <a:pt x="58" y="34537"/>
                </a:lnTo>
                <a:lnTo>
                  <a:pt x="0" y="34712"/>
                </a:lnTo>
                <a:lnTo>
                  <a:pt x="0" y="34828"/>
                </a:lnTo>
                <a:lnTo>
                  <a:pt x="0" y="34945"/>
                </a:lnTo>
                <a:lnTo>
                  <a:pt x="58" y="35062"/>
                </a:lnTo>
                <a:lnTo>
                  <a:pt x="175" y="35178"/>
                </a:lnTo>
                <a:lnTo>
                  <a:pt x="350" y="35295"/>
                </a:lnTo>
                <a:lnTo>
                  <a:pt x="700" y="35412"/>
                </a:lnTo>
                <a:lnTo>
                  <a:pt x="1108" y="35470"/>
                </a:lnTo>
                <a:lnTo>
                  <a:pt x="1517" y="35412"/>
                </a:lnTo>
                <a:lnTo>
                  <a:pt x="1925" y="35295"/>
                </a:lnTo>
                <a:lnTo>
                  <a:pt x="60730" y="1109"/>
                </a:lnTo>
                <a:lnTo>
                  <a:pt x="60846" y="992"/>
                </a:lnTo>
                <a:lnTo>
                  <a:pt x="60963" y="876"/>
                </a:lnTo>
                <a:lnTo>
                  <a:pt x="61021" y="759"/>
                </a:lnTo>
                <a:lnTo>
                  <a:pt x="61021" y="642"/>
                </a:lnTo>
                <a:lnTo>
                  <a:pt x="61021" y="526"/>
                </a:lnTo>
                <a:lnTo>
                  <a:pt x="60963" y="409"/>
                </a:lnTo>
                <a:lnTo>
                  <a:pt x="60846" y="292"/>
                </a:lnTo>
                <a:lnTo>
                  <a:pt x="60730" y="175"/>
                </a:lnTo>
                <a:lnTo>
                  <a:pt x="60321" y="59"/>
                </a:lnTo>
                <a:lnTo>
                  <a:pt x="59913" y="0"/>
                </a:lnTo>
                <a:close/>
              </a:path>
            </a:pathLst>
          </a:custGeom>
          <a:solidFill>
            <a:srgbClr val="01FCFE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629" name="Google Shape;1629;p37">
            <a:extLst>
              <a:ext uri="{FF2B5EF4-FFF2-40B4-BE49-F238E27FC236}">
                <a16:creationId xmlns:a16="http://schemas.microsoft.com/office/drawing/2014/main" id="{0DFD8F9B-3645-F5C8-DA54-FDCF014234AF}"/>
              </a:ext>
            </a:extLst>
          </p:cNvPr>
          <p:cNvGrpSpPr/>
          <p:nvPr/>
        </p:nvGrpSpPr>
        <p:grpSpPr>
          <a:xfrm>
            <a:off x="2372822" y="1017725"/>
            <a:ext cx="336649" cy="193799"/>
            <a:chOff x="5129875" y="3798200"/>
            <a:chExt cx="250875" cy="144400"/>
          </a:xfrm>
        </p:grpSpPr>
        <p:sp>
          <p:nvSpPr>
            <p:cNvPr id="1630" name="Google Shape;1630;p37">
              <a:extLst>
                <a:ext uri="{FF2B5EF4-FFF2-40B4-BE49-F238E27FC236}">
                  <a16:creationId xmlns:a16="http://schemas.microsoft.com/office/drawing/2014/main" id="{B6E8CC6C-77F6-14E8-80E5-77EE06A110A9}"/>
                </a:ext>
              </a:extLst>
            </p:cNvPr>
            <p:cNvSpPr/>
            <p:nvPr/>
          </p:nvSpPr>
          <p:spPr>
            <a:xfrm>
              <a:off x="5129875" y="3881325"/>
              <a:ext cx="107950" cy="61275"/>
            </a:xfrm>
            <a:custGeom>
              <a:avLst/>
              <a:gdLst/>
              <a:ahLst/>
              <a:cxnLst/>
              <a:rect l="l" t="t" r="r" b="b"/>
              <a:pathLst>
                <a:path w="4318" h="2451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450"/>
                  </a:lnTo>
                  <a:lnTo>
                    <a:pt x="4317" y="2450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7">
              <a:extLst>
                <a:ext uri="{FF2B5EF4-FFF2-40B4-BE49-F238E27FC236}">
                  <a16:creationId xmlns:a16="http://schemas.microsoft.com/office/drawing/2014/main" id="{C452ABFD-AF51-FC4C-D5A2-99531AF75B39}"/>
                </a:ext>
              </a:extLst>
            </p:cNvPr>
            <p:cNvSpPr/>
            <p:nvPr/>
          </p:nvSpPr>
          <p:spPr>
            <a:xfrm>
              <a:off x="5272800" y="3798200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0" y="0"/>
                  </a:moveTo>
                  <a:lnTo>
                    <a:pt x="0" y="817"/>
                  </a:lnTo>
                  <a:lnTo>
                    <a:pt x="2917" y="817"/>
                  </a:lnTo>
                  <a:lnTo>
                    <a:pt x="2917" y="2509"/>
                  </a:lnTo>
                  <a:lnTo>
                    <a:pt x="4317" y="2509"/>
                  </a:lnTo>
                  <a:lnTo>
                    <a:pt x="43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7">
              <a:extLst>
                <a:ext uri="{FF2B5EF4-FFF2-40B4-BE49-F238E27FC236}">
                  <a16:creationId xmlns:a16="http://schemas.microsoft.com/office/drawing/2014/main" id="{60F6EE93-981E-3559-62C5-B4D30F3585F8}"/>
                </a:ext>
              </a:extLst>
            </p:cNvPr>
            <p:cNvSpPr/>
            <p:nvPr/>
          </p:nvSpPr>
          <p:spPr>
            <a:xfrm>
              <a:off x="5201325" y="3839025"/>
              <a:ext cx="107950" cy="62725"/>
            </a:xfrm>
            <a:custGeom>
              <a:avLst/>
              <a:gdLst/>
              <a:ahLst/>
              <a:cxnLst/>
              <a:rect l="l" t="t" r="r" b="b"/>
              <a:pathLst>
                <a:path w="4318" h="2509" extrusionOk="0">
                  <a:moveTo>
                    <a:pt x="1" y="0"/>
                  </a:moveTo>
                  <a:lnTo>
                    <a:pt x="1" y="817"/>
                  </a:lnTo>
                  <a:lnTo>
                    <a:pt x="2918" y="817"/>
                  </a:lnTo>
                  <a:lnTo>
                    <a:pt x="2918" y="2509"/>
                  </a:lnTo>
                  <a:lnTo>
                    <a:pt x="4318" y="2509"/>
                  </a:lnTo>
                  <a:lnTo>
                    <a:pt x="43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69516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645;p31">
            <a:extLst>
              <a:ext uri="{FF2B5EF4-FFF2-40B4-BE49-F238E27FC236}">
                <a16:creationId xmlns:a16="http://schemas.microsoft.com/office/drawing/2014/main" id="{4BB1785B-0030-912F-BEBB-77DE3761D389}"/>
              </a:ext>
            </a:extLst>
          </p:cNvPr>
          <p:cNvSpPr/>
          <p:nvPr/>
        </p:nvSpPr>
        <p:spPr>
          <a:xfrm>
            <a:off x="6234456" y="260340"/>
            <a:ext cx="830100" cy="636300"/>
          </a:xfrm>
          <a:prstGeom prst="can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642;p31">
            <a:extLst>
              <a:ext uri="{FF2B5EF4-FFF2-40B4-BE49-F238E27FC236}">
                <a16:creationId xmlns:a16="http://schemas.microsoft.com/office/drawing/2014/main" id="{A6FD9B25-CE04-7617-8E03-6FBEE6D2B3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687" y="1703100"/>
            <a:ext cx="3283073" cy="17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tx1"/>
                </a:solidFill>
              </a:rPr>
              <a:t>Applic</a:t>
            </a:r>
            <a:r>
              <a:rPr lang="en" sz="3000" dirty="0"/>
              <a:t>ations</a:t>
            </a:r>
            <a:endParaRPr sz="3000" dirty="0"/>
          </a:p>
        </p:txBody>
      </p:sp>
      <p:sp>
        <p:nvSpPr>
          <p:cNvPr id="5" name="Google Shape;643;p31">
            <a:extLst>
              <a:ext uri="{FF2B5EF4-FFF2-40B4-BE49-F238E27FC236}">
                <a16:creationId xmlns:a16="http://schemas.microsoft.com/office/drawing/2014/main" id="{3C4F02DA-2653-F4D6-9F85-25A6A68D8FEC}"/>
              </a:ext>
            </a:extLst>
          </p:cNvPr>
          <p:cNvSpPr/>
          <p:nvPr/>
        </p:nvSpPr>
        <p:spPr>
          <a:xfrm>
            <a:off x="4109367" y="2968693"/>
            <a:ext cx="1080000" cy="7287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44;p31">
            <a:extLst>
              <a:ext uri="{FF2B5EF4-FFF2-40B4-BE49-F238E27FC236}">
                <a16:creationId xmlns:a16="http://schemas.microsoft.com/office/drawing/2014/main" id="{EE849992-340B-65B6-4E5F-F885E7974D18}"/>
              </a:ext>
            </a:extLst>
          </p:cNvPr>
          <p:cNvSpPr/>
          <p:nvPr/>
        </p:nvSpPr>
        <p:spPr>
          <a:xfrm>
            <a:off x="4612183" y="1982500"/>
            <a:ext cx="897000" cy="636300"/>
          </a:xfrm>
          <a:prstGeom prst="can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645;p31">
            <a:extLst>
              <a:ext uri="{FF2B5EF4-FFF2-40B4-BE49-F238E27FC236}">
                <a16:creationId xmlns:a16="http://schemas.microsoft.com/office/drawing/2014/main" id="{74264C36-45AC-6CE3-C379-702CC5E84166}"/>
              </a:ext>
            </a:extLst>
          </p:cNvPr>
          <p:cNvSpPr/>
          <p:nvPr/>
        </p:nvSpPr>
        <p:spPr>
          <a:xfrm>
            <a:off x="5281934" y="1026878"/>
            <a:ext cx="830100" cy="636300"/>
          </a:xfrm>
          <a:prstGeom prst="ca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46;p31">
            <a:extLst>
              <a:ext uri="{FF2B5EF4-FFF2-40B4-BE49-F238E27FC236}">
                <a16:creationId xmlns:a16="http://schemas.microsoft.com/office/drawing/2014/main" id="{8055AD81-18D1-C1F8-A712-474B7238141B}"/>
              </a:ext>
            </a:extLst>
          </p:cNvPr>
          <p:cNvSpPr/>
          <p:nvPr/>
        </p:nvSpPr>
        <p:spPr>
          <a:xfrm>
            <a:off x="3891567" y="3977781"/>
            <a:ext cx="1297800" cy="831600"/>
          </a:xfrm>
          <a:prstGeom prst="can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47;p31">
            <a:extLst>
              <a:ext uri="{FF2B5EF4-FFF2-40B4-BE49-F238E27FC236}">
                <a16:creationId xmlns:a16="http://schemas.microsoft.com/office/drawing/2014/main" id="{CCFFED64-B215-C1A1-33C8-908913211919}"/>
              </a:ext>
            </a:extLst>
          </p:cNvPr>
          <p:cNvSpPr txBox="1"/>
          <p:nvPr/>
        </p:nvSpPr>
        <p:spPr>
          <a:xfrm>
            <a:off x="5231683" y="4262906"/>
            <a:ext cx="33129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irrigation, soil monitoring</a:t>
            </a:r>
            <a:endParaRPr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0" name="Google Shape;648;p31">
            <a:extLst>
              <a:ext uri="{FF2B5EF4-FFF2-40B4-BE49-F238E27FC236}">
                <a16:creationId xmlns:a16="http://schemas.microsoft.com/office/drawing/2014/main" id="{85F608EB-4D5C-0777-8F70-EE6B0533C0DB}"/>
              </a:ext>
            </a:extLst>
          </p:cNvPr>
          <p:cNvSpPr txBox="1"/>
          <p:nvPr/>
        </p:nvSpPr>
        <p:spPr>
          <a:xfrm>
            <a:off x="5488576" y="3375754"/>
            <a:ext cx="27813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smart meters, grid integration</a:t>
            </a:r>
          </a:p>
        </p:txBody>
      </p:sp>
      <p:sp>
        <p:nvSpPr>
          <p:cNvPr id="11" name="Google Shape;649;p31">
            <a:extLst>
              <a:ext uri="{FF2B5EF4-FFF2-40B4-BE49-F238E27FC236}">
                <a16:creationId xmlns:a16="http://schemas.microsoft.com/office/drawing/2014/main" id="{9DFD13F8-777E-DA3A-3041-6F20A8DF214E}"/>
              </a:ext>
            </a:extLst>
          </p:cNvPr>
          <p:cNvSpPr txBox="1"/>
          <p:nvPr/>
        </p:nvSpPr>
        <p:spPr>
          <a:xfrm>
            <a:off x="5839041" y="2326639"/>
            <a:ext cx="22464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patient tracking, medical devices</a:t>
            </a:r>
          </a:p>
        </p:txBody>
      </p:sp>
      <p:sp>
        <p:nvSpPr>
          <p:cNvPr id="12" name="Google Shape;650;p31">
            <a:extLst>
              <a:ext uri="{FF2B5EF4-FFF2-40B4-BE49-F238E27FC236}">
                <a16:creationId xmlns:a16="http://schemas.microsoft.com/office/drawing/2014/main" id="{C03593F1-0233-6348-4FD6-159F8D6A0EA0}"/>
              </a:ext>
            </a:extLst>
          </p:cNvPr>
          <p:cNvSpPr txBox="1"/>
          <p:nvPr/>
        </p:nvSpPr>
        <p:spPr>
          <a:xfrm>
            <a:off x="6234464" y="1342497"/>
            <a:ext cx="1948549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monitoring, predictive maintenance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3" name="Google Shape;651;p31">
            <a:extLst>
              <a:ext uri="{FF2B5EF4-FFF2-40B4-BE49-F238E27FC236}">
                <a16:creationId xmlns:a16="http://schemas.microsoft.com/office/drawing/2014/main" id="{277ABAB8-8122-B64B-E740-20C9E23D8AFC}"/>
              </a:ext>
            </a:extLst>
          </p:cNvPr>
          <p:cNvSpPr txBox="1"/>
          <p:nvPr/>
        </p:nvSpPr>
        <p:spPr>
          <a:xfrm>
            <a:off x="5231683" y="4009581"/>
            <a:ext cx="33129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rPr>
              <a:t>Agriculture</a:t>
            </a:r>
            <a:endParaRPr sz="1800" dirty="0">
              <a:solidFill>
                <a:schemeClr val="accent2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" name="Google Shape;652;p31">
            <a:extLst>
              <a:ext uri="{FF2B5EF4-FFF2-40B4-BE49-F238E27FC236}">
                <a16:creationId xmlns:a16="http://schemas.microsoft.com/office/drawing/2014/main" id="{EFE2CF6C-8E11-E476-F23A-B532041B0EB8}"/>
              </a:ext>
            </a:extLst>
          </p:cNvPr>
          <p:cNvSpPr txBox="1"/>
          <p:nvPr/>
        </p:nvSpPr>
        <p:spPr>
          <a:xfrm>
            <a:off x="5839049" y="2072864"/>
            <a:ext cx="2246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rPr>
              <a:t>Healthcare</a:t>
            </a:r>
            <a:endParaRPr sz="1800" dirty="0">
              <a:solidFill>
                <a:schemeClr val="accent2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" name="Google Shape;653;p31">
            <a:extLst>
              <a:ext uri="{FF2B5EF4-FFF2-40B4-BE49-F238E27FC236}">
                <a16:creationId xmlns:a16="http://schemas.microsoft.com/office/drawing/2014/main" id="{376C1B69-1147-1D5F-9B65-C0ECD879B7BB}"/>
              </a:ext>
            </a:extLst>
          </p:cNvPr>
          <p:cNvSpPr txBox="1"/>
          <p:nvPr/>
        </p:nvSpPr>
        <p:spPr>
          <a:xfrm>
            <a:off x="6234456" y="1088997"/>
            <a:ext cx="1711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rPr>
              <a:t>Industrial IoT</a:t>
            </a:r>
            <a:endParaRPr sz="1800" dirty="0">
              <a:solidFill>
                <a:schemeClr val="accent2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" name="Google Shape;654;p31">
            <a:extLst>
              <a:ext uri="{FF2B5EF4-FFF2-40B4-BE49-F238E27FC236}">
                <a16:creationId xmlns:a16="http://schemas.microsoft.com/office/drawing/2014/main" id="{39999F80-4884-3731-FD5C-0D1D9524FDBF}"/>
              </a:ext>
            </a:extLst>
          </p:cNvPr>
          <p:cNvSpPr txBox="1"/>
          <p:nvPr/>
        </p:nvSpPr>
        <p:spPr>
          <a:xfrm>
            <a:off x="5488546" y="3122554"/>
            <a:ext cx="2781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rPr>
              <a:t>Energy</a:t>
            </a:r>
            <a:endParaRPr sz="1800" dirty="0">
              <a:solidFill>
                <a:schemeClr val="accent2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" name="Google Shape;641;p31">
            <a:extLst>
              <a:ext uri="{FF2B5EF4-FFF2-40B4-BE49-F238E27FC236}">
                <a16:creationId xmlns:a16="http://schemas.microsoft.com/office/drawing/2014/main" id="{63130114-4EB6-62E5-6719-C4933BA9C615}"/>
              </a:ext>
            </a:extLst>
          </p:cNvPr>
          <p:cNvSpPr/>
          <p:nvPr/>
        </p:nvSpPr>
        <p:spPr>
          <a:xfrm rot="214">
            <a:off x="4412082" y="-219555"/>
            <a:ext cx="9645300" cy="9597900"/>
          </a:xfrm>
          <a:prstGeom prst="donut">
            <a:avLst>
              <a:gd name="adj" fmla="val 389"/>
            </a:avLst>
          </a:prstGeom>
          <a:solidFill>
            <a:srgbClr val="FFFFFF">
              <a:alpha val="374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50;p31">
            <a:extLst>
              <a:ext uri="{FF2B5EF4-FFF2-40B4-BE49-F238E27FC236}">
                <a16:creationId xmlns:a16="http://schemas.microsoft.com/office/drawing/2014/main" id="{516B1F93-6482-ADBB-0810-F1DF8DDB8D94}"/>
              </a:ext>
            </a:extLst>
          </p:cNvPr>
          <p:cNvSpPr txBox="1"/>
          <p:nvPr/>
        </p:nvSpPr>
        <p:spPr>
          <a:xfrm>
            <a:off x="7252357" y="615664"/>
            <a:ext cx="1948549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lighting, thermostats, security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20" name="Google Shape;653;p31">
            <a:extLst>
              <a:ext uri="{FF2B5EF4-FFF2-40B4-BE49-F238E27FC236}">
                <a16:creationId xmlns:a16="http://schemas.microsoft.com/office/drawing/2014/main" id="{D512BF72-588A-4714-CE0F-90313DEDC1E7}"/>
              </a:ext>
            </a:extLst>
          </p:cNvPr>
          <p:cNvSpPr txBox="1"/>
          <p:nvPr/>
        </p:nvSpPr>
        <p:spPr>
          <a:xfrm>
            <a:off x="7252349" y="362164"/>
            <a:ext cx="17115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2"/>
                </a:solidFill>
                <a:latin typeface="Anton"/>
                <a:ea typeface="Anton"/>
                <a:cs typeface="Anton"/>
                <a:sym typeface="Anton"/>
              </a:rPr>
              <a:t>Smart Home</a:t>
            </a:r>
            <a:endParaRPr sz="1800" dirty="0">
              <a:solidFill>
                <a:schemeClr val="accent2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  <p:extLst>
      <p:ext uri="{BB962C8B-B14F-4D97-AF65-F5344CB8AC3E}">
        <p14:creationId xmlns:p14="http://schemas.microsoft.com/office/powerpoint/2010/main" val="3449127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228;p59">
            <a:extLst>
              <a:ext uri="{FF2B5EF4-FFF2-40B4-BE49-F238E27FC236}">
                <a16:creationId xmlns:a16="http://schemas.microsoft.com/office/drawing/2014/main" id="{6A138AAA-4264-A104-0896-44D3FC3AAA27}"/>
              </a:ext>
            </a:extLst>
          </p:cNvPr>
          <p:cNvGrpSpPr/>
          <p:nvPr/>
        </p:nvGrpSpPr>
        <p:grpSpPr>
          <a:xfrm>
            <a:off x="5181600" y="0"/>
            <a:ext cx="3318933" cy="2917902"/>
            <a:chOff x="1745217" y="1515471"/>
            <a:chExt cx="343269" cy="342505"/>
          </a:xfrm>
          <a:solidFill>
            <a:schemeClr val="tx2"/>
          </a:solidFill>
        </p:grpSpPr>
        <p:sp>
          <p:nvSpPr>
            <p:cNvPr id="5" name="Google Shape;10229;p59">
              <a:extLst>
                <a:ext uri="{FF2B5EF4-FFF2-40B4-BE49-F238E27FC236}">
                  <a16:creationId xmlns:a16="http://schemas.microsoft.com/office/drawing/2014/main" id="{F02EDA91-38F5-EEFD-F9C6-0A47584514B7}"/>
                </a:ext>
              </a:extLst>
            </p:cNvPr>
            <p:cNvSpPr/>
            <p:nvPr/>
          </p:nvSpPr>
          <p:spPr>
            <a:xfrm>
              <a:off x="1854448" y="1647096"/>
              <a:ext cx="22012" cy="21630"/>
            </a:xfrm>
            <a:custGeom>
              <a:avLst/>
              <a:gdLst/>
              <a:ahLst/>
              <a:cxnLst/>
              <a:rect l="l" t="t" r="r" b="b"/>
              <a:pathLst>
                <a:path w="691" h="679" extrusionOk="0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230;p59">
              <a:extLst>
                <a:ext uri="{FF2B5EF4-FFF2-40B4-BE49-F238E27FC236}">
                  <a16:creationId xmlns:a16="http://schemas.microsoft.com/office/drawing/2014/main" id="{E6000ED3-B610-107B-BE84-A57D02AB3066}"/>
                </a:ext>
              </a:extLst>
            </p:cNvPr>
            <p:cNvSpPr/>
            <p:nvPr/>
          </p:nvSpPr>
          <p:spPr>
            <a:xfrm>
              <a:off x="1906021" y="1647096"/>
              <a:ext cx="21661" cy="21630"/>
            </a:xfrm>
            <a:custGeom>
              <a:avLst/>
              <a:gdLst/>
              <a:ahLst/>
              <a:cxnLst/>
              <a:rect l="l" t="t" r="r" b="b"/>
              <a:pathLst>
                <a:path w="680" h="679" extrusionOk="0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231;p59">
              <a:extLst>
                <a:ext uri="{FF2B5EF4-FFF2-40B4-BE49-F238E27FC236}">
                  <a16:creationId xmlns:a16="http://schemas.microsoft.com/office/drawing/2014/main" id="{C65CF80D-CABB-5049-E684-D57DE5518243}"/>
                </a:ext>
              </a:extLst>
            </p:cNvPr>
            <p:cNvSpPr/>
            <p:nvPr/>
          </p:nvSpPr>
          <p:spPr>
            <a:xfrm>
              <a:off x="1956830" y="1647096"/>
              <a:ext cx="22044" cy="21630"/>
            </a:xfrm>
            <a:custGeom>
              <a:avLst/>
              <a:gdLst/>
              <a:ahLst/>
              <a:cxnLst/>
              <a:rect l="l" t="t" r="r" b="b"/>
              <a:pathLst>
                <a:path w="692" h="679" extrusionOk="0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232;p59">
              <a:extLst>
                <a:ext uri="{FF2B5EF4-FFF2-40B4-BE49-F238E27FC236}">
                  <a16:creationId xmlns:a16="http://schemas.microsoft.com/office/drawing/2014/main" id="{F8B2C2AD-ACF7-BC37-C17E-565E83C82741}"/>
                </a:ext>
              </a:extLst>
            </p:cNvPr>
            <p:cNvSpPr/>
            <p:nvPr/>
          </p:nvSpPr>
          <p:spPr>
            <a:xfrm>
              <a:off x="1745217" y="1515471"/>
              <a:ext cx="343269" cy="342505"/>
            </a:xfrm>
            <a:custGeom>
              <a:avLst/>
              <a:gdLst/>
              <a:ahLst/>
              <a:cxnLst/>
              <a:rect l="l" t="t" r="r" b="b"/>
              <a:pathLst>
                <a:path w="10776" h="10752" extrusionOk="0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EE8EB2E-9657-489C-311E-04A437BDA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004" y="2571750"/>
            <a:ext cx="3915600" cy="1371876"/>
          </a:xfrm>
        </p:spPr>
        <p:txBody>
          <a:bodyPr/>
          <a:lstStyle/>
          <a:p>
            <a:r>
              <a:rPr lang="en-US" dirty="0"/>
              <a:t>Thank </a:t>
            </a:r>
            <a:r>
              <a:rPr lang="en-US" dirty="0">
                <a:solidFill>
                  <a:schemeClr val="tx1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4123854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695C3E0D14054E8D691F711C7A00B0" ma:contentTypeVersion="3" ma:contentTypeDescription="Create a new document." ma:contentTypeScope="" ma:versionID="003c86ae37ebc2216ecdf5f105cbfd9d">
  <xsd:schema xmlns:xsd="http://www.w3.org/2001/XMLSchema" xmlns:xs="http://www.w3.org/2001/XMLSchema" xmlns:p="http://schemas.microsoft.com/office/2006/metadata/properties" xmlns:ns2="75345c70-523e-4bc0-8e84-f971258a586a" targetNamespace="http://schemas.microsoft.com/office/2006/metadata/properties" ma:root="true" ma:fieldsID="5692ef7bc69e0e59730a5c5536ae81e0" ns2:_="">
    <xsd:import namespace="75345c70-523e-4bc0-8e84-f971258a58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345c70-523e-4bc0-8e84-f971258a58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0A7CA3-7B73-4E97-B699-99ADDF26DCEE}"/>
</file>

<file path=customXml/itemProps2.xml><?xml version="1.0" encoding="utf-8"?>
<ds:datastoreItem xmlns:ds="http://schemas.openxmlformats.org/officeDocument/2006/customXml" ds:itemID="{BF5B7FAA-3A40-46F7-8EA0-B018B4DF255C}"/>
</file>

<file path=customXml/itemProps3.xml><?xml version="1.0" encoding="utf-8"?>
<ds:datastoreItem xmlns:ds="http://schemas.openxmlformats.org/officeDocument/2006/customXml" ds:itemID="{5FD4F31F-D3B2-4279-AEFF-7717DA7A0729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112</TotalTime>
  <Words>530</Words>
  <Application>Microsoft Macintosh PowerPoint</Application>
  <PresentationFormat>On-screen Show (16:9)</PresentationFormat>
  <Paragraphs>116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Lato</vt:lpstr>
      <vt:lpstr>Arial</vt:lpstr>
      <vt:lpstr>Exo 2 SemiBold</vt:lpstr>
      <vt:lpstr>Raleway</vt:lpstr>
      <vt:lpstr>Calibri Light</vt:lpstr>
      <vt:lpstr>Anton</vt:lpstr>
      <vt:lpstr>Nunito Light</vt:lpstr>
      <vt:lpstr>Calibri</vt:lpstr>
      <vt:lpstr>Office 2013 - 2022 Theme</vt:lpstr>
      <vt:lpstr>Zigbee</vt:lpstr>
      <vt:lpstr>Intro to Zigbee</vt:lpstr>
      <vt:lpstr>Key Features</vt:lpstr>
      <vt:lpstr>Why Named Zigbee?</vt:lpstr>
      <vt:lpstr>Timeline</vt:lpstr>
      <vt:lpstr>Layers in Zigbee</vt:lpstr>
      <vt:lpstr>Topologies</vt:lpstr>
      <vt:lpstr>Part 1: Setup &amp; Roles</vt:lpstr>
      <vt:lpstr>Part 2: Communication</vt:lpstr>
      <vt:lpstr>Advantages</vt:lpstr>
      <vt:lpstr>Limitations</vt:lpstr>
      <vt:lpstr>Applications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AbhishekS Kumar</cp:lastModifiedBy>
  <cp:revision>69</cp:revision>
  <dcterms:modified xsi:type="dcterms:W3CDTF">2026-09-01T12:27:56Z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0x0101007F695C3E0D14054E8D691F711C7A00B0</vt:lpwstr>
  </property>
</Properties>
</file>